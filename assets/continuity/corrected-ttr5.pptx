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Override PartName="/ppt/slideLayouts/t3_reference_slideLayout1.xml" ContentType="application/vnd.openxmlformats-officedocument.presentationml.slideLayout+xml"/>
  <Override PartName="/ppt/slideMasters/t3_reference_slideMaster1.xml" ContentType="application/vnd.openxmlformats-officedocument.presentationml.slideMaster+xml"/>
  <Override PartName="/ppt/slideMasters/theme/t3_reference_theme2.xml" ContentType="application/vnd.openxmlformats-officedocument.theme+xml"/>
  <Override PartName="/ppt/notesMasters/theme/t3_reference_theme3.xml" ContentType="application/vnd.openxmlformats-officedocument.theme+xml"/>
  <Override PartName="/ppt/slideLayouts/t4_prefix_21c719580f8e_t4_prefix_a2f7aa9f0e46_t3_reference_methods_slideLayout1.xml" ContentType="application/vnd.openxmlformats-officedocument.presentationml.slideLayout+xml"/>
  <Override PartName="/ppt/slideMasters/t4_prefix_21c719580f8e_t4_prefix_a2f7aa9f0e46_t3_reference_methods_slideMaster1.xml" ContentType="application/vnd.openxmlformats-officedocument.presentationml.slideMaster+xml"/>
  <Override PartName="/ppt/slideMasters/theme/t4_prefix_21c719580f8e_t4_prefix_a2f7aa9f0e46_t3_reference_methods_theme2.xml" ContentType="application/vnd.openxmlformats-officedocument.theme+xml"/>
  <Override PartName="/ppt/notesSlides/t4_prefix_21c719580f8e_t4_prefix_a2f7aa9f0e46_notesSlide1.xml" ContentType="application/vnd.openxmlformats-officedocument.presentationml.notesSlide+xml"/>
  <Override PartName="/ppt/notesMasters/theme/t4_prefix_21c719580f8e_theme3.xml" ContentType="application/vnd.openxmlformats-officedocument.theme+xml"/>
  <Override PartName="/ppt/slideLayouts/t4_prefix_21c719580f8e_t4_prefix_a2f7aa9f0e46_t3_reference_slideLayout1.xml" ContentType="application/vnd.openxmlformats-officedocument.presentationml.slideLayout+xml"/>
  <Override PartName="/ppt/slideMasters/t4_prefix_21c719580f8e_t4_prefix_a2f7aa9f0e46_t3_reference_slideMaster1.xml" ContentType="application/vnd.openxmlformats-officedocument.presentationml.slideMaster+xml"/>
  <Override PartName="/ppt/slideMasters/theme/t4_prefix_21c719580f8e_t4_prefix_a2f7aa9f0e46_t3_reference_theme2.xml" ContentType="application/vnd.openxmlformats-officedocument.theme+xml"/>
  <Override PartName="/ppt/media/t4_prefix_21c719580f8e_t4_prefix_a2f7aa9f0e46_t3_reference_031906d2cac28adde7f89947.png" ContentType="image/png"/>
  <Override PartName="/ppt/media/t4_prefix_21c719580f8e_t4_prefix_a2f7aa9f0e46_t3_reference_bef5e7d33655c75a3185167d.png" ContentType="image/png"/>
  <Override PartName="/ppt/media/t4_prefix_21c719580f8e_t4_prefix_a2f7aa9f0e46_t3_reference_7edf5427da0b4edbf70dbd03.png" ContentType="image/png"/>
  <Override PartName="/ppt/media/t4_prefix_21c719580f8e_t4_prefix_a2f7aa9f0e46_t3_reference_0eba8e38aff55bbdf5b5b3e3.png" ContentType="image/png"/>
  <Override PartName="/ppt/notesSlides/t4_prefix_21c719580f8e_t4_prefix_a2f7aa9f0e46_t3_reference_for_slide2.xml" ContentType="application/vnd.openxmlformats-officedocument.presentationml.notesSlide+xml"/>
  <Override PartName="/ppt/media/t4_prefix_21c719580f8e_t4_prefix_a2f7aa9f0e46_t3_reference_26d3f16e60b6958268157040.svg" ContentType="image/svg+xml"/>
  <Override PartName="/ppt/media/t4_prefix_21c719580f8e_t4_prefix_a2f7aa9f0e46_t3_reference_761ca645dc84de71c8d43c74.svg" ContentType="image/svg+xml"/>
  <Override PartName="/ppt/media/t4_prefix_21c719580f8e_t4_prefix_a2f7aa9f0e46_t3_reference_511826433d63e2834ed93e16.svg" ContentType="image/svg+xml"/>
  <Override PartName="/ppt/media/t4_prefix_21c719580f8e_t4_prefix_a2f7aa9f0e46_t3_reference_96d4b2b1112e43e4b078c0ef.svg" ContentType="image/svg+xml"/>
  <Override PartName="/ppt/notesSlides/t4_prefix_21c719580f8e_t4_prefix_a2f7aa9f0e46_t3_reference_for_slide3.xml" ContentType="application/vnd.openxmlformats-officedocument.presentationml.notesSlide+xml"/>
  <Override PartName="/ppt/media/t4_prefix_21c719580f8e_t4_prefix_a2f7aa9f0e46_t3_reference_30ed8fc11e3f95126e254723.png" ContentType="image/png"/>
  <Override PartName="/ppt/media/t4_prefix_21c719580f8e_t4_prefix_a2f7aa9f0e46_t3_reference_21be9c9c55cf70474f848f12.png" ContentType="image/png"/>
  <Override PartName="/ppt/notesSlides/t4_prefix_21c719580f8e_t4_prefix_a2f7aa9f0e46_t3_reference_for_slide4.xml" ContentType="application/vnd.openxmlformats-officedocument.presentationml.notesSlide+xml"/>
  <Override PartName="/ppt/media/t4_prefix_21c719580f8e_t4_prefix_a2f7aa9f0e46_t3_reference_39c9fa2bd7a3f8ad9e35db0d.svg" ContentType="image/svg+xml"/>
  <Override PartName="/ppt/media/t4_prefix_21c719580f8e_t4_prefix_a2f7aa9f0e46_t3_reference_3519d41b4a364dc37d943e8f.svg" ContentType="image/svg+xml"/>
  <Override PartName="/ppt/media/t4_prefix_21c719580f8e_t4_prefix_a2f7aa9f0e46_t4_b68796db1ac3656bfebabb53.svg" ContentType="image/svg+xml"/>
  <Override PartName="/ppt/media/t4_prefix_21c719580f8e_t4_prefix_a2f7aa9f0e46_image2.png" ContentType="image/png"/>
  <Override PartName="/ppt/media/t4_prefix_21c719580f8e_t4_prefix_a2f7aa9f0e46_image5.png" ContentType="image/png"/>
  <Override PartName="/ppt/notesSlides/t4_prefix_21c719580f8e_t4_prefix_a2f7aa9f0e46_notesSlide5.xml" ContentType="application/vnd.openxmlformats-officedocument.presentationml.notesSlide+xml"/>
  <Override PartName="/ppt/media/t4_prefix_21c719580f8e_t4_prefix_a2f7aa9f0e46_t4_a01eb22b5ecdfd9a2f074396.svg" ContentType="image/svg+xml"/>
  <Override PartName="/ppt/media/t4_prefix_21c719580f8e_t4_prefix_a2f7aa9f0e46_t4_0edcac1918780ba44e70a100.svg" ContentType="image/svg+xml"/>
  <Override PartName="/ppt/media/t4_prefix_21c719580f8e_t4_prefix_a2f7aa9f0e46_t4_7d03e02e61500f86eb080b0d.svg" ContentType="image/svg+xml"/>
  <Override PartName="/ppt/media/t4_prefix_21c719580f8e_t4_prefix_a2f7aa9f0e46_t4_click_90933bef116f790737104ee8eb8af44272d9d4f1fa6c78b65d77ce9e690ee7f7.png" ContentType="image/png"/>
  <Override PartName="/ppt/media/t4_prefix_21c719580f8e_t4_prefix_a2f7aa9f0e46_t4_click_d72245a883baa8172d60ee38ca0d1d8b5234a6786748785c0cb7b37749fff014.png" ContentType="image/png"/>
  <Override PartName="/ppt/media/t4_prefix_21c719580f8e_t4_prefix_a2f7aa9f0e46_t4_click_2bfd31a3cc2bd3bd7add5ccc2ab5c6cef1ce503fdbf65816f980580d65ccbdde.png" ContentType="image/png"/>
  <Override PartName="/ppt/media/t4_prefix_21c719580f8e_t4_prefix_a2f7aa9f0e46_t4_click_97d89702690c06279e55d99db913622768c760f1ac66e46a4a65cc0725356e81.png" ContentType="image/png"/>
  <Override PartName="/ppt/media/t4_prefix_21c719580f8e_t4_prefix_a2f7aa9f0e46_t4_click_0c52b95f5d875d43b507a82968b01a7f2f2c8fbebe6b7141d7581000b83ae561.png" ContentType="image/png"/>
  <Override PartName="/ppt/media/t4_prefix_21c719580f8e_t4_prefix_a2f7aa9f0e46_t4_click_8a64b4ab671cd30a031d325db6beb42748414a1586b83e2e1d993cd66637022e.png" ContentType="image/png"/>
  <Override PartName="/ppt/media/t4_prefix_21c719580f8e_t4_prefix_a2f7aa9f0e46_t4_click_21f7deec1f597bc001d8e29598680cfdb97c5356f5980179434d449b8a689946.png" ContentType="image/png"/>
  <Override PartName="/ppt/media/t4_prefix_21c719580f8e_t4_prefix_a2f7aa9f0e46_t4_click_6c04239125c89ddc455a8ff414e0a4fa3a595073979aa05418a42fdc72bdb81d.png" ContentType="image/png"/>
  <Override PartName="/ppt/media/t4_prefix_21c719580f8e_t4_prefix_a2f7aa9f0e46_t4_click_83f55f21ca0abad74b17550f8648fa664da1d0eda51ff0d23b7c5b43542f4e27.png" ContentType="image/png"/>
  <Override PartName="/ppt/media/t4_prefix_21c719580f8e_t4_prefix_a2f7aa9f0e46_t4_click_ab18b9a8efcb049f6ce319c1a033b84eb931217b69615c97a35efb0878e989de.png" ContentType="image/png"/>
  <Override PartName="/ppt/media/t4_prefix_21c719580f8e_t4_prefix_a2f7aa9f0e46_t4_click_17f4c9dc30904074982a5c89bec623c5113fc2ed1bfdcbdffd323ae2318ba5c2.png" ContentType="image/png"/>
  <Override PartName="/ppt/media/t4_prefix_21c719580f8e_t4_prefix_a2f7aa9f0e46_t4_click_96f50d8697d2244d3d52fa2a1828797088eaec11e223b27a9dbe7cf3a42df801.png" ContentType="image/png"/>
  <Override PartName="/ppt/media/t4_prefix_21c719580f8e_t4_prefix_a2f7aa9f0e46_t4_click_265fd8eed4115c2aa5d986f5002c616e3b8a0fc4cf102cfe6dc0d7e70c85590c.png" ContentType="image/png"/>
  <Override PartName="/ppt/media/t4_prefix_21c719580f8e_t4_prefix_a2f7aa9f0e46_t4_click_550e107c3aa332d24bac962c0fa3a74031c36cab7919642f6346b6fe5df2c123.png" ContentType="image/png"/>
  <Override PartName="/ppt/media/t4_prefix_21c719580f8e_t4_prefix_a2f7aa9f0e46_t4_click_87c8f3fc3395c8370d6aafd350a9ba37b383e20bda53bdec8f2bb4f50b440107.png" ContentType="image/png"/>
  <Override PartName="/ppt/media/t4_prefix_21c719580f8e_t4_prefix_a2f7aa9f0e46_t4_click_07eaf5036fea288236d03019fa098ec5c3cd63d574415e513e396c1c750e8380.png" ContentType="image/png"/>
  <Override PartName="/ppt/media/t4_prefix_21c719580f8e_t4_prefix_a2f7aa9f0e46_t4_click_0ec27e9173989f704548ec93e19950da7586fae52de9d44ef6a4902b291f3b55.png" ContentType="image/png"/>
  <Override PartName="/ppt/media/t4_prefix_21c719580f8e_t4_prefix_a2f7aa9f0e46_t4_click_042444b46e2ef9953dd96dc7763be5419fbe152dbc31ceb880590a81aec92dbc.png" ContentType="image/png"/>
  <Override PartName="/ppt/media/t4_prefix_21c719580f8e_t4_prefix_a2f7aa9f0e46_t4_click_9b4a8aa57717fb994927e4a31074a1331c5ef849b605e4dd0dd15b4668d7e955.png" ContentType="image/png"/>
  <Override PartName="/ppt/media/t4_prefix_21c719580f8e_t4_prefix_a2f7aa9f0e46_t4_click_40ea714c745461330504f2852d46ae19e892bd94e93fdb3664f97029238ce8c7.png" ContentType="image/png"/>
  <Override PartName="/ppt/media/t4_prefix_21c719580f8e_t4_prefix_a2f7aa9f0e46_t4_click_24ea5bdd0f808fbb71de2c59eefd699cf748c67e5c77f798d83415e8878ecf08.png" ContentType="image/png"/>
  <Override PartName="/ppt/media/t4_prefix_21c719580f8e_t4_prefix_a2f7aa9f0e46_t4_click_15d935d6aa2bde6bf509eefb6c44f34fcff41dab0f121bc12b40632c93abbf91.png" ContentType="image/png"/>
  <Override PartName="/ppt/media/t4_prefix_21c719580f8e_t4_prefix_a2f7aa9f0e46_t4_click_0c48818783f1b33c5c47f4a180931f21e3f0821685ce7b5d3e21afc32e1c33a7.png" ContentType="image/png"/>
  <Override PartName="/ppt/media/t4_prefix_21c719580f8e_t4_prefix_a2f7aa9f0e46_t4_click_d6b3ae6e22723cd361ab0ada656665b5c0935cf74edd02f7e607d04fd2e29085.png" ContentType="image/png"/>
  <Override PartName="/ppt/media/t4_prefix_21c719580f8e_t4_prefix_a2f7aa9f0e46_t4_click_9a796c86942520af3290cfbe3fd7c8d06b7e02e2797cd288253df7455b5b6b92.png" ContentType="image/png"/>
  <Override PartName="/ppt/media/t4_prefix_21c719580f8e_t4_prefix_a2f7aa9f0e46_t4_click_30ae082256aea4471d9bb2c8ca95610dab6359654b25c536fd8378cf199d3193.png" ContentType="image/png"/>
  <Override PartName="/ppt/media/t4_prefix_21c719580f8e_t4_prefix_a2f7aa9f0e46_t4_click_3d0f2349b1f9e714bfdd5ad4eb5e315a4e35ce49a91dfef0907137cea3c24a9a.png" ContentType="image/png"/>
  <Override PartName="/ppt/media/t4_prefix_21c719580f8e_t4_prefix_a2f7aa9f0e46_t4_click_b1e7b08b6946b645a020575e79a37368cc7e827b985a7583b8cd59a33a6dc555.png" ContentType="image/png"/>
  <Override PartName="/ppt/media/t4_prefix_21c719580f8e_t4_prefix_a2f7aa9f0e46_image17.png" ContentType="image/png"/>
  <Override PartName="/ppt/media/t4_prefix_21c719580f8e_t4_prefix_a2f7aa9f0e46_image21.png" ContentType="image/png"/>
  <Override PartName="/ppt/media/t4_prefix_21c719580f8e_t4_prefix_a2f7aa9f0e46_image22.png" ContentType="image/png"/>
  <Override PartName="/ppt/media/t4_prefix_21c719580f8e_t4_prefix_a2f7aa9f0e46_image42.png" ContentType="image/png"/>
  <Override PartName="/ppt/media/t4_prefix_21c719580f8e_t4_prefix_a2f7aa9f0e46_image43.png" ContentType="image/png"/>
  <Override PartName="/ppt/media/t4_prefix_21c719580f8e_t4_prefix_a2f7aa9f0e46_t4_click_48668cacc76ff4e98d8d8f47fb31ad023df51f507fcccb430356858e74d7a7a9.png" ContentType="image/png"/>
  <Override PartName="/ppt/media/t4_prefix_21c719580f8e_t4_prefix_a2f7aa9f0e46_t4_click_185cdd5475185fdfe63b9303f2cc534e4653d5de81e396989e73c2bdcf292e2d.png" ContentType="image/png"/>
  <Override PartName="/ppt/media/t4_prefix_21c719580f8e_t4_prefix_a2f7aa9f0e46_t4_click_22f4475fedd492189f4c877ab840eaec296ad1328fc3d1a4e29c031be96e04cc.png" ContentType="image/png"/>
  <Override PartName="/ppt/media/t4_prefix_21c719580f8e_t4_prefix_a2f7aa9f0e46_t4_click_6204a3ad0146a0b3b2c35894f2391411289859acfbe019a8e270f09b722c86d7.png" ContentType="image/png"/>
  <Override PartName="/ppt/media/t4_prefix_21c719580f8e_t4_prefix_a2f7aa9f0e46_t4_click_b204be9123ab637cc3ea9d3c15dcc627285504034f0a604c93fad17415ea680b.png" ContentType="image/png"/>
  <Override PartName="/ppt/media/t4_prefix_21c719580f8e_t4_prefix_a2f7aa9f0e46_t4_click_c4ce079fe8d66de3b8884da521962de71d1f815247ee678db1b2d40f66927f92.png" ContentType="image/png"/>
  <Override PartName="/ppt/media/t4_prefix_21c719580f8e_t4_prefix_a2f7aa9f0e46_t4_click_64a659fc7e4a18020895970da5c376d3f638db631e184529692c1595b066639c.png" ContentType="image/png"/>
  <Override PartName="/ppt/media/t4_prefix_21c719580f8e_t4_prefix_a2f7aa9f0e46_t4_click_8e9fdb93a276c234a5764b5c408c87b56eae26f98280b072ef16a81c3a15a337.png" ContentType="image/png"/>
  <Override PartName="/ppt/media/t4_prefix_21c719580f8e_t4_prefix_a2f7aa9f0e46_t4_click_b8c1e6be676156d20bb8b65f4a154906847a14e55bdd9482a9766e9abc89d0a1.png" ContentType="image/png"/>
  <Override PartName="/ppt/media/t4_prefix_21c719580f8e_t4_prefix_a2f7aa9f0e46_t4_click_0bb9cdd4487a1ece62a79a0be446b848321577a6cd34ef76585adade0f64a729.png" ContentType="image/png"/>
  <Override PartName="/ppt/media/t4_prefix_21c719580f8e_t4_prefix_a2f7aa9f0e46_t4_click_ba39d5ce77b19fb2e49a62ff497c2a0e2f05179a46cda480663733c1bbf8c136.png" ContentType="image/png"/>
  <Override PartName="/ppt/media/t4_prefix_21c719580f8e_t4_prefix_a2f7aa9f0e46_t4_click_a554c94f5f883a192b9a6303cb53ceb6b7e0843694196bc3260e42da2ce054f3.png" ContentType="image/png"/>
  <Override PartName="/ppt/media/t4_prefix_21c719580f8e_t4_prefix_a2f7aa9f0e46_t4_click_65ffe508a27dcf55615cdacf06339f73b05236817770cb6de1b528159d7b10ce.png" ContentType="image/png"/>
  <Override PartName="/ppt/media/t4_prefix_21c719580f8e_t4_prefix_a2f7aa9f0e46_t4_click_dff0e37077e0e6389726328dd48bb04fb6ed963510f90a624704e33b8726d219.png" ContentType="image/png"/>
  <Override PartName="/ppt/media/t4_prefix_21c719580f8e_t4_prefix_a2f7aa9f0e46_t4_click_babb1aab8d46a931eabb68eca089580d929f1467acaa61c87b8b2295bb3a476d.png" ContentType="image/png"/>
  <Override PartName="/ppt/media/t4_prefix_21c719580f8e_t4_prefix_a2f7aa9f0e46_t4_click_566532c65de176cc408e26c2e8560eb1e6ef7b2cd1b10e17f3ee2e3b417ba955.png" ContentType="image/png"/>
  <Override PartName="/ppt/media/t4_prefix_21c719580f8e_t4_prefix_a2f7aa9f0e46_t4_click_ea25652ff9418ca366cdad70f728aaeb714bce97493bc29e4bbea53f02056d51.png" ContentType="image/png"/>
  <Override PartName="/ppt/media/t4_prefix_21c719580f8e_t4_prefix_a2f7aa9f0e46_t4_click_a044847dd5d54ea8e1381c7bfdec8af7a3cdd92f11a9a3e6af316d6335957218.png" ContentType="image/png"/>
  <Override PartName="/ppt/media/t4_prefix_21c719580f8e_t4_prefix_a2f7aa9f0e46_t4_click_247086a43ed086245860006bb96502ef78602c8deb034b0b744207099ae58fa0.png" ContentType="image/png"/>
  <Override PartName="/ppt/media/t4_prefix_21c719580f8e_t4_prefix_a2f7aa9f0e46_t4_click_5513c1bedbef886a113f6b7395c474c99ae0f6342d01d8b6d25474f5bf796846.png" ContentType="image/png"/>
  <Override PartName="/ppt/media/t4_prefix_21c719580f8e_t4_prefix_a2f7aa9f0e46_t4_click_c3d0eb6b22a13127ea6391384d85ff8bc857ce0823f6fbdbf9b44eb0aeefde6d.png" ContentType="image/png"/>
  <Override PartName="/ppt/media/t4_prefix_21c719580f8e_t4_prefix_a2f7aa9f0e46_t4_click_b810c67b52bb6f8027196061894b500423f7d08edcdafebb02256c196017c79b.png" ContentType="image/png"/>
  <Override PartName="/ppt/media/t4_prefix_21c719580f8e_t4_prefix_a2f7aa9f0e46_t4_click_97471041815b78e7a824a8b456718a61736b477aee8580cb54b495f8496e9d76.png" ContentType="image/png"/>
  <Override PartName="/ppt/media/t4_prefix_21c719580f8e_t4_prefix_a2f7aa9f0e46_t4_click_00a4807e3abd89fd7b8452e5d139a5f86f176e2302876469d4ee7db7267d23a3.png" ContentType="image/png"/>
  <Override PartName="/ppt/media/t4_prefix_21c719580f8e_t4_prefix_a2f7aa9f0e46_t4_click_fd8b74c7471a49b5595455f6404887e588c60c5705c57b3c263591bc84dcbedb.png" ContentType="image/png"/>
  <Override PartName="/ppt/media/t4_prefix_21c719580f8e_t4_prefix_a2f7aa9f0e46_t4_click_fd5b4827d0b0355cdb024855c2dd893b1fceb7cdc7881a45e20346de8ee7f859.png" ContentType="image/png"/>
  <Override PartName="/ppt/media/t4_prefix_21c719580f8e_t4_prefix_a2f7aa9f0e46_t4_click_1f3f78b587277e30d9cbbeb2c0bb0a8d041970ac3a37456c8695c0167db40a1c.png" ContentType="image/png"/>
  <Override PartName="/ppt/media/t4_prefix_21c719580f8e_t4_prefix_a2f7aa9f0e46_t4_click_1a6badd295fe38266731d249d1ae264d355213ad3a278a6d970bacfef25cacd8.png" ContentType="image/png"/>
  <Override PartName="/ppt/media/t4_prefix_21c719580f8e_t4_prefix_a2f7aa9f0e46_t4_click_6dbb73f6a2b3500e7dc8737fb757bf41ae8197c87202f0aef9ee291d9728e0c2.png" ContentType="image/png"/>
  <Override PartName="/ppt/media/t4_prefix_21c719580f8e_t4_prefix_a2f7aa9f0e46_t4_click_070758ac552c3d0408778a92eb30061de55e0d1985da92ba8e713b89b541e01f.png" ContentType="image/png"/>
  <Override PartName="/ppt/media/t4_prefix_21c719580f8e_t4_prefix_a2f7aa9f0e46_t4_click_41b12ae85c84e0547f9d5b9359df1d2c9aa64232b20134a5eb6614ecbfdec04f.png" ContentType="image/png"/>
  <Override PartName="/ppt/media/t4_prefix_21c719580f8e_t4_prefix_a2f7aa9f0e46_t4_click_7c2da9955c5b034bfd7327c9349eb04ef469334b3ec583be3619fee90ca1793e.png" ContentType="image/png"/>
  <Override PartName="/ppt/media/t4_prefix_21c719580f8e_t4_prefix_a2f7aa9f0e46_t4_click_c7744e9eb3f1542b7f7056e3406f51f77a9a67e816f5e3264eda7a6d72ad074d.png" ContentType="image/png"/>
  <Override PartName="/ppt/media/t4_prefix_21c719580f8e_t4_prefix_a2f7aa9f0e46_t4_click_e627022f9da894e11ead5062e0ceedbfa1f45031b4a8dbac470811baf8a1ee92.png" ContentType="image/png"/>
  <Override PartName="/ppt/media/t4_prefix_21c719580f8e_t4_prefix_a2f7aa9f0e46_t4_click_f517857ae5a615f33e94e47f8d3737df13d50791b34ef7351842f1c193b9d78c.png" ContentType="image/png"/>
  <Override PartName="/ppt/media/t4_prefix_21c719580f8e_t4_prefix_a2f7aa9f0e46_t4_click_e8995a7bf114e11673179aa33cfd40598c261dab825eaf963d2bf14f54f4f65e.png" ContentType="image/png"/>
  <Override PartName="/ppt/media/t4_prefix_21c719580f8e_t4_prefix_a2f7aa9f0e46_t4_click_599c37e318db67d544e3ed9088feec08ec8c5de135d06efc73343a3d323a74a5.png" ContentType="image/png"/>
  <Override PartName="/ppt/media/t4_prefix_21c719580f8e_t4_prefix_a2f7aa9f0e46_t4_click_5950192189e8accd02983027f9682dceb3d4bcf13d97e7b2afee0d3c0c9c1ea5.png" ContentType="image/png"/>
  <Override PartName="/ppt/media/t4_prefix_21c719580f8e_t4_prefix_a2f7aa9f0e46_t4_click_89806f8286e35e35c2146c3dafd27984c77e3a8d969d8f0fda7295b9aea52ba1.png" ContentType="image/png"/>
  <Override PartName="/ppt/media/t4_prefix_21c719580f8e_t4_prefix_a2f7aa9f0e46_t4_click_deec230322a54cde3e3de28d184500e25ccfdf7dc8dabd967fb82c6596770028.png" ContentType="image/png"/>
  <Override PartName="/ppt/media/t4_prefix_21c719580f8e_t4_prefix_a2f7aa9f0e46_image52.png" ContentType="image/png"/>
  <Override PartName="/ppt/media/t4_prefix_21c719580f8e_t4_prefix_a2f7aa9f0e46_image57.png" ContentType="image/png"/>
  <Override PartName="/ppt/media/t4_prefix_21c719580f8e_t4_prefix_a2f7aa9f0e46_t4_66d2076dffc94f6f1ddf7957.svg" ContentType="image/svg+xml"/>
  <Override PartName="/ppt/media/t4_prefix_21c719580f8e_t4_prefix_a2f7aa9f0e46_t4_bb51755be4702c06a87f9550.svg" ContentType="image/svg+xml"/>
  <Override PartName="/ppt/media/t4_prefix_21c719580f8e_t4_prefix_a2f7aa9f0e46_image96.png" ContentType="image/png"/>
  <Override PartName="/ppt/media/t4_prefix_21c719580f8e_t4_prefix_a2f7aa9f0e46_image107.png" ContentType="image/png"/>
  <Override PartName="/ppt/media/t4_prefix_21c719580f8e_t4_prefix_a2f7aa9f0e46_image111.png" ContentType="image/png"/>
  <Override PartName="/ppt/media/t4_prefix_21c719580f8e_t4_prefix_a2f7aa9f0e46_image112.png" ContentType="image/png"/>
  <Override PartName="/ppt/media/t4_prefix_21c719580f8e_t4_prefix_a2f7aa9f0e46_image113.png" ContentType="image/png"/>
  <Override PartName="/ppt/notesSlides/t4_prefix_21c719580f8e_t4_prefix_a2f7aa9f0e46_notesSlide18.xml" ContentType="application/vnd.openxmlformats-officedocument.presentationml.notesSlide+xml"/>
  <Override PartName="/ppt/media/t4_prefix_21c719580f8e_t4_prefix_a2f7aa9f0e46_t4_9e81dba12d0c3b48854b3ac4.svg" ContentType="image/svg+xml"/>
  <Override PartName="/ppt/media/t4_prefix_21c719580f8e_t4_prefix_a2f7aa9f0e46_t4_9d0d115da3bf7255b9424f0b.svg" ContentType="image/svg+xml"/>
  <Override PartName="/ppt/media/t4_prefix_21c719580f8e_t4_prefix_a2f7aa9f0e46_t4_d6c3cdd5b40feb927462b2db.svg" ContentType="image/svg+xml"/>
  <Override PartName="/ppt/media/t4_prefix_21c719580f8e_t4_prefix_a2f7aa9f0e46_t4_click_4039822b3c9b234ec24188335c229ddd53cdfc93a025a3e25b70a568f5057269.png" ContentType="image/png"/>
  <Override PartName="/ppt/media/t4_prefix_21c719580f8e_t4_prefix_a2f7aa9f0e46_t4_click_aee5c18240f52cd27513dd577beccab2fca052d1c548447554fee40eaf5e637f.png" ContentType="image/png"/>
  <Override PartName="/ppt/media/t4_prefix_21c719580f8e_t4_prefix_a2f7aa9f0e46_t4_click_7f1266c6a107933cd8d9fc97f476191fddbb6f228c6096db99b021ac1bc32381.png" ContentType="image/png"/>
  <Override PartName="/ppt/media/t4_prefix_21c719580f8e_t4_prefix_a2f7aa9f0e46_t4_click_bbe6c7a6ad9637223ca884c0110dfe35fc0e6d745edc4f198fe5034eeb66e06a.png" ContentType="image/png"/>
  <Override PartName="/ppt/media/t4_prefix_21c719580f8e_t4_prefix_a2f7aa9f0e46_t4_click_cc79a0a231ca5132a0b41392796224491084a1f3799c0aa367713c5603882c8a.png" ContentType="image/png"/>
  <Override PartName="/ppt/media/t4_prefix_21c719580f8e_t4_prefix_a2f7aa9f0e46_t4_click_88dd65a68c7850014724b87afc9552b499445a4f84cf1d5a597d357092984055.png" ContentType="image/png"/>
  <Override PartName="/ppt/media/t4_prefix_21c719580f8e_t4_prefix_a2f7aa9f0e46_t4_click_37974c848c270e0e466ec065523e5b97e99c6d457d15244ac3bfd309de3b83dc.png" ContentType="image/png"/>
  <Override PartName="/ppt/media/t4_prefix_21c719580f8e_t4_prefix_a2f7aa9f0e46_t4_click_d7b9cc38b5e41d828f44673929fa1b9122ee662a6fb565a4924f862770d42b03.png" ContentType="image/png"/>
  <Override PartName="/ppt/media/t4_prefix_21c719580f8e_t4_prefix_a2f7aa9f0e46_t4_click_dfa4f67b379f342a9ab70b718a0df2d19ff4c94a20310893ff7097196867a997.png" ContentType="image/png"/>
  <Override PartName="/ppt/media/t4_prefix_21c719580f8e_t4_prefix_a2f7aa9f0e46_image114.png" ContentType="image/png"/>
  <Override PartName="/ppt/media/t4_prefix_21c719580f8e_t4_prefix_a2f7aa9f0e46_image119.png" ContentType="image/png"/>
  <Override PartName="/ppt/notesSlides/t4_prefix_21c719580f8e_t4_prefix_a2f7aa9f0e46_notesSlide19.xml" ContentType="application/vnd.openxmlformats-officedocument.presentationml.notesSlide+xml"/>
  <Override PartName="/ppt/media/t4_prefix_21c719580f8e_t4_prefix_a2f7aa9f0e46_t4_d05f5bace222664c6397cd25.svg" ContentType="image/svg+xml"/>
  <Override PartName="/ppt/media/t4_prefix_21c719580f8e_t4_prefix_a2f7aa9f0e46_t4_click_318c1cb00f507ff5331bd1a7992b77328a4ffd5696c8c42e17ab6094f75e75ca.png" ContentType="image/png"/>
  <Override PartName="/ppt/media/t4_prefix_21c719580f8e_t4_prefix_a2f7aa9f0e46_t4_click_46631b1c5235808932380065678b8dcb3e2abae64eaba6ec22b14cdb6d1e5f32.png" ContentType="image/png"/>
  <Override PartName="/ppt/media/t4_prefix_21c719580f8e_t4_prefix_a2f7aa9f0e46_t4_click_443551487877fe422b10a9fa62bf3433536bb6878ddafce5f24a521fe54e3a29.png" ContentType="image/png"/>
  <Override PartName="/ppt/media/t4_prefix_21c719580f8e_t4_prefix_a2f7aa9f0e46_t4_click_7ed7e72b18667dde6e6f8eb965f021cc7e4d658dbc2891c584edcbfa2ae1759e.png" ContentType="image/png"/>
  <Override PartName="/ppt/media/t4_prefix_21c719580f8e_t4_prefix_a2f7aa9f0e46_t4_click_4c8c7f82c4461bd4fe11ffc874a1ba669d37070f288593010dd5bcb5a260e59b.png" ContentType="image/png"/>
  <Override PartName="/ppt/media/t4_prefix_21c719580f8e_t4_prefix_a2f7aa9f0e46_t4_click_bd9339063e459ec02d4bf0356cc711ada2afafece040cd3607afa7945597e67b.png" ContentType="image/png"/>
  <Override PartName="/ppt/media/t4_prefix_21c719580f8e_t4_prefix_a2f7aa9f0e46_t4_click_667e7ae66485784010c01b1185847059f98c311b3d7ac05450258cb36ba1868f.png" ContentType="image/png"/>
  <Override PartName="/ppt/media/t4_prefix_21c719580f8e_t4_prefix_a2f7aa9f0e46_t4_click_cce6c05ad24e4df0636fabb89c6095478623a3ed012592b5607fefe2f52902c4.png" ContentType="image/png"/>
  <Override PartName="/ppt/media/t4_prefix_21c719580f8e_t4_prefix_a2f7aa9f0e46_t4_click_9271e312332f1c7e98c90436d83f603be976ab7903131853b428ce01cc6ca0b9.png" ContentType="image/png"/>
  <Override PartName="/ppt/media/t4_prefix_21c719580f8e_t4_prefix_a2f7aa9f0e46_image123.png" ContentType="image/png"/>
  <Override PartName="/ppt/notesSlides/t4_prefix_21c719580f8e_t4_prefix_a2f7aa9f0e46_notesSlide20.xml" ContentType="application/vnd.openxmlformats-officedocument.presentationml.notesSlide+xml"/>
  <Override PartName="/ppt/media/t4_prefix_21c719580f8e_t4_prefix_a2f7aa9f0e46_t4_7879cd61041524e37dab97d5.svg" ContentType="image/svg+xml"/>
  <Override PartName="/ppt/slides/pam_process_1.xml" ContentType="application/vnd.openxmlformats-officedocument.presentationml.slide+xml"/>
  <Override PartName="/ppt/slideLayouts/pam_process_2300fbb688968eeb_t3_reference_methods_slideLayout1.xml" ContentType="application/vnd.openxmlformats-officedocument.presentationml.slideLayout+xml"/>
  <Override PartName="/ppt/slideMasters/pam_process_ce3126bafaead60f_t3_reference_methods_slideMaster1.xml" ContentType="application/vnd.openxmlformats-officedocument.presentationml.slideMaster+xml"/>
  <Override PartName="/ppt/slideMasters/theme/pam_process_8b500abccb3a8606_t3_reference_methods_theme2.xml" ContentType="application/vnd.openxmlformats-officedocument.theme+xml"/>
  <Override PartName="/ppt/notesMasters/theme/pam_process_e86eeee157d8ac86_theme3.xml" ContentType="application/vnd.openxmlformats-officedocument.theme+xml"/>
  <Override PartName="/ppt/slides/pam_process_2.xml" ContentType="application/vnd.openxmlformats-officedocument.presentationml.slide+xml"/>
  <Override PartName="/ppt/media/pam_process_aee3e3741cefdf1f_image11.png" ContentType="image/png"/>
  <Override PartName="/ppt/media/pam_process_3d4b1f7af188cef0_image18.png" ContentType="image/png"/>
  <Override PartName="/ppt/media/pam_process_4c068c9ea0e0f6e0_image19.png" ContentType="image/png"/>
  <Override PartName="/ppt/media/pam_process_a54febadb59e6ed0_image21.png" ContentType="image/png"/>
  <Override PartName="/ppt/media/pam_process_3ea9a9c955f60d7d_image23.png" ContentType="image/png"/>
  <Override PartName="/ppt/slides/pam_process_5.xml" ContentType="application/vnd.openxmlformats-officedocument.presentationml.slide+xml"/>
  <Override PartName="/ppt/media/pam_process_508b52a5b8f54b2a_image51.png" ContentType="image/png"/>
  <Override PartName="/ppt/media/pam_process_ab4a450fc91d852f_image57.png" ContentType="image/png"/>
  <Override PartName="/ppt/media/pam_process_c4dbf0bde2aa528e_image58.png" ContentType="image/png"/>
  <Override PartName="/ppt/media/pam_process_edb1b3544180da39_image60.png" ContentType="image/png"/>
  <Override PartName="/ppt/media/pam_process_1cb7d5b6690b0745_image61.png" ContentType="image/png"/>
  <Override PartName="/ppt/media/pam_process_973bf90fdf73c588_image62.png" ContentType="image/png"/>
  <Override PartName="/ppt/slides/pam_process_11.xml" ContentType="application/vnd.openxmlformats-officedocument.presentationml.slide+xml"/>
  <Override PartName="/ppt/slideLayouts/pam_r2_2300fbb688968eeb_t3_reference_methods_slideLayout1.xml" ContentType="application/vnd.openxmlformats-officedocument.presentationml.slideLayout+xml"/>
  <Override PartName="/ppt/slideMasters/pam_r2_ce3126bafaead60f_t3_reference_methods_slideMaster1.xml" ContentType="application/vnd.openxmlformats-officedocument.presentationml.slideMaster+xml"/>
  <Override PartName="/ppt/slideMasters/theme/pam_r2_8b500abccb3a8606_t3_reference_methods_theme2.xml" ContentType="application/vnd.openxmlformats-officedocument.theme+xml"/>
  <Override PartName="/ppt/media/pam_r2_f207d25b9db19c2b_image.png" ContentType="image/png"/>
  <Override PartName="/ppt/media/pam_r2_3228d177571cec9e_image2.png" ContentType="image/png"/>
  <Override PartName="/ppt/media/pam_r2_2c67550006c3667c_image3.png" ContentType="image/png"/>
  <Override PartName="/ppt/media/pam_r2_4d70cfc2e0b09baa_image4.png" ContentType="image/png"/>
  <Override PartName="/ppt/notesSlides/pam_r2_af1b23e2fdb35fcb_notesSlide1.xml" ContentType="application/vnd.openxmlformats-officedocument.presentationml.notesSlide+xml"/>
  <Override PartName="/ppt/notesMasters/theme/pam_r2_e86eeee157d8ac86_theme3.xml" ContentType="application/vnd.openxmlformats-officedocument.theme+xml"/>
  <Override PartName="/ppt/media/pam_r2_bc4e5103fd61d776_image5.png" ContentType="image/png"/>
  <Override PartName="/ppt/media/pam_r2_9ae9c634c495b718_image6.png" ContentType="image/png"/>
  <Override PartName="/ppt/notesSlides/pam_r2_3eae6a00bb190a72_notesSlide2.xml" ContentType="application/vnd.openxmlformats-officedocument.presentationml.notesSlide+xml"/>
  <Override PartName="/ppt/media/pam_r2_d5e6af20b30b347d_t4_click_d5e6af20b30b347d2fc2b7380043999250917736426d1865d81e99077a142bbf.png" ContentType="image/png"/>
  <Override PartName="/ppt/media/pam_r2_b6a4f90ea11ae03c_t4_click_b6a4f90ea11ae03cb3c5ff53d0c111fa04102250e013d189a3ae86c17e6e329a.png" ContentType="image/png"/>
  <Override PartName="/ppt/media/pam_r2_4cbe96ac81127b74_t4_click_4cbe96ac81127b747a6a895579957dc6119b4634a17501d8e2c9521f920ac342.png" ContentType="image/png"/>
  <Override PartName="/ppt/media/pam_r2_dc279283fe5c2d6f_t4_click_dc279283fe5c2d6f3aa16fc49cec217363fa36fba382b72b035b114be8ad37ff.png" ContentType="image/png"/>
  <Override PartName="/ppt/media/pam_r2_545d593f4a42f3e9_t4_click_545d593f4a42f3e93fa2a96bac90a4c4d2e1c3a74b81e7dbf2fa1cee16c1bd6d.png" ContentType="image/png"/>
  <Override PartName="/ppt/media/pam_r2_f8a202c97ca89b69_t4_click_f8a202c97ca89b693b1eebf9ec594e3a675631fa62b31210b6a166dc6da82966.png" ContentType="image/png"/>
  <Override PartName="/ppt/media/pam_r2_71a736cdd70229e9_t4_click_71a736cdd70229e92ff1eb784875e2cdddcf250676694b86bca11b60f2c9bba9.png" ContentType="image/png"/>
  <Override PartName="/ppt/media/pam_r2_2d617205a1e21633_t4_click_2d617205a1e216332180a6ea56afec490442615a7b5ff547811a5b51cb8f39ba.png" ContentType="image/png"/>
  <Override PartName="/ppt/media/pam_r2_00a789a17bceff3c_t4_click_00a789a17bceff3cb3e00bf9173ae95270de22a95c5c10a1c3e77cc41fc1d0d1.png" ContentType="image/png"/>
  <Override PartName="/ppt/media/pam_r2_ec367ead1e93820f_t4_click_ec367ead1e93820f804276f97f7c5c637e2053d3a05a168a56fb28d52fcd611e.png" ContentType="image/png"/>
  <Override PartName="/ppt/media/pam_r2_2c48282c4a55db8f_t4_click_2c48282c4a55db8fcfabc8205d08bfd112f1a002e35c8b0b17d47116d0a8ecdb.png" ContentType="image/png"/>
  <Override PartName="/ppt/media/pam_r2_e18eef4dc3e5334a_t4_click_e18eef4dc3e5334a19c2eae48c7beae36391d39959ec3437c6d99fe37e55654e.png" ContentType="image/png"/>
  <Override PartName="/ppt/media/pam_r2_74b059c16dbb154b_t4_click_74b059c16dbb154b5d2104037a787b9e69255ede93cd6cefb88d593345b96e44.png" ContentType="image/png"/>
  <Override PartName="/ppt/media/pam_r2_01185b58b0f1c29e_t4_click_01185b58b0f1c29eff6176e81cd07b94703ce1b68789819c63a0d1bbccc7b86d.png" ContentType="image/png"/>
  <Override PartName="/ppt/media/pam_r2_30eb2de92c1065f6_t4_click_30eb2de92c1065f6e062cea8a60b241e6ed3c82bf2195c20909d1b3e7e5a4b5f.png" ContentType="image/png"/>
  <Override PartName="/ppt/media/pam_r2_65c6f032ed5d6bcd_t4_click_65c6f032ed5d6bcdd58b797e8aca02a93056fc6a75dd83a7d358213d1b694108.png" ContentType="image/png"/>
  <Override PartName="/ppt/media/pam_r2_8c734d0e413e8a69_t4_click_8c734d0e413e8a69407b91f5a9a74b0641d9d809135e6c69676d3651aba18015.png" ContentType="image/png"/>
  <Override PartName="/ppt/media/pam_r2_2258fb7caf76636f_t4_click_2258fb7caf76636f4a77c4be3df7d9296cd8d0ba16beb07e80e3d4674d376c15.png" ContentType="image/png"/>
  <Override PartName="/ppt/media/pam_r2_6769e8e3384cf41e_t4_click_6769e8e3384cf41e00d4340c0067728d889f694022921bf641b726bea3825a5d.png" ContentType="image/png"/>
  <Override PartName="/ppt/media/pam_r2_3d7cf5c28f6e3fdd_t4_click_3d7cf5c28f6e3fdd2fe0e95cb1ed0ac2bff37ac20b3fca4cfef96c76e4403fe1.png" ContentType="image/png"/>
  <Override PartName="/ppt/media/pam_r2_3c390432effbd7b6_t4_click_3c390432effbd7b602493d48fadc5659fe056b08e18dbeab6c1c09772e28204e.png" ContentType="image/png"/>
  <Override PartName="/ppt/media/pam_r2_0831959e14ed037f_t4_click_0831959e14ed037fb76fba4455fabdca5e115e94d4e9ecfdfcc02dd3216f950f.png" ContentType="image/png"/>
  <Override PartName="/ppt/media/pam_r2_4983a4aea587e3ed_t4_click_4983a4aea587e3ed5d7f6c8d1225955d46dd1dfd9c64e34c0dd32f70e1fbb167.png" ContentType="image/png"/>
  <Override PartName="/ppt/media/pam_r2_3b9fc607652f2df2_t4_click_3b9fc607652f2df2b1d9e7eee64da4b7ceff454b9fc50e2cd3c827efb9161d68.png" ContentType="image/png"/>
  <Override PartName="/ppt/media/pam_r2_e1ecc519d54b62ae_t4_click_e1ecc519d54b62aeed824039d6adc424a7dfc7738b85bdac1c7a29ae24ee6796.png" ContentType="image/png"/>
  <Override PartName="/ppt/media/pam_r2_b8da035883f5652d_t4_click_b8da035883f5652d4a803a6fff8a42e1dbb8f0e06917d26cffc4fcdea77f4ab8.png" ContentType="image/png"/>
  <Override PartName="/ppt/media/pam_r2_032e41be6f681258_t4_click_032e41be6f6812581fb42b71c2467fbd9a4841a38fd70ca795c10b05b8c298a1.png" ContentType="image/png"/>
  <Override PartName="/ppt/media/pam_r2_59e89493d6b230d1_t4_click_59e89493d6b230d12adae51f0fbbe5ca6411df002df6f280c3ae9acea28f1d03.png" ContentType="image/png"/>
  <Override PartName="/ppt/media/pam_r2_f00946b5f43f410d_t4_click_f00946b5f43f410d570e76b37169433ce721657444e89a01dbdbe0d2ac81ff45.png" ContentType="image/png"/>
  <Override PartName="/ppt/media/pam_r2_618df1e4679b71f7_t4_click_618df1e4679b71f751812f42c00f25a6af78fc98fc7e6488243e4cfa4a44ef39.png" ContentType="image/png"/>
  <Override PartName="/ppt/media/pam_r2_9c92f5fb8eb27e45_t4_click_9c92f5fb8eb27e4575c7e79fec05e6827999a5e301d34f0c1ad6640e3f52b117.png" ContentType="image/png"/>
  <Override PartName="/ppt/media/pam_r2_06fb2fbf8c6d7d37_t4_click_06fb2fbf8c6d7d3710598aeb5abf75eccec8d55f2f4de48afc1876fcbd34e1ee.png" ContentType="image/png"/>
  <Override PartName="/ppt/media/pam_r2_375972008773ad4d_image21.png" ContentType="image/png"/>
  <Override PartName="/ppt/slides/pam_r2_7.xml" ContentType="application/vnd.openxmlformats-officedocument.presentationml.slide+xml"/>
  <Override PartName="/ppt/media/pam_r2_a8a67e9c3409aeee_image30.png" ContentType="image/png"/>
  <Override PartName="/ppt/media/pam_r2_585305716919e849_t4_click_585305716919e8492680f93af44bba0d5e12160e297ac0f90f74ab225417c779.png" ContentType="image/png"/>
  <Override PartName="/ppt/media/pam_r2_61e151cd4ea6c533_t4_click_61e151cd4ea6c5332252ee400e219a1ea3d839ba0b2c4ef0f4cba4eb36f5e7e3.png" ContentType="image/png"/>
  <Override PartName="/ppt/media/pam_r2_f14444faf830d232_t4_click_f14444faf830d232f5a6d0718be0aeeded50f11592dcce7fcb5b5bbcf1aa1892.png" ContentType="image/png"/>
  <Override PartName="/ppt/media/pam_r2_19797279f465699d_t4_click_19797279f465699d007e5c85b9554b4f6d48f691f8508d73dfffa8c25d65c640.png" ContentType="image/png"/>
  <Override PartName="/ppt/media/pam_r2_840df2a36213f432_t4_click_840df2a36213f432a492f564f4fce86b080f31135920e15dd4bb7d0d93bcec7f.png" ContentType="image/png"/>
  <Override PartName="/ppt/media/pam_r2_db69644ba3bc316a_t4_click_db69644ba3bc316a0472bb7250c9d1735462b3a4d2c1655f5b72a7a87a313710.png" ContentType="image/png"/>
  <Override PartName="/ppt/media/pam_r2_19ae78920607e222_t4_click_19ae78920607e222f575b7ca359ba1b4aec7b4f9a7a5bc86f95e5a73f2c93651.png" ContentType="image/png"/>
  <Override PartName="/ppt/media/pam_r2_31a90e999774e672_t4_click_31a90e999774e67231088df07084509f226cb9c32a7ff6b36166670ebb856cfd.png" ContentType="image/png"/>
  <Override PartName="/ppt/media/pam_r2_6dc40adf3f8c0710_t4_click_6dc40adf3f8c0710acff5f7879dc3cdd6ea97d92503ca5e7364ab81e50b9bcaa.png" ContentType="image/png"/>
  <Override PartName="/ppt/media/pam_r2_7fd41a8ddb740db2_t4_click_7fd41a8ddb740db2c456ad3c8d551d66599d83454f3cc5e9d4d0d7341e54470c.png" ContentType="image/png"/>
  <Override PartName="/ppt/media/pam_r2_e858f9d3181218ff_t4_click_e858f9d3181218ffac153c18a05cd135f2a16b61d6d42b57ea4219ed611b15c4.png" ContentType="image/png"/>
  <Override PartName="/ppt/media/pam_r2_96b9f3033d951e36_t4_click_96b9f3033d951e366c5b07a6c639f53a13319aa22386140eba04277d359621eb.png" ContentType="image/png"/>
  <Override PartName="/ppt/media/pam_r2_52aa2b1d4e2a4fba_t4_click_52aa2b1d4e2a4fba6caf55f1891cdb69b024da845189579159078fe546b5c426.png" ContentType="image/png"/>
  <Override PartName="/ppt/media/pam_r2_bec830c1c817db05_t4_click_bec830c1c817db052d7919a8b01906f14909f37c17e6c582dcacb0dbdeffd48d.png" ContentType="image/png"/>
  <Override PartName="/ppt/media/pam_r2_81aec954c922e62b_t4_click_81aec954c922e62b916bd3dbe199cea7d18b0a9e85b3c845b6bae2435d9aafe1.png" ContentType="image/png"/>
  <Override PartName="/ppt/media/pam_r2_d49719da6c7a67b4_t4_click_d49719da6c7a67b41b40a2011bf8357aa65886305f83b7e85e92edd94f7b1540.png" ContentType="image/png"/>
  <Override PartName="/ppt/media/pam_r2_32ce26927f41833c_t4_click_32ce26927f41833cf9f67de13f39a4429035b5865c2609ccb2aaa7515655c389.png" ContentType="image/png"/>
  <Override PartName="/ppt/media/pam_r2_20d20ecc748e584c_t4_click_20d20ecc748e584cfc2632bedf65cfcd39c35167734aa9e9b0670f9091e8d3b7.png" ContentType="image/png"/>
  <Override PartName="/ppt/media/pam_r2_bffbaf8450d7accf_t4_click_bffbaf8450d7accfde0d3bbeb4a4b0271c5d7b58a697a6e6d6ebe5e2ec976dfc.png" ContentType="image/png"/>
  <Override PartName="/ppt/media/pam_r2_6e54d14b02fe4ca0_t4_click_6e54d14b02fe4ca0c18ea8c0ce9322299e9f365cc3506068b032185cb8e9284b.png" ContentType="image/png"/>
  <Override PartName="/ppt/media/pam_r2_48a1039a0affb501_t4_click_48a1039a0affb5016cca045ae89ca5f97ea151bbb034718d609f6c617eaee9ea.png" ContentType="image/png"/>
  <Override PartName="/ppt/media/pam_r2_57720f8e697eebf8_t4_click_57720f8e697eebf8f43d7dc0a9dc623b2b1c5efae1ce92eeb09c30cde0fe2022.png" ContentType="image/png"/>
  <Override PartName="/ppt/media/pam_r2_2456e809ba4c9495_t4_click_2456e809ba4c949571dad2dc26dbd99f100a28a4818666b8ab8d8e02980d1cde.png" ContentType="image/png"/>
  <Override PartName="/ppt/media/pam_r2_a8135f6b2e56c9f7_t4_click_a8135f6b2e56c9f7d1099ff3d79402c053200ecb4b2f1689070533c6bad70a93.png" ContentType="image/png"/>
  <Override PartName="/ppt/media/pam_r2_9be9784c5f8ead8e_t4_click_9be9784c5f8ead8e2ad1281be0fda36dc05334c48b8f99bb1d6bc309d124898c.png" ContentType="image/png"/>
  <Override PartName="/ppt/media/pam_r2_debf3671b91c30ac_t4_click_debf3671b91c30ac8ea6cb4b102f927729c766d0c60e225dff0e39d31a5a695f.png" ContentType="image/png"/>
  <Override PartName="/ppt/media/pam_r2_9272ec35080e6edd_t4_click_9272ec35080e6edd63925962ff079d2297e307955541f791e3788951364e8e22.png" ContentType="image/png"/>
  <Override PartName="/ppt/media/pam_r2_9ada0c8e1dbbe329_t4_click_9ada0c8e1dbbe3293b25bd47eaf587e80b4be43daaf7a1b17825b6fa4145a22d.png" ContentType="image/png"/>
  <Override PartName="/ppt/slides/pam_r2_16.xml" ContentType="application/vnd.openxmlformats-officedocument.presentationml.slide+xml"/>
  <Override PartName="/ppt/media/pam_r2_c9322e82d5bcf971_image117.png" ContentType="image/png"/>
  <Override PartName="/ppt/media/pam_r2_0a8333aded66c7d8_image119.png" ContentType="image/png"/>
  <Override PartName="/ppt/media/pam_r2_620e5d851698c198_image120.png" ContentType="image/png"/>
  <Override PartName="/ppt/media/pam_r2_86636fa18d9c51c8_image136.png" ContentType="image/png"/>
  <Override PartName="/ppt/media/pam_r2_751478f59b96d06c_image137.png" ContentType="image/png"/>
  <Override PartName="/ppt/media/pam_r2_7d3aaa653b65144b_image151.png" ContentType="image/png"/>
  <Override PartName="/ppt/media/pam_r2_f6145a76102049c2_image153.png" ContentType="image/png"/>
  <Override PartName="/ppt/media/pam_r2_ae61784e07874216_image154.png" ContentType="image/png"/>
  <Override PartName="/ppt/media/pam_r2_4beb21ad5dc4ac03_image168.png" ContentType="image/png"/>
  <Override PartName="/ppt/media/pam_r2_cca09fed16dcea10_image170.png" ContentType="image/png"/>
  <Override PartName="/ppt/media/pam_r2_2eafe2651ca6847d_image171.png" ContentType="image/png"/>
  <Override PartName="/ppt/media/pam_r2_d4e0081f42495c82_image185.png" ContentType="image/png"/>
  <Override PartName="/ppt/media/pam_r2_82acf2a8502248f1_image187.png" ContentType="image/png"/>
  <Override PartName="/ppt/media/pam_r2_ed6ac186a833f6ff_image202.png" ContentType="image/png"/>
  <Override PartName="/ppt/media/pam_r2_6abb022ed9f39cef_image204.png" ContentType="image/png"/>
  <Override PartName="/ppt/media/pam_r2_b93185d909fb0d5b_image205.png" ContentType="image/png"/>
  <Override PartName="/ppt/media/pam_r2_3db008f2bab3dd8c_image219.png" ContentType="image/png"/>
  <Override PartName="/ppt/media/pam_r2_27b2f3f56a80a622_image221.png" ContentType="image/png"/>
  <Override PartName="/ppt/media/pam_r2_937a1f33872d4992_image222.png" ContentType="image/png"/>
  <Override PartName="/ppt/media/pam_r2_39f86f58bf70fd2b_image233.png" ContentType="image/png"/>
  <Override PartName="/ppt/media/pam_r2_162e86aeb227d809_image235.png" ContentType="image/png"/>
  <Override PartName="/ppt/media/pam_r2_d784f9721f7e5d63_image236.png" ContentType="image/png"/>
  <Override PartName="/ppt/media/pam_r2_4027f3a8b5352c40_image239.png" ContentType="image/png"/>
  <Override PartName="/ppt/media/pam_r2_881f1ad67281dcd1_image252.png" ContentType="image/png"/>
  <Override PartName="/ppt/media/pam_r2_d68cae69a4620c81_image253.png" ContentType="image/png"/>
  <Override PartName="/ppt/media/pam_r2_a5280402c82ec839_image256.png" ContentType="image/png"/>
  <Override PartName="/ppt/media/pam_r2_6e3e82aa4eb87faf_image.png" ContentType="image/png"/>
  <Override PartName="/ppt/media/pam_r2_4530d4f55dec86f6_image2.png" ContentType="image/png"/>
  <Override PartName="/ppt/media/pam_r2_081c8474469d3477_image3.png" ContentType="image/png"/>
  <Override PartName="/ppt/media/pam_r2_85b01d88aafc586c_image9.png" ContentType="image/png"/>
  <Override PartName="/ppt/notesSlides/pam_r2_bbdea7b908aa7f46_notesSlide1.xml" ContentType="application/vnd.openxmlformats-officedocument.presentationml.notesSlide+xml"/>
  <Override PartName="/ppt/media/pam_r2_5b174a2e8ff870cf_t4_click_5b174a2e8ff870cf580a8f6fc200e92c987552556225bed7468359e9f1a272a5.png" ContentType="image/png"/>
  <Override PartName="/ppt/media/pam_r2_567c85bd8d8b659a_t4_click_567c85bd8d8b659abb7ee68b9fd6994c2711d1b43a377d22c338e77327607cff.png" ContentType="image/png"/>
  <Override PartName="/ppt/media/pam_r2_671bebd6066535b2_t4_click_671bebd6066535b26b4278625dc5bae682b6abe5cdd44dac9393b68ef644209c.png" ContentType="image/png"/>
  <Override PartName="/ppt/media/pam_r2_22a20b083a230b1a_t4_click_22a20b083a230b1a6a7a97381651b2f85899e4312657257a0dd4574bd987658c.png" ContentType="image/png"/>
  <Override PartName="/ppt/media/pam_r2_5c5f751d25909e87_t4_click_5c5f751d25909e87b95475b697e0c0cc2895b9d25197f077d3573f44b2e2734c.png" ContentType="image/png"/>
  <Override PartName="/ppt/media/pam_r2_9ec29cdebc173715_t4_click_9ec29cdebc173715566a4824db212fe6091ba3d92572cbe3345bb20481c4b0b7.png" ContentType="image/png"/>
  <Override PartName="/ppt/media/pam_r2_83dc45d9d90d04da_t4_click_83dc45d9d90d04da5f6685d266d749e80dd417f3d2a0fa2a1e9834de6e38bfe4.png" ContentType="image/png"/>
  <Override PartName="/ppt/media/pam_r2_03e58b6b43a950d9_t4_click_03e58b6b43a950d9cea2653600b0c08e4759b918212eb1f55ba565290cb77499.png" ContentType="image/png"/>
  <Override PartName="/ppt/media/pam_r2_0eb0d8a7a5337569_t4_click_0eb0d8a7a533756911765f94c397c26b9e80c96c55b43ba5faeed8241a7f1167.png" ContentType="image/png"/>
  <Override PartName="/ppt/media/pam_r2_58d083107b8d07de_t4_click_58d083107b8d07de45bbce64b5666a6d345cfe41128273667ce2aabacffda7a1.png" ContentType="image/png"/>
  <Override PartName="/ppt/media/pam_r2_14ddbca92ca361d0_t4_click_14ddbca92ca361d006ca4d80ed3829ad8d80194b4b2e876114474ccaef176de6.png" ContentType="image/png"/>
  <Override PartName="/ppt/media/pam_r2_66314abf22c7f6d1_t4_click_66314abf22c7f6d103eb9967aa9445476f5a9768dc894ba66a045ba5eb11c3d2.png" ContentType="image/png"/>
  <Override PartName="/ppt/media/pam_r2_d5c7d0d3dfbac3bc_t4_click_d5c7d0d3dfbac3bc05fd1427b4a8f8cc683eeb67c19f709a111b2aaac2acf40f.png" ContentType="image/png"/>
  <Override PartName="/ppt/media/pam_r2_7d7d6a7f435d0bb2_t4_click_7d7d6a7f435d0bb2916c0fda2daf0ec6a11a37a080ef7156a4fa8a031c2bdf98.png" ContentType="image/png"/>
  <Override PartName="/ppt/media/pam_r2_7e2e11d906ed2b59_t4_click_7e2e11d906ed2b594d1c2836767fc992a6def413327316dea6111d85dbf357b9.png" ContentType="image/png"/>
  <Override PartName="/ppt/media/pam_r2_bca4e5a58b8528a0_t4_click_bca4e5a58b8528a017cfd4535b3ad9e71c8d5a4b32d89b17c02bcd17d9fb2914.png" ContentType="image/png"/>
  <Override PartName="/ppt/media/pam_r2_09ee617fe13e48ce_t4_click_09ee617fe13e48ce8e2f8a512fbbb83d0590b60b262b7b0b4e236a8a871c287c.png" ContentType="image/png"/>
  <Override PartName="/ppt/media/pam_r2_1cd4a31dcb9acb4c_t4_click_1cd4a31dcb9acb4c32e272005e1dd6723549f6c72998fcfccd36cdf08bfd5ddf.png" ContentType="image/png"/>
  <Override PartName="/ppt/media/pam_r2_ccd01eb73917629f_t4_click_ccd01eb73917629f21672c838bffe43619cd68b6290b080f8b5898daa83deadc.png" ContentType="image/png"/>
  <Override PartName="/ppt/media/pam_r2_c474855b18febf20_t4_click_c474855b18febf20f6385efb5c4e6acf1cc9dc8d280644189ccffa40bc16dc4f.png" ContentType="image/png"/>
  <Override PartName="/ppt/media/pam_r2_d9281e3e27d7e8d2_t4_click_d9281e3e27d7e8d210f5ff7430402ae9579531dc52f60ba152599ee65d317d12.png" ContentType="image/png"/>
  <Override PartName="/ppt/media/pam_r2_90e5df5aa0e31f50_t4_click_90e5df5aa0e31f5048302afbe3656cbf424ddfbab19472bffbbe495a51d6c71b.png" ContentType="image/png"/>
  <Override PartName="/ppt/media/pam_r2_d91a62b1a6e95b58_t4_click_d91a62b1a6e95b586fc21ce9aeeaebd91e54a6229cbe36295e7ce86abd8b2edb.png" ContentType="image/png"/>
  <Override PartName="/ppt/media/pam_r2_d011961dea4d2e63_t4_click_d011961dea4d2e6364272093a1d06155d0cbc941a83736f1ae3ab71680d94207.png" ContentType="image/png"/>
  <Override PartName="/ppt/media/pam_r2_9a437fcd0bc3b4a0_t4_click_9a437fcd0bc3b4a035d0c8f23160957be6acea6ea3dc4a8b21585ff82be3f571.png" ContentType="image/png"/>
  <Override PartName="/ppt/media/pam_r2_0b524a1f0f89d679_t4_click_0b524a1f0f89d679d0c1c4f2fc700ade87664e98cd0a40b401b9a93e9d9c3b69.png" ContentType="image/png"/>
  <Override PartName="/ppt/media/pam_r2_480bb630768cc251_t4_click_480bb630768cc25158441e9c9b72972f4c5de07bce61ad9ddb03b8eb443a0015.png" ContentType="image/png"/>
  <Override PartName="/ppt/media/pam_r2_9ebc66b0bb93059b_t4_click_9ebc66b0bb93059bccfd494193ffb5c700d05fd4f14f50014b63433284c4384e.png" ContentType="image/png"/>
  <Override PartName="/ppt/media/pam_r2_365726c12e26c853_t4_click_365726c12e26c8530235cad89fb2b96e973cbaa446252cb176194e55d37ad3ad.png" ContentType="image/png"/>
  <Override PartName="/ppt/media/pam_r2_01170bba5e82eb5b_t4_click_01170bba5e82eb5ba04770d879157ee8d38e5b0f599415c03e29dbcaab2d6fc4.png" ContentType="image/png"/>
  <Override PartName="/ppt/media/pam_r2_09309d4107a6dcbf_t4_click_09309d4107a6dcbfb6985bf882a8b3a0af33d3acf068da53649bffcbd6db7d8c.png" ContentType="image/png"/>
  <Override PartName="/ppt/media/pam_r2_7aebbcc1dbe924ab_t4_click_7aebbcc1dbe924ab777736eb9172c0a954cd8addaa6a1845449413ca3f75aac2.png" ContentType="image/png"/>
  <Override PartName="/ppt/media/pam_r2_3fb1a4cfb545c87b_t4_click_3fb1a4cfb545c87b7593a5b267f7c597a287bbc4f46bb1f66f14709ac9334870.png" ContentType="image/png"/>
  <Override PartName="/ppt/media/pam_r2_aec899bf34083ae7_t4_click_aec899bf34083ae729f6b3d9923c11eaee5bc109a18543b91154d4052ad6cced.png" ContentType="image/png"/>
  <Override PartName="/ppt/media/pam_r2_a587a523b70b53ca_t4_click_a587a523b70b53ca8d87f8e514dca340100acccbe2e0c8cf31f5f89afade03dd.png" ContentType="image/png"/>
  <Override PartName="/ppt/media/pam_r2_92ef3f290d6c65f1_t4_click_92ef3f290d6c65f1becd24a128271733f86f4d383e3f1c7997cdcf1a7baebcb6.png" ContentType="image/png"/>
  <Override PartName="/ppt/media/pam_r2_f83af69852cab32e_t4_click_f83af69852cab32eb1093bb4003dce690ce945e7bd26eeaf4f8828df89c20057.png" ContentType="image/png"/>
  <Override PartName="/ppt/media/pam_r2_fb382954d7492eab_t4_click_fb382954d7492eabce1262e8b878c3ec0404af5ae1ada6a9ca6b396961c6df38.png" ContentType="image/png"/>
  <Override PartName="/ppt/media/pam_r2_9adb72c4032824f9_t4_click_9adb72c4032824f9d5bb2e7bb9527f5fc698a1d1ffb065f9f56440547e9b3c0f.png" ContentType="image/png"/>
  <Override PartName="/ppt/media/pam_r2_f09166fab00f5fd8_t4_click_f09166fab00f5fd822b63e98e208a3a30756beee305eb4341c69a5b7190d9cc5.png" ContentType="image/png"/>
  <Override PartName="/ppt/media/pam_r2_501ca7b107cea07c_t4_click_501ca7b107cea07cd659bf54b4794ccba69504dec4b6feae776fed443ea02159.png" ContentType="image/png"/>
  <Override PartName="/ppt/media/pam_r2_78bc7655ca0682e0_t4_click_78bc7655ca0682e07b5652ce2d7fb8910f88701279c8f9e77801206c0dffc33e.png" ContentType="image/png"/>
  <Override PartName="/ppt/media/pam_r2_b76bdd97b2d606c1_t4_click_b76bdd97b2d606c143c513a3c01c7221b3100e5e48d44a7ff51d282cb0ba3ebd.png" ContentType="image/png"/>
  <Override PartName="/ppt/media/pam_r2_9648676414be693b_t4_click_9648676414be693b64ac310d0c009223a6034f9b5224582cbb0a2658649c1e7e.png" ContentType="image/png"/>
  <Override PartName="/ppt/media/pam_r2_957a03f880828519_t4_click_957a03f880828519cb6a2258d3c1fa986ead51688f5fbae7e46974fa3be1b794.png" ContentType="image/png"/>
  <Override PartName="/ppt/media/pam_r2_08f626f846418440_t4_click_08f626f84641844051450e0b8db0f127edf245fb78b2e5a06d5a737bf99de939.png" ContentType="image/png"/>
  <Override PartName="/ppt/media/pam_r2_de3f286dd0c9931b_t4_click_de3f286dd0c9931b1be90e540190e8b84954e9c6219a6a49c30fcf1ca0154d30.png" ContentType="image/png"/>
  <Override PartName="/ppt/media/pam_r2_55c9998ecb9eb62f_t4_click_55c9998ecb9eb62fd3baddd57c85583a5180c0fc91673048c629c5ea3226a36f.png" ContentType="image/png"/>
  <Override PartName="/ppt/media/pam_r2_ac0ca13c5eb735d8_t4_click_ac0ca13c5eb735d84b1c80370017fc9c7ccb64740acc91eded231a5790527d77.png" ContentType="image/png"/>
  <Override PartName="/ppt/media/pam_r2_4e3fe6e05b56e02e_t4_click_4e3fe6e05b56e02ebad795f2dcfc30d9d7b965865dc0ed8ea3440eeca8e0e61c.png" ContentType="image/png"/>
  <Override PartName="/ppt/media/pam_r2_14eb105596a191fd_t4_click_14eb105596a191fd1f6fdf6079b6a18d8dfc9eb4072dbcb3a58b4fa33ab52d05.png" ContentType="image/png"/>
  <Override PartName="/ppt/media/pam_r2_5bdf090258bdf7af_t4_click_5bdf090258bdf7af88900b5e57dd2735be41a27c64164c011d50193e2c85c0fe.png" ContentType="image/png"/>
  <Override PartName="/ppt/media/pam_r2_96df8b08e885b069_t4_click_96df8b08e885b069be36550bf05d9b51e3cbb2cfa98b29fb8056ca7a23f48a67.png" ContentType="image/png"/>
  <Override PartName="/ppt/media/pam_r2_03698bfab88721b0_t4_click_03698bfab88721b0cbac5c161949280dc7357075fa5ba095c8d85983a3a73530.png" ContentType="image/png"/>
  <Override PartName="/ppt/media/pam_r2_80cc23ec1535da66_t4_click_80cc23ec1535da663070e1b25adb94dcb68166ac8c841eabb1e1c0a4972b7fed.png" ContentType="image/png"/>
  <Override PartName="/ppt/media/pam_r2_87ec15e0211b6144_t4_click_87ec15e0211b61443dc36350953843a46e360e3a0f0f0380190e803e80c4aaf1.png" ContentType="image/png"/>
  <Override PartName="/ppt/media/pam_r2_c96a44911ba26965_t4_click_c96a44911ba26965e0a9439c87097fb55a7741a05d127004f4aee6a4cfd8de4c.png" ContentType="image/png"/>
  <Override PartName="/ppt/media/pam_r2_dfcff312f2c9383d_t4_click_dfcff312f2c9383d3aa7cad4ac5b47620d170a5fe0ebfbda4aca0307d24af6c5.png" ContentType="image/png"/>
  <Override PartName="/ppt/media/pam_r2_ba37c302a9f4a3d0_t4_click_ba37c302a9f4a3d08324524d0716b33cbb91ab65ae1946a65da61c24de4f0d7c.png" ContentType="image/png"/>
  <Override PartName="/ppt/media/pam_r2_0a14af123cc61e08_t4_click_0a14af123cc61e083718249d0862f0f9af3144fac47b9a4ffd815d7b98c5c0b8.png" ContentType="image/png"/>
  <Override PartName="/ppt/media/pam_r2_d0dea12d72ee252a_t4_click_d0dea12d72ee252a4211ba28040249fecacdeda6af02c97b2e32a7d2eae9f15f.png" ContentType="image/png"/>
  <Override PartName="/ppt/media/pam_r2_ffd6f61388dda579_t4_click_ffd6f61388dda5794ef6bf97918437316b48d1bf3bc92dae0e6606080a018db5.png" ContentType="image/png"/>
  <Override PartName="/ppt/media/pam_r2_bc83729b4360cb4a_t4_click_bc83729b4360cb4aba53c3021fa3d219b1d084529fb5cc5c8fa13f0b332a93fc.png" ContentType="image/png"/>
  <Override PartName="/ppt/media/pam_r2_092e185821d5e48b_t4_click_092e185821d5e48b34e78c9c352a5ba3e17de99056359191816176cf9d62aac8.png" ContentType="image/png"/>
  <Override PartName="/ppt/media/pam_r2_1e0a83fe669f73ca_t4_click_1e0a83fe669f73ca2ebaa9dbedfd7c601f33c32828c4896c85ae7aa1b723c163.png" ContentType="image/png"/>
  <Override PartName="/ppt/media/pam_r2_1d8b27506489a7c3_t4_click_1d8b27506489a7c3d18e81624d84dd290b3c72b496f99d00366bc87e8967a7ef.png" ContentType="image/png"/>
  <Override PartName="/ppt/media/pam_r2_39d1b85d5142484e_t4_click_39d1b85d5142484e6f33456b00f0ae90f8069e2c7b19760bbd29901eba97de7f.png" ContentType="image/png"/>
  <Override PartName="/ppt/notesSlides/pam_r2_a011e3186666ea3f_notesSlide2.xml" ContentType="application/vnd.openxmlformats-officedocument.presentationml.notesSlide+xml"/>
  <Override PartName="/ppt/media/pam_r2_ffc59ed73b3ec883_image22.png" ContentType="image/png"/>
  <Override PartName="/ppt/media/pam_r2_6353e992177474c7_image25.png" ContentType="image/png"/>
  <Override PartName="/ppt/slides/pam_adjacent_r3_4.xml" ContentType="application/vnd.openxmlformats-officedocument.presentationml.slide+xml"/>
  <Override PartName="/ppt/media/pam_r2_50ef53ba95d3ab2f_image26.png" ContentType="image/png"/>
  <Override PartName="/ppt/media/pam_r2_800b9ae7c738f545_image30.png" ContentType="image/png"/>
  <Override PartName="/ppt/media/pam_r2_0648431ca5a84c81_image31.png" ContentType="image/png"/>
  <Override PartName="/ppt/media/pam_r2_08522946100003f0_image32.png" ContentType="image/png"/>
  <Override PartName="/ppt/media/pam_r2_a6bf1e04aaeb243a_t4_click_a6bf1e04aaeb243a2cae4073ed2811be986d34afd847ed9e7ea0a952fb353692.png" ContentType="image/png"/>
  <Override PartName="/ppt/media/pam_r2_51de49a01e134d5b_t4_click_51de49a01e134d5ba310863be0d4893198207c9b424c1b13252d0141b76149d9.png" ContentType="image/png"/>
  <Override PartName="/ppt/media/pam_r2_32e2044973335320_t4_click_32e204497333532015be79992420cf39e1ea5869d049e8707ebcab4368075549.png" ContentType="image/png"/>
  <Override PartName="/ppt/media/pam_r2_9433828183edf4aa_t4_click_9433828183edf4aa5b05a26f441ba575fa7fcc5c7ebe7881c15d136ca17077a3.png" ContentType="image/png"/>
  <Override PartName="/ppt/media/pam_r2_8e2a2151d857de83_t4_click_8e2a2151d857de83fd9217f2512b6847f9b646a095001447bdc474e43abef935.png" ContentType="image/png"/>
  <Override PartName="/ppt/media/pam_r2_39e984c1b60476ba_image33.png" ContentType="image/png"/>
  <Override PartName="/ppt/media/pam_r2_af24f18b04ad7a6f_image34.png" ContentType="image/png"/>
  <Override PartName="/ppt/media/pam_r2_5b994a237cea4e55_image35.png" ContentType="image/png"/>
  <Override PartName="/ppt/media/pam_r2_63b98d44101448c2_image36.png" ContentType="image/png"/>
  <Override PartName="/ppt/media/pam_r2_1aea9d116598f4aa_image37.png" ContentType="image/png"/>
  <Override PartName="/ppt/media/pam_r2_b62bbd6aa07a4e0e_image38.png" ContentType="image/png"/>
  <Override PartName="/ppt/media/pam_r2_c95d1d29e1b08a1b_image46.png" ContentType="image/png"/>
  <Override PartName="/ppt/media/pam_r2_3fd19bfb2f519af4_image48.png" ContentType="image/png"/>
  <Override PartName="/ppt/media/pam_r2_bed4c45d2ebdebe5_image49.png" ContentType="image/png"/>
  <Override PartName="/ppt/media/pam_r2_15200a6a9c97f717_image50.png" ContentType="image/png"/>
  <Override PartName="/ppt/media/pam_r2_ba14b63f21aea5c3_image51.png" ContentType="image/png"/>
  <Override PartName="/ppt/media/pam_r2_b39fcffd130b98c0_image6.png" ContentType="image/png"/>
  <Override PartName="/ppt/media/pam_r2_1cac3b386e11f0e9_image7.png" ContentType="image/png"/>
  <Override PartName="/ppt/media/pam_r2_03c1f69c4fd799c6_image8.png" ContentType="image/png"/>
  <Override PartName="/ppt/media/pam_r2_2cf38e6aa9ffc28a_t4_2cf38e6aa9ffc28a913a1c9e.svg" ContentType="image/svg+xml"/>
  <Override PartName="/ppt/media/pam_r2_85c12f5c79c478a9_image25.png" ContentType="image/png"/>
  <Override PartName="/ppt/notesSlides/pam_r2_b73a5af91ccd81e5_notesSlide3.xml" ContentType="application/vnd.openxmlformats-officedocument.presentationml.notesSlide+xml"/>
  <Override PartName="/ppt/slides/signal_zoom_r4_4.xml" ContentType="application/vnd.openxmlformats-officedocument.presentationml.slide+xml"/>
  <Override PartName="/ppt/notesSlides/pam_r2_b73a5af91ccd81e5_notesSlide4.xml" ContentType="application/vnd.openxmlformats-officedocument.presentationml.notesSlide+xml"/>
  <Override PartName="/ppt/media/pam_r2_c98db7069a040be0_image44.png" ContentType="image/png"/>
  <Override PartName="/ppt/notesSlides/pam_r2_fb080830bf76bcbd_notesSlide5.xml" ContentType="application/vnd.openxmlformats-officedocument.presentationml.notesSlide+xml"/>
  <Override PartName="/ppt/notesSlides/pam_r2_514f1d2b8e9d3df2_notesSlide6.xml" ContentType="application/vnd.openxmlformats-officedocument.presentationml.notesSlide+xml"/>
  <Override PartName="/ppt/notesSlides/pam_r2_69afd0355267864c_notesSlide7.xml" ContentType="application/vnd.openxmlformats-officedocument.presentationml.notesSlide+xml"/>
  <Override PartName="/ppt/notesSlides/pam_r2_f6440d527cf480d3_notesSlide8.xml" ContentType="application/vnd.openxmlformats-officedocument.presentationml.notesSlide+xml"/>
  <Override PartName="/ppt/notesSlides/pam_r2_a700e06728285029_notesSlide9.xml" ContentType="application/vnd.openxmlformats-officedocument.presentationml.notesSlide+xml"/>
  <Override PartName="/ppt/slides/signal_zoom_r4_10.xml" ContentType="application/vnd.openxmlformats-officedocument.presentationml.slide+xml"/>
  <Override PartName="/ppt/media/pam_r2_cd2afc3167f66574_image89.png" ContentType="image/png"/>
  <Override PartName="/ppt/media/pam_r2_f99242be1f305e99_image90.png" ContentType="image/png"/>
  <Override PartName="/ppt/media/pam_r2_fcf981ddcf4a988b_image94.png" ContentType="image/png"/>
  <Override PartName="/ppt/media/pam_r2_43596aafd0bcb496_image95.png" ContentType="image/png"/>
  <Override PartName="/ppt/notesSlides/pam_r2_b73a5af91ccd81e5_notesSlide10.xml" ContentType="application/vnd.openxmlformats-officedocument.presentationml.notesSlide+xml"/>
  <Override PartName="/ppt/slides/signal_zoom_r4_11.xml" ContentType="application/vnd.openxmlformats-officedocument.presentationml.slide+xml"/>
  <Override PartName="/ppt/media/pam_r2_ce2bbe39e9f04ac5_image103.png" ContentType="image/png"/>
  <Override PartName="/ppt/notesSlides/pam_r2_b73a5af91ccd81e5_notesSlide11.xml" ContentType="application/vnd.openxmlformats-officedocument.presentationml.notesSlide+xml"/>
  <Override PartName="/ppt/media/pam_r2_02217776c1920ea6_image110.png" ContentType="image/png"/>
  <Override PartName="/ppt/notesSlides/pam_r2_49987dbdb6bb1e10_notesSlide12.xml" ContentType="application/vnd.openxmlformats-officedocument.presentationml.notesSlide+xml"/>
  <Override PartName="/ppt/notesSlides/pam_r2_747c61a836c946e0_notesSlide13.xml" ContentType="application/vnd.openxmlformats-officedocument.presentationml.notesSlide+xml"/>
  <Override PartName="/ppt/slides/signal_zoom_r4_14.xml" ContentType="application/vnd.openxmlformats-officedocument.presentationml.slide+xml"/>
  <Override PartName="/ppt/media/pam_r2_9f66bf18b2ec4e42_image128.png" ContentType="image/png"/>
  <Override PartName="/ppt/media/pam_r2_565b634f0a645871_image131.png" ContentType="image/png"/>
  <Override PartName="/ppt/notesSlides/pam_r2_b73a5af91ccd81e5_notesSlide14.xml" ContentType="application/vnd.openxmlformats-officedocument.presentationml.notesSlide+xml"/>
  <Override PartName="/ppt/media/pam_r2_273ec0583bccb125_image138.png" ContentType="image/png"/>
  <Override PartName="/ppt/media/pam_r2_292755b40b5a8e2e_image139.png" ContentType="image/png"/>
  <Override PartName="/ppt/notesSlides/pam_r2_b73a5af91ccd81e5_notesSlide15.xml" ContentType="application/vnd.openxmlformats-officedocument.presentationml.notesSlide+xml"/>
  <Override PartName="/ppt/notesSlides/pam_r2_7df4f7cf7376851a_notesSlide16.xml" ContentType="application/vnd.openxmlformats-officedocument.presentationml.notesSlide+xml"/>
  <Override PartName="/ppt/slides/signal_zoom_r4_17.xml" ContentType="application/vnd.openxmlformats-officedocument.presentationml.slide+xml"/>
  <Override PartName="/ppt/notesSlides/pam_r2_7df4f7cf7376851a_notesSlide17.xml" ContentType="application/vnd.openxmlformats-officedocument.presentationml.notesSlide+xml"/>
  <Override PartName="/ppt/slides/signal_zoom_r4_19.xml" ContentType="application/vnd.openxmlformats-officedocument.presentationml.slide+xml"/>
  <Override PartName="/ppt/slides/signal_zoom_r4_20.xml" ContentType="application/vnd.openxmlformats-officedocument.presentationml.slide+xml"/>
  <Override PartName="/ppt/slides/signal_zoom_r4_25.xml" ContentType="application/vnd.openxmlformats-officedocument.presentationml.slide+xml"/>
  <Override PartName="/ppt/notesSlides/pam_r2_917134a2828d4667_notesSlide30.xml" ContentType="application/vnd.openxmlformats-officedocument.presentationml.notesSlide+xml"/>
  <Override PartName="/ppt/slides/signal_zoom_r4_31.xml" ContentType="application/vnd.openxmlformats-officedocument.presentationml.slide+xml"/>
  <Override PartName="/ppt/notesSlides/pam_r2_917134a2828d4667_notesSlide31.xml" ContentType="application/vnd.openxmlformats-officedocument.presentationml.notesSlide+xml"/>
  <Override PartName="/ppt/slides/signal_zoom_r4_32.xml" ContentType="application/vnd.openxmlformats-officedocument.presentationml.slide+xml"/>
  <Override PartName="/ppt/media/pam_r2_5d04f9ddafe2cea6_image241.png" ContentType="image/png"/>
  <Override PartName="/ppt/notesSlides/pam_r2_917134a2828d4667_notesSlide32.xml" ContentType="application/vnd.openxmlformats-officedocument.presentationml.notesSlide+xml"/>
  <Override PartName="/ppt/slides/signal_zoom_r4_33.xml" ContentType="application/vnd.openxmlformats-officedocument.presentationml.slide+xml"/>
  <Override PartName="/ppt/notesSlides/pam_r2_917134a2828d4667_notesSlide33.xml" ContentType="application/vnd.openxmlformats-officedocument.presentationml.notesSlide+xml"/>
  <Override PartName="/ppt/notesSlides/pam_r2_a04982223d73c7f8_notesSlide34.xml" ContentType="application/vnd.openxmlformats-officedocument.presentationml.notesSlide+xml"/>
  <Override PartName="/ppt/slides/signal_zoom_r4_35.xml" ContentType="application/vnd.openxmlformats-officedocument.presentationml.slide+xml"/>
  <Override PartName="/ppt/notesSlides/pam_r2_a04982223d73c7f8_notesSlide35.xml" ContentType="application/vnd.openxmlformats-officedocument.presentationml.notesSlide+xml"/>
  <Override PartName="/ppt/slides/signal_zoom_r4_36.xml" ContentType="application/vnd.openxmlformats-officedocument.presentationml.slide+xml"/>
  <Override PartName="/ppt/notesSlides/pam_r2_a04982223d73c7f8_notesSlide36.xml" ContentType="application/vnd.openxmlformats-officedocument.presentationml.notesSlide+xml"/>
  <Override PartName="/ppt/slides/signal_zoom_r4_37.xml" ContentType="application/vnd.openxmlformats-officedocument.presentationml.slide+xml"/>
  <Override PartName="/ppt/notesSlides/pam_r2_a04982223d73c7f8_notesSlide37.xml" ContentType="application/vnd.openxmlformats-officedocument.presentationml.notesSlide+xml"/>
  <Override PartName="/ppt/notesSlides/pam_r2_1e172f81cb89d07e_notesSlide38.xml" ContentType="application/vnd.openxmlformats-officedocument.presentationml.notesSlide+xml"/>
  <Override PartName="/ppt/slides/signal_zoom_r4_39.xml" ContentType="application/vnd.openxmlformats-officedocument.presentationml.slide+xml"/>
  <Override PartName="/ppt/notesSlides/pam_r2_1e172f81cb89d07e_notesSlide39.xml" ContentType="application/vnd.openxmlformats-officedocument.presentationml.notesSlide+xml"/>
  <Override PartName="/ppt/slides/signal_zoom_r4_40.xml" ContentType="application/vnd.openxmlformats-officedocument.presentationml.slide+xml"/>
  <Override PartName="/ppt/notesSlides/pam_r2_1e172f81cb89d07e_notesSlide40.xml" ContentType="application/vnd.openxmlformats-officedocument.presentationml.notesSlide+xml"/>
  <Override PartName="/ppt/slides/signal_zoom_r4_41.xml" ContentType="application/vnd.openxmlformats-officedocument.presentationml.slide+xml"/>
  <Override PartName="/ppt/notesSlides/pam_r2_1e172f81cb89d07e_notesSlide41.xml" ContentType="application/vnd.openxmlformats-officedocument.presentationml.notesSlide+xml"/>
  <Override PartName="/ppt/notesSlides/pam_r2_3ff9a14525965f44_notesSlide42.xml" ContentType="application/vnd.openxmlformats-officedocument.presentationml.notesSlide+xml"/>
  <Override PartName="/ppt/slides/signal_zoom_r4_43.xml" ContentType="application/vnd.openxmlformats-officedocument.presentationml.slide+xml"/>
  <Override PartName="/ppt/notesSlides/pam_r2_3ff9a14525965f44_notesSlide43.xml" ContentType="application/vnd.openxmlformats-officedocument.presentationml.notesSlide+xml"/>
  <Override PartName="/ppt/slides/signal_zoom_r4_44.xml" ContentType="application/vnd.openxmlformats-officedocument.presentationml.slide+xml"/>
  <Override PartName="/ppt/notesSlides/pam_r2_3ff9a14525965f44_notesSlide44.xml" ContentType="application/vnd.openxmlformats-officedocument.presentationml.notesSlide+xml"/>
  <Override PartName="/ppt/slides/signal_zoom_r4_45.xml" ContentType="application/vnd.openxmlformats-officedocument.presentationml.slide+xml"/>
  <Override PartName="/ppt/notesSlides/pam_r2_3ff9a14525965f44_notesSlide45.xml" ContentType="application/vnd.openxmlformats-officedocument.presentationml.notesSlide+xml"/>
  <Override PartName="/ppt/notesSlides/pam_r2_7d06cdad7ea24924_notesSlide46.xml" ContentType="application/vnd.openxmlformats-officedocument.presentationml.notesSlide+xml"/>
  <Override PartName="/ppt/slides/signal_zoom_r4_47.xml" ContentType="application/vnd.openxmlformats-officedocument.presentationml.slide+xml"/>
  <Override PartName="/ppt/notesSlides/pam_r2_7d06cdad7ea24924_notesSlide47.xml" ContentType="application/vnd.openxmlformats-officedocument.presentationml.notesSlide+xml"/>
  <Override PartName="/ppt/slides/signal_zoom_r4_48.xml" ContentType="application/vnd.openxmlformats-officedocument.presentationml.slide+xml"/>
  <Override PartName="/ppt/media/pam_r2_5c54ce0709b7cbcc_image333.png" ContentType="image/png"/>
  <Override PartName="/ppt/notesSlides/pam_r2_7d06cdad7ea24924_notesSlide48.xml" ContentType="application/vnd.openxmlformats-officedocument.presentationml.notesSlide+xml"/>
  <Override PartName="/ppt/slides/signal_zoom_r4_49.xml" ContentType="application/vnd.openxmlformats-officedocument.presentationml.slide+xml"/>
  <Override PartName="/ppt/notesSlides/pam_r2_7d06cdad7ea24924_notesSlide49.xml" ContentType="application/vnd.openxmlformats-officedocument.presentationml.notesSlide+xml"/>
  <Override PartName="/ppt/notesSlides/pam_r2_0ca75f11920872ed_notesSlide50.xml" ContentType="application/vnd.openxmlformats-officedocument.presentationml.notesSlide+xml"/>
  <Override PartName="/ppt/slides/signal_zoom_r4_51.xml" ContentType="application/vnd.openxmlformats-officedocument.presentationml.slide+xml"/>
  <Override PartName="/ppt/notesSlides/pam_r2_0ca75f11920872ed_notesSlide51.xml" ContentType="application/vnd.openxmlformats-officedocument.presentationml.notesSlide+xml"/>
  <Override PartName="/ppt/slides/signal_zoom_r4_52.xml" ContentType="application/vnd.openxmlformats-officedocument.presentationml.slide+xml"/>
  <Override PartName="/ppt/notesSlides/pam_r2_0ca75f11920872ed_notesSlide52.xml" ContentType="application/vnd.openxmlformats-officedocument.presentationml.notesSlide+xml"/>
  <Override PartName="/ppt/slides/signal_zoom_r4_53.xml" ContentType="application/vnd.openxmlformats-officedocument.presentationml.slide+xml"/>
  <Override PartName="/ppt/notesSlides/pam_r2_0ca75f11920872ed_notesSlide53.xml" ContentType="application/vnd.openxmlformats-officedocument.presentationml.notesSlide+xml"/>
  <Override PartName="/ppt/notesSlides/pam_r2_070d2ef6c9f692d2_notesSlide54.xml" ContentType="application/vnd.openxmlformats-officedocument.presentationml.notesSlide+xml"/>
  <Override PartName="/ppt/slides/signal_zoom_r4_55.xml" ContentType="application/vnd.openxmlformats-officedocument.presentationml.slide+xml"/>
  <Override PartName="/ppt/notesSlides/pam_r2_070d2ef6c9f692d2_notesSlide55.xml" ContentType="application/vnd.openxmlformats-officedocument.presentationml.notesSlide+xml"/>
  <Override PartName="/ppt/slides/signal_zoom_r4_56.xml" ContentType="application/vnd.openxmlformats-officedocument.presentationml.slide+xml"/>
  <Override PartName="/ppt/media/pam_r2_7ee81152b97a957c_image379.png" ContentType="image/png"/>
  <Override PartName="/ppt/notesSlides/pam_r2_070d2ef6c9f692d2_notesSlide56.xml" ContentType="application/vnd.openxmlformats-officedocument.presentationml.notesSlide+xml"/>
  <Override PartName="/ppt/slides/signal_zoom_r4_57.xml" ContentType="application/vnd.openxmlformats-officedocument.presentationml.slide+xml"/>
  <Override PartName="/ppt/notesSlides/pam_r2_070d2ef6c9f692d2_notesSlide57.xml" ContentType="application/vnd.openxmlformats-officedocument.presentationml.notesSlide+xml"/>
  <Override PartName="/ppt/notesSlides/pam_r2_c9a2ea79565c4167_notesSlide58.xml" ContentType="application/vnd.openxmlformats-officedocument.presentationml.notesSlide+xml"/>
  <Override PartName="/ppt/slides/signal_zoom_r4_59.xml" ContentType="application/vnd.openxmlformats-officedocument.presentationml.slide+xml"/>
  <Override PartName="/ppt/notesSlides/pam_r2_c9a2ea79565c4167_notesSlide59.xml" ContentType="application/vnd.openxmlformats-officedocument.presentationml.notesSlide+xml"/>
  <Override PartName="/ppt/slides/signal_zoom_r4_60.xml" ContentType="application/vnd.openxmlformats-officedocument.presentationml.slide+xml"/>
  <Override PartName="/ppt/notesSlides/pam_r2_c9a2ea79565c4167_notesSlide60.xml" ContentType="application/vnd.openxmlformats-officedocument.presentationml.notesSlide+xml"/>
  <Override PartName="/ppt/slides/signal_zoom_r4_61.xml" ContentType="application/vnd.openxmlformats-officedocument.presentationml.slide+xml"/>
  <Override PartName="/ppt/notesSlides/pam_r2_c9a2ea79565c4167_notesSlide61.xml" ContentType="application/vnd.openxmlformats-officedocument.presentationml.notesSlide+xml"/>
  <Override PartName="/ppt/notesSlides/pam_r2_fd06293ffc40c472_notesSlide62.xml" ContentType="application/vnd.openxmlformats-officedocument.presentationml.notesSlide+xml"/>
  <Override PartName="/ppt/slides/signal_zoom_r4_63.xml" ContentType="application/vnd.openxmlformats-officedocument.presentationml.slide+xml"/>
  <Override PartName="/ppt/notesSlides/pam_r2_fd06293ffc40c472_notesSlide63.xml" ContentType="application/vnd.openxmlformats-officedocument.presentationml.notesSlide+xml"/>
  <Override PartName="/ppt/slides/signal_zoom_r4_64.xml" ContentType="application/vnd.openxmlformats-officedocument.presentationml.slide+xml"/>
  <Override PartName="/ppt/notesSlides/pam_r2_fd06293ffc40c472_notesSlide64.xml" ContentType="application/vnd.openxmlformats-officedocument.presentationml.notesSlide+xml"/>
  <Override PartName="/ppt/slides/signal_zoom_r4_65.xml" ContentType="application/vnd.openxmlformats-officedocument.presentationml.slide+xml"/>
  <Override PartName="/ppt/notesSlides/pam_r2_fd06293ffc40c472_notesSlide65.xml" ContentType="application/vnd.openxmlformats-officedocument.presentationml.notesSlide+xml"/>
  <Override PartName="/ppt/media/pam_r2_84fb154a7da8547e_image10.png" ContentType="image/png"/>
  <Override PartName="/ppt/media/pam_r2_0677df3a48cfc011_image38.png" ContentType="image/png"/>
  <Override PartName="/ppt/media/pam_r2_6eace544ddf1f966_t4_click_6eace544ddf1f966605f5ad1cae4db94b7594b9a5066947a22bb5a95bb174365.png" ContentType="image/png"/>
  <Override PartName="/ppt/media/pam_r2_9301f935e02bf709_t4_click_9301f935e02bf70926af4d9b7a3e927509b4a9cb23b5f1549e54235dc9e220ff.png" ContentType="image/png"/>
  <Override PartName="/ppt/media/pam_r2_0214cc01aa2cdffd_t4_click_0214cc01aa2cdffd675e9615d9644ea04730b79d0a74a4cc5550a159ce28274c.png" ContentType="image/png"/>
  <Override PartName="/ppt/media/pam_r2_6e4560aa04ca4e48_t4_click_6e4560aa04ca4e483ea672d213b7b7a13e317e85ca28e0727430b760c1343bd6.png" ContentType="image/png"/>
  <Override PartName="/ppt/media/pam_r2_910c2125850bc216_t4_click_910c2125850bc2161b0896cfbde9469f7f607ccead477b475fdad41ff16c56eb.png" ContentType="image/png"/>
  <Override PartName="/ppt/media/pam_r2_9fefd414fb3a5a8a_t4_click_9fefd414fb3a5a8a1c10099966f40f720cc64ce020096ff27cc1ca1039806748.png" ContentType="image/png"/>
  <Override PartName="/ppt/media/pam_r2_322b9c5b60bebc1e_image88.png" ContentType="image/png"/>
  <Override PartName="/ppt/media/pam_r2_3f6864272bab29bf_image139.png" ContentType="image/png"/>
  <Override PartName="/ppt/media/pam_r2_db9db68e2196c756_t4_click_db9db68e2196c756583a43edd161db2c1f5517f09ea809306b4cc9205b2235b0.png" ContentType="image/png"/>
  <Override PartName="/ppt/media/pam_r2_7e7eb86ee5bcff5f_t4_click_7e7eb86ee5bcff5f80ecd1e7037ff0cc61c34ba76fd81b16a645fddcae30e01e.png" ContentType="image/png"/>
  <Override PartName="/ppt/media/pam_r2_e432b2abaf888e5a_t4_click_e432b2abaf888e5af63d7ecfa392a8e0b8b27d0092b44c02fe1c2af887cde8f2.png" ContentType="image/png"/>
  <Override PartName="/ppt/media/pam_r2_7cb133cd24585d72_t4_click_7cb133cd24585d728e61037daf6a673a92dc64f6b8dbd2d5deca7f4c5029bb88.png" ContentType="image/png"/>
  <Override PartName="/ppt/media/pam_r2_4acc94524a1a1fbc_t4_click_4acc94524a1a1fbc73ae5175f2cf68958d1dfba5106094e4ea4b1fc7296f4653.png" ContentType="image/png"/>
  <Override PartName="/ppt/media/pam_r2_43cc8d64b59dc638_t4_click_43cc8d64b59dc638b786268a64a0f90f1669bf2eae18d718dad9dcfe32f83df0.png" ContentType="image/png"/>
  <Override PartName="/ppt/media/pam_r2_cce063663be965b5_t4_click_cce063663be965b562a7aead9f969525e79760056fc192cff2ac1f1138061517.png" ContentType="image/png"/>
  <Override PartName="/ppt/media/pam_r2_2b870d4d310053b1_t4_click_2b870d4d310053b11a25d2e5989df19ee116272423544f8fb0cbb05a504c8fab.png" ContentType="image/png"/>
  <Override PartName="/ppt/media/pam_r2_edc6b59bf5b8c672_t4_click_edc6b59bf5b8c67265a8c2bfd28444f654d583af94c055b8972efed2024739c4.png" ContentType="image/png"/>
  <Override PartName="/ppt/media/pam_r2_f61a5fe8967c6915_t4_click_f61a5fe8967c6915683d155e2f5320a41ea40ce77a7a412639ead42e1f519c79.png" ContentType="image/png"/>
  <Override PartName="/ppt/media/pam_r2_fb252406ac0ba664_t4_click_fb252406ac0ba6644027516734dc219d42c0552792ad8693315c56b32c5049bd.png" ContentType="image/png"/>
  <Override PartName="/ppt/media/pam_r2_efc9637dcfb445df_t4_click_efc9637dcfb445df86422a6cf9148cfb77cd5e2f2b2cfb20cd37903d8378670a.png" ContentType="image/png"/>
  <Override PartName="/ppt/media/pam_r2_d4cb42b214dae826_t4_click_d4cb42b214dae826932eeb5994b547b31082716b3339695cf7edd3d60f557996.png" ContentType="image/png"/>
  <Override PartName="/ppt/media/pam_r2_afd93b22c5c8b5b1_t4_click_afd93b22c5c8b5b1570f830dcabfbbb88c657e2844965a302436cacffe780ffb.png" ContentType="image/png"/>
  <Override PartName="/ppt/media/pam_r2_dc171af4677c2d95_t4_click_dc171af4677c2d955496553d82e7086e36ed49a6ef300c75cb9c3da37cf3f8f6.png" ContentType="image/png"/>
  <Override PartName="/ppt/media/pam_r2_562968c9d7ec53af_t4_click_562968c9d7ec53afeb6c3e79f4c7f137c3f1ff7bcae8efc4c4ca58a16bd30795.png" ContentType="image/png"/>
  <Override PartName="/ppt/media/pam_r2_cdedb72468429761_t4_click_cdedb724684297616e689688f2a07e74212967ffea128da053f6c2e620116304.png" ContentType="image/png"/>
  <Override PartName="/ppt/media/pam_r2_724d115b64f13dae_t4_click_724d115b64f13daed29829ed24614236c2278ae09af1a455e5d6582228dedfa3.png" ContentType="image/png"/>
  <Override PartName="/ppt/media/pam_r2_62e7bd42edbc758c_t4_click_62e7bd42edbc758c8d469eb78c2576dabbd25477aa9cc59b0cadfd4a8cfed951.png" ContentType="image/png"/>
  <Override PartName="/ppt/media/pam_r2_f5719d0b0c49a710_t4_click_f5719d0b0c49a71027cd0c002f3b57166c1bb6a6eb898708c83a9652c5407da2.png" ContentType="image/png"/>
  <Override PartName="/ppt/media/pam_r2_4a5e0844da86360e_t4_click_4a5e0844da86360e51cb0693370ac0ea4168924f88bb308ccb07bbd9715d0356.png" ContentType="image/png"/>
  <Override PartName="/ppt/media/pam_r2_ef47f43d9ee4fd3a_t4_click_ef47f43d9ee4fd3aeed3f4d674f79cdbcfa309f1dc94190cad798ddc25f42080.png" ContentType="image/png"/>
  <Override PartName="/ppt/media/pam_r2_b722bb376e8a8a43_t4_click_b722bb376e8a8a43a2cff21b988e584975bf54839fa9654f9da09e36369b3318.png" ContentType="image/png"/>
  <Override PartName="/ppt/media/pam_r2_cad8d87845d4fa71_t4_click_cad8d87845d4fa71ce427c98394692bbba495caf71001eaa1aa90e898907e234.png" ContentType="image/png"/>
  <Override PartName="/ppt/media/pam_r2_7fbab83a54ec9ea5_t4_click_7fbab83a54ec9ea5d19fdc6a1c9df99b141e41181322282c4ff5f91a3a6ad7f2.png" ContentType="image/png"/>
  <Override PartName="/ppt/media/pam_r2_5151873158af4ce3_t4_click_5151873158af4ce32d108f66b661936fd03bbd7a60bea7e3eec685f852cb69da.png" ContentType="image/png"/>
  <Override PartName="/ppt/media/pam_r2_12ae0205c7034cfb_t4_click_12ae0205c7034cfbfb39d85e1b770f49b6f6496b9a6fab221451f2bcefa7e182.png" ContentType="image/png"/>
  <Override PartName="/ppt/media/pam_r2_1b121a27ef73d7ca_t4_click_1b121a27ef73d7caf2ea0ccc5e9d2c9236d97517faf5873171e2aeeffa4f665c.png" ContentType="image/png"/>
  <Override PartName="/ppt/media/pam_r2_4c7869561ce5f980_image165.png" ContentType="image/png"/>
  <Override PartName="/ppt/media/pam_r2_2a8a0d35332a3cff_image176.png" ContentType="image/png"/>
  <Override PartName="/ppt/media/pam_r2_bd823af24cf51365_image245.png" ContentType="image/png"/>
  <Override PartName="/ppt/media/pam_r2_0ee74ccf666989ae_t4_click_0ee74ccf666989aee47521174a5aefa7372956d02d471615ae890071077a8f28.png" ContentType="image/png"/>
  <Override PartName="/ppt/media/pam_r2_3cc736c2f45e8ff0_t4_click_3cc736c2f45e8ff094533076750154212a05c02a557339e0d4131752eef8286a.png" ContentType="image/png"/>
  <Override PartName="/ppt/media/pam_r2_c7b992dfa79b98b2_t4_click_c7b992dfa79b98b22b9f24cbbc1fee42463083e7da99a42f5772cc212a7ca12f.png" ContentType="image/png"/>
  <Override PartName="/ppt/media/pam_r2_84e541067bdd93d4_t4_click_84e541067bdd93d45b35e347865233dce459cf7fe8c48a3b4261f8e2c6058e5a.png" ContentType="image/png"/>
  <Override PartName="/ppt/media/pam_r2_505e3b5abb478928_t4_click_505e3b5abb47892875e1badd4714b785d71b3faa02fd02946d41119eca64d9c0.png" ContentType="image/png"/>
  <Override PartName="/ppt/media/pam_r2_26368736886eb8ef_t4_click_26368736886eb8ef224fa61a7cd47cc7a67d8139ea0c35e687139393e5509088.png" ContentType="image/png"/>
  <Override PartName="/ppt/media/pam_r2_bc2619783793b000_t4_click_bc2619783793b000d5cedfd6881384b408ea74f4062078a0bdc3681098df82cd.png" ContentType="image/png"/>
  <Override PartName="/ppt/media/pam_r2_b8a4177a38c26c00_t4_click_b8a4177a38c26c0001c1f58f045231a471222239aaa2c54ff729351134b6bea0.png" ContentType="image/png"/>
  <Override PartName="/ppt/media/pam_r2_603952669fa92b1e_t4_click_603952669fa92b1e9af68837164a35bbbcd002427a675e82121682cd69db2934.png" ContentType="image/png"/>
  <Override PartName="/ppt/media/pam_r2_6af0cb77c35c0cac_t4_click_6af0cb77c35c0cac925a2f720f083825a815e86b542a2e8510324b05a7767baa.png" ContentType="image/png"/>
  <Override PartName="/ppt/media/pam_r2_e33e252e88b9414f_t4_click_e33e252e88b9414f1b6a0f356384b431cf4ef10fbcedcfc36ce604cee3edb42b.png" ContentType="image/png"/>
  <Override PartName="/ppt/media/pam_r2_57a51aaf7b7fef2e_t4_click_57a51aaf7b7fef2e85ef32a8175a78cedf46e976d349c26d9aa481c74d1a0814.png" ContentType="image/png"/>
  <Override PartName="/ppt/media/pam_r2_6df654d33fbed0e1_t4_click_6df654d33fbed0e19547aa8d0887ced3c25728f26512f1172b7c4f248b7989b6.png" ContentType="image/png"/>
  <Override PartName="/ppt/media/pam_r2_08436338e358f44a_t4_click_08436338e358f44ac81be5311d407155cf6808f2fecd435faa248976806f9efc.png" ContentType="image/png"/>
  <Override PartName="/ppt/media/pam_r2_4343e51da182e32f_t4_click_4343e51da182e32f5f93f7b73c679a8a43314fa3669dfae9b9b7ce42ec14a9f7.png" ContentType="image/png"/>
  <Override PartName="/ppt/media/pam_r2_2dab5c250d1f8c98_t4_click_2dab5c250d1f8c98c38e2664491cc36bcc64fb9f291262185661abaf16d0992f.png" ContentType="image/png"/>
  <Override PartName="/ppt/media/pam_r2_1847e400281ef10a_t4_click_1847e400281ef10a3c538d873889b5ff6601d5f1885312b30d2138bad2da4808.png" ContentType="image/png"/>
  <Override PartName="/ppt/media/pam_r2_9184c20a27f1da31_t4_click_9184c20a27f1da313fd283a3f2f33872cd3d2add10442a211ae187da7bee459a.png" ContentType="image/png"/>
  <Override PartName="/ppt/media/pam_r2_11d22b029785d324_t4_click_11d22b029785d324ad27301d1ade7d5c0170d6ae3f96d1229b9ecbdd30e00d94.png" ContentType="image/png"/>
  <Override PartName="/ppt/media/pam_r2_351e2024c940935f_t4_click_351e2024c940935f2c2ce4bbfd2dc00fa2bdb2d18398de552882cbd20a93acdb.png" ContentType="image/png"/>
  <Override PartName="/ppt/media/pam_r2_851897603004554a_t4_click_851897603004554ad63b01cb4b25b0a95ff4f9c3c45c417703a3264e32b0ae38.png" ContentType="image/png"/>
  <Override PartName="/ppt/media/pam_r2_bd905cd5aedb8731_t4_click_bd905cd5aedb8731cbe200ad62bbecf1c33ac13a993ab1137aa16acd97af1bdb.png" ContentType="image/png"/>
  <Override PartName="/ppt/media/pam_r2_f1b27b87ff073c36_image251.png" ContentType="image/png"/>
  <Override PartName="/ppt/media/pam_r2_7aa7d6125a5d7303_image252.png" ContentType="image/png"/>
  <Override PartName="/ppt/media/pam_r2_36149075537422ca_image255.png" ContentType="image/png"/>
  <Override PartName="/ppt/media/pam_r2_8548e32b5dec8bbd_t4_click_8548e32b5dec8bbdbfa41eb17de696922fe4465d267b2e1022359e7907e87946.png" ContentType="image/png"/>
  <Override PartName="/ppt/media/pam_r2_b3695aacf5dff408_t4_click_b3695aacf5dff40812ea811dad10854f9c51661f08f22d4479fe0346c31d5f51.png" ContentType="image/png"/>
  <Override PartName="/ppt/media/pam_r2_fa75cbe66cde8454_t4_click_fa75cbe66cde8454eea5a0e390be4b3757b1c9b9ba815eccdd2dacda2eb1d752.png" ContentType="image/png"/>
  <Override PartName="/ppt/media/pam_r2_3ac064ad44f29bf7_t4_click_3ac064ad44f29bf7d4f24625a5ad50fae55342581acf0ea9e46f545047ce484a.png" ContentType="image/png"/>
  <Override PartName="/ppt/media/pam_r2_8b5a0bf4a93a5047_t4_click_8b5a0bf4a93a504742143e998f22f1cff86fec1fbade9e2016af0f853a4a82de.png" ContentType="image/png"/>
  <Override PartName="/ppt/media/pam_r2_b6a47d5914e7cff9_t4_click_b6a47d5914e7cff9b65e52b91f44bf43a876de30adc4d1927e8eb6fe91a79a05.png" ContentType="image/png"/>
  <Override PartName="/ppt/media/pam_r2_3f741d491bef9ecc_t4_click_3f741d491bef9eccd3c4735e8a7003405957d00c5db029a61b034d6cc93024d4.png" ContentType="image/png"/>
  <Override PartName="/ppt/media/pam_r2_bbfe4e139fefb110_t4_click_bbfe4e139fefb110e0588b00ff2710e9c797d42b4497734fe37cc58d523e1775.png" ContentType="image/png"/>
  <Override PartName="/ppt/media/pam_r2_56b5a841c1e25d60_t4_click_56b5a841c1e25d607320bb61b6f5ddb5c2d95c0f8e953b2c4d0aa1abf5c9fa04.png" ContentType="image/png"/>
  <Override PartName="/ppt/media/pam_r2_4dbe1ef1eb5b5dc1_t4_click_4dbe1ef1eb5b5dc1e05b51cfa1e1f198507c22c8b99fc902a41603964c29aeb0.png" ContentType="image/png"/>
  <Override PartName="/ppt/media/pam_r2_1c9b5d55e1d40572_t4_click_1c9b5d55e1d40572615bd353f0a14e3d625524035629df72358fcce40c65be5f.png" ContentType="image/png"/>
  <Override PartName="/ppt/media/pam_r2_b249537306771bd5_t4_click_b249537306771bd5e03b88252786fbe79e65c740870e6b840efc0028cf2388ff.png" ContentType="image/png"/>
  <Override PartName="/ppt/media/pam_r2_15ba9c320748e87e_t4_click_15ba9c320748e87e3015a3d427869102d43ed0a0a14dfe80fc6874cd8cb90057.png" ContentType="image/png"/>
  <Override PartName="/ppt/media/pam_r2_a6047f9466f54d04_t4_click_a6047f9466f54d044dabe40bea7d041628da8f7eae039f537ac11229776433a0.png" ContentType="image/png"/>
  <Override PartName="/ppt/media/pam_r2_f0f7080cd379ef88_t4_click_f0f7080cd379ef880406a0b5e255a8e125eb885104e158d67151b822095a41f5.png" ContentType="image/png"/>
  <Override PartName="/ppt/media/pam_r2_d74cce2e00331dde_t4_click_d74cce2e00331dde1634529b31c4b70632451e9b4a3559ebe0829e63c9352341.png" ContentType="image/png"/>
  <Override PartName="/ppt/media/pam_r2_6b6fc6250d4ff593_t4_click_6b6fc6250d4ff593b678d19dbbc7093f3fc089725afc952ecc5ff45a47a142f9.png" ContentType="image/png"/>
  <Override PartName="/ppt/media/pam_r2_1cd972ff262cc5c6_t4_click_1cd972ff262cc5c6f3b5c221f1ef81b930a0ebc924c0888d3e8af2ee7de1dea5.png" ContentType="image/png"/>
  <Override PartName="/ppt/media/pam_r2_4b6f690b865ae29d_t4_click_4b6f690b865ae29d7d6b8de1032248a1574a529e524dcd2842f466e03b8e266b.png" ContentType="image/png"/>
  <Override PartName="/ppt/media/pam_r2_e397024015ac8f3c_t4_click_e397024015ac8f3c0f4636a977951d375fe100c3972aeb89fefb8a1ddf6e7426.png" ContentType="image/png"/>
  <Override PartName="/ppt/media/pam_r2_65f7c58390380cb6_t4_click_65f7c58390380cb67fef4b166dff60c1c820b1707c3e52ea316aff2209d7fdfe.png" ContentType="image/png"/>
  <Override PartName="/ppt/media/pam_r2_a24a881c75e70af9_image265.png" ContentType="image/png"/>
  <Override PartName="/ppt/media/pam_r2_83add27c873d2d75_image266.png" ContentType="image/png"/>
  <Override PartName="/ppt/media/pam_r2_364b0e3e7d54636a_t4_click_364b0e3e7d54636a3738ae96f6048fa78101338fa55f292580c5c11b8a8e5d7a.png" ContentType="image/png"/>
  <Override PartName="/ppt/media/pam_r2_80ca0b2258caaa44_t4_click_80ca0b2258caaa44370df1cd1f537636fa7347e5c75507820c89802268875f82.png" ContentType="image/png"/>
  <Override PartName="/ppt/media/pam_r2_8ac53ed47644a654_t4_click_8ac53ed47644a6549019856795ec3c217c7d23507354c1c9be2501a8376bb387.png" ContentType="image/png"/>
  <Override PartName="/ppt/media/pam_r2_fb1a0af987a62221_t4_click_fb1a0af987a622216fbd61d34893edf4670178485ab3313d9a5da3b382a75c8a.png" ContentType="image/png"/>
  <Override PartName="/ppt/media/pam_r2_200c450cbb76b04a_t4_click_200c450cbb76b04a152a6e2475fec2f8b5111b3e17866c6edc9d02128a619e0f.png" ContentType="image/png"/>
  <Override PartName="/ppt/media/pam_r2_0703893d05d1e4e6_t4_click_0703893d05d1e4e6e64d2653219259ef3338ad40eec3d040d320f59fa69fa8a8.png" ContentType="image/png"/>
  <Override PartName="/ppt/media/pam_r2_3061fb000d63a0d8_t4_click_3061fb000d63a0d88a3af5076d81f9b10db7ab8d0c3bb885fef204372ebf915e.png" ContentType="image/png"/>
  <Override PartName="/ppt/media/pam_r2_85f1ca95b9f791d6_t4_click_85f1ca95b9f791d64db01926497aa101b72cf17f6e712ff240855a92ec9a93f4.png" ContentType="image/png"/>
  <Override PartName="/ppt/media/pam_r2_237849981be3b51b_t4_click_237849981be3b51b0b5ed673336030d5454af4e4955874249d6e548c7ae1be3f.png" ContentType="image/png"/>
  <Override PartName="/ppt/media/pam_r2_607f73608361f908_t4_click_607f73608361f908dc902b4ae1522f34da9775e9e6f57c4a76c7a95e62ae075d.png" ContentType="image/png"/>
  <Override PartName="/ppt/media/pam_r2_5c81622cafb6f656_t4_click_5c81622cafb6f656a8af588f9b22a7306e8f6491075914da98febfed3d7e8b3b.png" ContentType="image/png"/>
  <Override PartName="/ppt/media/pam_r2_ae66388e6839d444_t4_click_ae66388e6839d4447c5a5b0b460dff2b559e8cec5a38066f9e98f45562da3140.png" ContentType="image/png"/>
  <Override PartName="/ppt/media/pam_r2_d13775a4d3bd104f_t4_click_d13775a4d3bd104f6cb4fc2d024a3d2e82f5fb25343a74c90cc449c6c2de8912.png" ContentType="image/png"/>
  <Override PartName="/ppt/media/pam_r2_65e5faa292000623_t4_click_65e5faa292000623e9a411826ac2bd5751bde03718d7df910b528b63ce627ac2.png" ContentType="image/png"/>
  <Override PartName="/ppt/media/pam_r2_c463e511f3ecd465_t4_click_c463e511f3ecd46537422fc6ab7c1b1cfddb209e3bb2d25074b003c8654cff57.png" ContentType="image/png"/>
  <Override PartName="/ppt/media/pam_r2_62080432d92282fe_t4_click_62080432d92282fe339e79fb47cb37b1fdf5a185143c4f5cef472bc5f5a08647.png" ContentType="image/png"/>
  <Override PartName="/ppt/media/pam_r2_398d13597e42cc25_t4_click_398d13597e42cc251a8e3aa1d9563f54c1315939fc760b8b44be59f05753c39a.png" ContentType="image/png"/>
  <Override PartName="/ppt/media/pam_r2_28e044c540a78c1c_t4_click_28e044c540a78c1c701cce34041d80fe32ac08b7223d3d673f0a11b07bc18adf.png" ContentType="image/png"/>
  <Override PartName="/ppt/media/pam_r2_2d6c985c58de032a_t4_click_2d6c985c58de032a7d31508d7e28e924bdf2b3807d3c4ffb7a547f71e00c26a7.png" ContentType="image/png"/>
  <Override PartName="/ppt/media/pam_r2_3c4c19f18ad987d4_t4_click_3c4c19f18ad987d493ee72c2071fd6c6ac10756be3275e6ef97cb53a7c307c96.png" ContentType="image/png"/>
  <Override PartName="/ppt/media/pam_r2_35ea9a4244d91ae7_t4_click_35ea9a4244d91ae7b1627de75f705dd5c514f3442fb99f28703b5fca6e83b42a.png" ContentType="image/png"/>
  <Override PartName="/ppt/media/pam_r2_d71c78d0d8468c38_t4_click_d71c78d0d8468c38bad463779a6b202e99f7a59365ba3fccb291866930174f43.png" ContentType="image/png"/>
  <Override PartName="/ppt/media/pam_r2_736ac5d9a273551a_t4_click_736ac5d9a273551a0765fdae0baa7fc77f7825c619b91267028eddde6ca12efe.png" ContentType="image/png"/>
  <Override PartName="/ppt/media/pam_r2_e06ebf372f347804_t4_click_e06ebf372f347804773513d45b913ef836402e1bb45ea13adaf20a739010d49e.png" ContentType="image/png"/>
  <Override PartName="/ppt/media/pam_r2_0828b8bf5e889a69_t4_click_0828b8bf5e889a69404f09456c20c375576cac98721f1034aa1ea820ff0321ac.png" ContentType="image/png"/>
  <Override PartName="/ppt/media/pam_r2_e160295b80c7a5c3_t4_click_e160295b80c7a5c3610f071b8b0e22868b56c06fab4e8de0595f6d212c5c2ab4.png" ContentType="image/png"/>
  <Override PartName="/ppt/media/pam_r2_50b18c478848712a_t4_click_50b18c478848712afb5cfecb7e5ae0877e71395d767e34828189a5ed564805d1.png" ContentType="image/png"/>
  <Override PartName="/ppt/media/pam_r2_a08ca878f52585fb_t4_click_a08ca878f52585fba7cc9bad93d57c359f8887a5d63060c81d2799c02fffbbe3.png" ContentType="image/png"/>
  <Override PartName="/ppt/media/pam_r2_97a48b33d8e56d52_t4_click_97a48b33d8e56d5204019bb30ec84ae70fbbfa63cc67b9cce9ced3f493d1c921.png" ContentType="image/png"/>
  <Override PartName="/ppt/media/pam_r2_d54a22cfacace143_t4_click_d54a22cfacace1431b06cf55776022eda6db143b2e74d99b6f9c2c830c8174ec.png" ContentType="image/png"/>
  <Override PartName="/ppt/media/pam_r2_0a3e4368b732373a_t4_click_0a3e4368b732373a449a86feb3992624a6ed09b90ba7e48697cbcdc60738176d.png" ContentType="image/png"/>
  <Override PartName="/ppt/media/pam_r2_40127c8e26915e11_t4_click_40127c8e26915e1187b1421651fc61f6031c88ca8a5636523764d18c25dff5fe.png" ContentType="image/png"/>
  <Override PartName="/ppt/media/pam_r2_86e24b9107276234_t4_click_86e24b91072762341181711b3e5311601df1019e5db1025d9fb3d9bd81e256cb.png" ContentType="image/png"/>
  <Override PartName="/ppt/media/pam_r2_1d070b09fb8c6959_t4_click_1d070b09fb8c6959d37b48e8f1c47186b172730dad05f71a140a4a8b5566a80c.png" ContentType="image/png"/>
  <Override PartName="/ppt/media/pam_r2_17338bc3b5bbf7f2_t4_click_17338bc3b5bbf7f2ccbbf9eece398afb5abb101be14f1ceab17592a0b850b82f.png" ContentType="image/png"/>
  <Override PartName="/ppt/media/pam_r2_0a54a926dc5ea419_t4_click_0a54a926dc5ea4194d64bae81003c3c12dbe6b56862762e25d051181c2277265.png" ContentType="image/png"/>
  <Override PartName="/ppt/media/pam_r2_386a7d143bf25317_t4_click_386a7d143bf25317216368c3d10b4ffeb38d97226bdfafa2d96b8ed5e8992912.png" ContentType="image/png"/>
  <Override PartName="/ppt/media/pam_r2_7f85667ab8c87769_t4_click_7f85667ab8c87769f42e3dd39c56b1721f3c2567d28bc97ffae5efe6e04ff08d.png" ContentType="image/png"/>
  <Override PartName="/ppt/media/pam_r2_cde1dd993e6ec727_t4_click_cde1dd993e6ec727c59a2475a25b9ddc6202f1e618ae93df20e7d9f8bb6b62ad.png" ContentType="image/png"/>
  <Override PartName="/ppt/media/pam_r2_0ef4965ea254770e_t4_click_0ef4965ea254770e59e2b4cfa4bed1311801c906ed1f22097320eaf1f803ccc9.png" ContentType="image/png"/>
  <Override PartName="/ppt/media/pam_r2_7aaf2d3851c37583_t4_click_7aaf2d3851c37583aee69142683e8dba434ad8c123123f674f8405bab9f4e003.png" ContentType="image/png"/>
  <Override PartName="/ppt/media/pam_r2_f4bd77428c864c3a_t4_click_f4bd77428c864c3a5b7d24da2af2ea3f935bb05a73adbfb01b8d4f2c0b10bcef.png" ContentType="image/png"/>
  <Override PartName="/ppt/media/pam_r2_fb97268129d38c53_t4_click_fb97268129d38c53cab4f226790688d01eb92ed065705934ecff6ce92ace8ac6.png" ContentType="image/png"/>
  <Override PartName="/ppt/media/pam_r2_590edc92713c048f_t4_click_590edc92713c048ff6568bb5b4f34ac0f7a9eedc26e00483c98bd3a63a665177.png" ContentType="image/png"/>
  <Override PartName="/ppt/media/pam_r2_78c3d9ff84b7fc2e_t4_click_78c3d9ff84b7fc2ecbd6f015f795125cd114627c956c6ce687eac4a66c3329c3.png" ContentType="image/png"/>
  <Override PartName="/ppt/media/pam_r2_c987fa9611b9f4d2_t4_click_c987fa9611b9f4d22a96af07a4b174c19fd7ad33ea4fe5eee77dc62b27a31181.png" ContentType="image/png"/>
  <Override PartName="/ppt/media/pam_r2_68b1c7f856921d61_t4_click_68b1c7f856921d61a47bd5f621e50847dc18e66b127850d8749b5502970da388.png" ContentType="image/png"/>
  <Override PartName="/ppt/media/pam_r2_bfe2f627393b8e94_t4_click_bfe2f627393b8e94b95460e2ebfb0e861a90ab4b24fcfdb861941560f52531fa.png" ContentType="image/png"/>
  <Override PartName="/ppt/media/pam_r2_047daca76ca2bd61_t4_click_047daca76ca2bd619ee354148c6bad940bbd9e03dbd7b18ab4e89dd50200f780.png" ContentType="image/png"/>
  <Override PartName="/ppt/media/pam_r2_e1fc678cdec85274_t4_click_e1fc678cdec85274667dc6cc9ff8321b2c554e31d0376a374a313ba229eb29a8.png" ContentType="image/png"/>
  <Override PartName="/ppt/media/pam_r2_9bb51191d3a65e57_t4_click_9bb51191d3a65e57d45f48bd8a995e3ef495f1592bf75fbd6818dcf1ba7714c6.png" ContentType="image/png"/>
  <Override PartName="/ppt/media/pam_r2_a136faa2c3657bbb_t4_click_a136faa2c3657bbb229f88e7ad53444795ca812b14111c87659f48c41d5bba1a.png" ContentType="image/png"/>
  <Override PartName="/ppt/media/pam_r2_ceb70d84cd3b6d05_t4_click_ceb70d84cd3b6d05c517df68972d1c6b0a3c718edab1bbb6fb834c80214ea4d5.png" ContentType="image/png"/>
  <Override PartName="/ppt/media/pam_r2_0c31ecae04c20c2a_t4_click_0c31ecae04c20c2aa04b0600ed89a51160991298869093847d38d3e1fa345069.png" ContentType="image/png"/>
  <Override PartName="/ppt/media/pam_r2_3de9540bee9623cc_t4_click_3de9540bee9623cc23ab38ab170d56b3d44229da81461f42f7ceb9dc512cc143.png" ContentType="image/png"/>
  <Override PartName="/ppt/media/pam_r2_de82a455542362d2_t4_click_de82a455542362d238ef74d0ee9b6c0d8467b9be8658718693390e86c509d596.png" ContentType="image/png"/>
  <Override PartName="/ppt/media/pam_r2_55f1e2972da228ec_t4_click_55f1e2972da228ecc55ed96a13ea93a8e32c81de1d6c10052507c631ab12a955.png" ContentType="image/png"/>
  <Override PartName="/ppt/media/pam_r2_d924c251668e124f_t4_click_d924c251668e124fbf06f04ed4894f5744617d4e00cc8babe5e5947a6988bcf3.png" ContentType="image/png"/>
  <Override PartName="/ppt/media/pam_r2_5092c85c122d7a2f_image279.png" ContentType="image/png"/>
  <Override PartName="/ppt/media/pam_r2_67cb7ab092f9a9c6_image280.png" ContentType="image/png"/>
  <Override PartName="/ppt/media/pam_r2_711b68bd26412911_image283.png" ContentType="image/png"/>
  <Override PartName="/ppt/media/pam_r2_9600d5a14414023e_t4_click_9600d5a14414023ec0de60b0d43ad1e499e025b4db063a2a60949dad8b34e79f.png" ContentType="image/png"/>
  <Override PartName="/ppt/media/pam_r2_f741649ed6a8694e_t4_click_f741649ed6a8694eb19ac94be9cacd51cdfd945bb6064de40f7e4414c30a9386.png" ContentType="image/png"/>
  <Override PartName="/ppt/media/pam_r2_50ef2e817e679106_t4_click_50ef2e817e679106e3713c354bb549cf12f2f1db520751263a190e002a89192b.png" ContentType="image/png"/>
  <Override PartName="/ppt/media/pam_r2_e3186f0908ef099f_t4_click_e3186f0908ef099f8cda78cdb2b51d17b94171a642dcc5f54ccea12da0b85550.png" ContentType="image/png"/>
  <Override PartName="/ppt/media/pam_r2_fb246217e0b54098_t4_click_fb246217e0b540980a0078ae9e711ab4398d60ac572135b7b7fd43fc7b2eee86.png" ContentType="image/png"/>
  <Override PartName="/ppt/media/pam_r2_c2d1fa15a040b1ed_t4_click_c2d1fa15a040b1ed1e3708fd4880acff993e15d0944aa861452e70c318cb24c1.png" ContentType="image/png"/>
  <Override PartName="/ppt/media/pam_r2_1b553cdc37008e47_t4_click_1b553cdc37008e477e87d5df73228759e41e7fdc49008414cc3dfe181faca8a4.png" ContentType="image/png"/>
  <Override PartName="/ppt/media/pam_r2_77c425d9dd463ed7_t4_click_77c425d9dd463ed71651259e05fc7372866d6a9ac9db629b98805f5647f0ca93.png" ContentType="image/png"/>
  <Override PartName="/ppt/media/pam_r2_9e41b27d62023dd3_t4_click_9e41b27d62023dd3fcba808bf83874f33d779d1759ad955d0107f994104607a3.png" ContentType="image/png"/>
  <Override PartName="/ppt/media/pam_r2_4f20d77f46fd7d41_t4_click_4f20d77f46fd7d41c55d5d2a501bae480a1cfdf7003c6735b4d05b45d9def6fa.png" ContentType="image/png"/>
  <Override PartName="/ppt/media/pam_r2_ec1ec6571b6e94f6_t4_click_ec1ec6571b6e94f687142c96f37a7da7bae9b51495691fe7d3aabf92cc446b9c.png" ContentType="image/png"/>
  <Override PartName="/ppt/media/pam_r2_7cd001fad98e9820_t4_click_7cd001fad98e98202a2da1212a0ddb80551d5b3417aa3b3a7231b6a8ce1375cf.png" ContentType="image/png"/>
  <Override PartName="/ppt/media/pam_r2_266f2dc381d5be03_t4_click_266f2dc381d5be03a61f13bfb411956f54d9914ee556011c8c367fdb44c94978.png" ContentType="image/png"/>
  <Override PartName="/ppt/media/pam_r2_8b72b1445d535a20_t4_click_8b72b1445d535a2038a61ada8c351829674478df3fb6ab042967eb46f67c93e1.png" ContentType="image/png"/>
  <Override PartName="/ppt/media/pam_r2_b12e258dcda57ef1_t4_click_b12e258dcda57ef1b10ce7ca78719ca7de937a57e2fecdaa6f4e6cc7dad52011.png" ContentType="image/png"/>
  <Override PartName="/ppt/media/pam_r2_da55bf886344483d_t4_click_da55bf886344483dfa555ca5365174e4e3286a0a7fc470709528c8a45bb712e6.png" ContentType="image/png"/>
  <Override PartName="/ppt/media/pam_r2_4f1c34ec187fd2cb_t4_click_4f1c34ec187fd2cbb14dd8e9771691c6e9bcc5ede401f5bade83ee356663e2dc.png" ContentType="image/png"/>
  <Override PartName="/ppt/media/pam_r2_f2bebcf768e05887_t4_click_f2bebcf768e05887bd325c982c26c32508e6d8dc4d08108c5e506e64779e6e7c.png" ContentType="image/png"/>
  <Override PartName="/ppt/media/pam_r2_f7f3a4923e13f903_t4_click_f7f3a4923e13f903f301e5f0b46553ad7fd1e74c0990190ce0fd2aba83b30cdf.png" ContentType="image/png"/>
  <Override PartName="/ppt/media/pam_r2_10052ab1068aed93_t4_click_10052ab1068aed9397c99bd52664765bb7214abe11ee6dffea79ee7ddfee8db1.png" ContentType="image/png"/>
  <Override PartName="/ppt/media/pam_r2_c34b6ef8234f998b_t4_click_c34b6ef8234f998b44ffc391df8df5192adfe925aced99f603e9358023fd99a6.png" ContentType="image/png"/>
  <Override PartName="/ppt/media/pam_r2_4eb97d3f74ca5aec_image293.png" ContentType="image/png"/>
  <Override PartName="/ppt/media/pam_r2_dab410e344e78f14_image294.png" ContentType="image/png"/>
  <Override PartName="/ppt/media/pam_r2_15045f109c32d9aa_t4_click_15045f109c32d9aaf77dbe43cff4b5a1c27448299728f4baa19754f4542c29a9.png" ContentType="image/png"/>
  <Override PartName="/ppt/media/pam_r2_b4d37b3c4ac9bd99_t4_click_b4d37b3c4ac9bd991310c31d4df4a5959104bf7c7a44c1788cd2ba410a65229e.png" ContentType="image/png"/>
  <Override PartName="/ppt/media/pam_r2_a9994b814db651b5_t4_click_a9994b814db651b5cc744062b164b98ad5161e839bdc77efa9624a19663df10b.png" ContentType="image/png"/>
  <Override PartName="/ppt/media/pam_r2_c8c6fc196c692ef1_t4_click_c8c6fc196c692ef1539e805e0abc976d7b29e2713121130469ebb2ba6e0015db.png" ContentType="image/png"/>
  <Override PartName="/ppt/media/pam_r2_0df78d840fdb5eb8_t4_click_0df78d840fdb5eb8e1934f35622346d781d7cb6ff997bebd61ee5b59992aced5.png" ContentType="image/png"/>
  <Override PartName="/ppt/media/pam_r2_34dc67abb11f740f_t4_click_34dc67abb11f740ff2446baddb5914c1cfaeb3cb2e45fc4ff5d6457ddb59e846.png" ContentType="image/png"/>
  <Override PartName="/ppt/media/pam_r2_776e828e971ffb93_t4_click_776e828e971ffb9367b59321af36566e96db3dabf7f0ae3cae2671098a4d964c.png" ContentType="image/png"/>
  <Override PartName="/ppt/media/pam_r2_0b70d77ae8649449_t4_click_0b70d77ae8649449ed4412c8628fd83aef5d18634cb5a6da70aa6ab1d1d6c178.png" ContentType="image/png"/>
  <Override PartName="/ppt/media/pam_r2_b54613fcfb06a364_t4_click_b54613fcfb06a364a8ca6ac4f24ca88c53de4992a9c3bc7ad9814356e2d1cee5.png" ContentType="image/png"/>
  <Override PartName="/ppt/media/pam_r2_2fb3196b19bf728c_t4_click_2fb3196b19bf728ce158db7751876120897aa209f16cfe93f72dacf36f2d72b1.png" ContentType="image/png"/>
  <Override PartName="/ppt/media/pam_r2_1fe90ecefe713118_t4_click_1fe90ecefe713118a94fbb53d81dc3b58ad3acf627291b2de95db69bacbea913.png" ContentType="image/png"/>
  <Override PartName="/ppt/media/pam_r2_615553bffe781fd0_t4_click_615553bffe781fd09f1d802b1b336ae13934c5d66eee8cb352e8c33fa7e3b4d7.png" ContentType="image/png"/>
  <Override PartName="/ppt/media/pam_r2_80947c112fa32421_t4_click_80947c112fa324216f54248cdbea9fd5103be6241db3018308c034205be3ebe9.png" ContentType="image/png"/>
  <Override PartName="/ppt/media/pam_r2_fd71e5989d0c03ca_t4_click_fd71e5989d0c03caabce3b674bc7a85fc12053279dd4ebf6fb78a7a8a3bea09e.png" ContentType="image/png"/>
  <Override PartName="/ppt/media/pam_r2_1ca8b8c987f1b5c0_t4_click_1ca8b8c987f1b5c0a803195112cf82ddb221336092dedf89ad0a17802146a87a.png" ContentType="image/png"/>
  <Override PartName="/ppt/media/pam_r2_e87ced7b5ac58160_t4_click_e87ced7b5ac581607a1943b2255571727f3038883acea76e339a462fa17e6513.png" ContentType="image/png"/>
  <Override PartName="/ppt/media/pam_r2_7294ec73d167a820_t4_click_7294ec73d167a8204e3d3ab8a1a14e8fb68a4aee42bf9708f68d2f59e28db170.png" ContentType="image/png"/>
  <Override PartName="/ppt/media/pam_r2_efaba2349640505f_t4_click_efaba2349640505fcff57639ad6f9531c6c66eed92ac128dd8d4b2b37101f327.png" ContentType="image/png"/>
  <Override PartName="/ppt/media/pam_r2_e56a43727aa0e82a_t4_click_e56a43727aa0e82a9124c3a5f2b0ee06fd8e9d5e9a6ea92c87b8eecfb0015f33.png" ContentType="image/png"/>
  <Override PartName="/ppt/media/pam_r2_b9d760d76fcbbd35_t4_click_b9d760d76fcbbd35bdded1201427fde0bbf02ff59ece457c6f243c86c101a11e.png" ContentType="image/png"/>
  <Override PartName="/ppt/media/pam_r2_cb0392a2558d88c3_t4_click_cb0392a2558d88c3d744f50d1f20c3d6bbcabcd5da46588ceeca767b0af23cd5.png" ContentType="image/png"/>
  <Override PartName="/ppt/media/pam_r2_b5f65d208a0b4728_t4_click_b5f65d208a0b4728e86238ec861123f854123159fab4a3da93f7c926dc268415.png" ContentType="image/png"/>
  <Override PartName="/ppt/media/pam_r2_c0bf4085b8fc475c_t4_click_c0bf4085b8fc475c59e3adc95c25b9105bb58c83ea5bb444bf16103b0010637c.png" ContentType="image/png"/>
  <Override PartName="/ppt/media/pam_r2_e8909a6666129a6e_t4_click_e8909a6666129a6e93c46d32e78ffb487caffd4609959236cf6cb0022a73b263.png" ContentType="image/png"/>
  <Override PartName="/ppt/media/pam_r2_f1dfd61f0776d734_t4_click_f1dfd61f0776d734eb910d25c39b65eb6385c01c5918b59a4920b77cc658a63a.png" ContentType="image/png"/>
  <Override PartName="/ppt/media/pam_r2_ac621785fc8b455f_t4_click_ac621785fc8b455f0afcdf97d16f99a5517f9def68e19c147c89035e6775b96a.png" ContentType="image/png"/>
  <Override PartName="/ppt/media/pam_r2_3dfde27c0924f795_t4_click_3dfde27c0924f7959c0cb8cc2489d8a4c4f62eb070dcfe4d620cfa75fc53d2c6.png" ContentType="image/png"/>
  <Override PartName="/ppt/media/pam_r2_5377231f7641f5fe_t4_click_5377231f7641f5fe2b5f0c9577b767b1c3c3380dd9941aad13b6c5dadeba8905.png" ContentType="image/png"/>
  <Override PartName="/ppt/media/pam_r2_06c9c51d9dfb0fff_t4_click_06c9c51d9dfb0fff8a10757256ae81a9714efcc8d78b95f7198d81ea17f6d281.png" ContentType="image/png"/>
  <Override PartName="/ppt/media/pam_r2_6f3e3202d8a3176f_t4_click_6f3e3202d8a3176f892db29c3a0ed6e3033852a887864cb7f90843dfc40693f4.png" ContentType="image/png"/>
  <Override PartName="/ppt/media/pam_r2_51149ff07fd0758c_t4_click_51149ff07fd0758c7436147f83633483d7a16773d5c036e992ff4ddc3920d831.png" ContentType="image/png"/>
  <Override PartName="/ppt/media/pam_r2_5e6f8b399b6779fd_t4_click_5e6f8b399b6779fd8192afc6c99078b6fa75f01738cf36acd6dc7fbeb4dff74a.png" ContentType="image/png"/>
  <Override PartName="/ppt/media/pam_r2_8841e689517965ca_t4_click_8841e689517965ca9863b62a90c51f0e6e841d31792596d9eb50c39ab45c7418.png" ContentType="image/png"/>
  <Override PartName="/ppt/media/pam_r2_0bcc0f1604d72421_t4_click_0bcc0f1604d72421ab6bcd83fdec7cc364ac0d88d3beb2f852e7dd1d873f92cf.png" ContentType="image/png"/>
  <Override PartName="/ppt/media/pam_r2_402f7baec5beccd8_t4_click_402f7baec5beccd815df39cbee61827302722fca47c1c56b1302fe634b73b86c.png" ContentType="image/png"/>
  <Override PartName="/ppt/media/pam_r2_2b2d210ace78e290_t4_click_2b2d210ace78e290e5599bac4ac4f8b9fd0c7cbe6e816f6927a1db6fd56e57dd.png" ContentType="image/png"/>
  <Override PartName="/ppt/media/pam_r2_a8cdbfd2be6f49a2_image301.png" ContentType="image/png"/>
  <Override PartName="/ppt/media/pam_r2_f51de099107702a3_t4_click_f51de099107702a330889a113ca58a80d91a992ebe85d7993c2f95bcd8d95461.png" ContentType="image/png"/>
  <Override PartName="/ppt/media/pam_r2_8bebc7a5f25a4e6c_t4_click_8bebc7a5f25a4e6c7695837b861dd366b87b6e86984fb78532f46879e5aee2c1.png" ContentType="image/png"/>
  <Override PartName="/ppt/media/pam_r2_e60fa35e3e482d8c_t4_click_e60fa35e3e482d8c53708dac7134bc37a177de9afcbd285ad840ea7df279ff65.png" ContentType="image/png"/>
  <Override PartName="/ppt/media/pam_r2_496f8cd41e35e956_t4_click_496f8cd41e35e95695aea9433566fb18a14f987d9d884774db6bd5e340e82638.png" ContentType="image/png"/>
  <Override PartName="/ppt/media/pam_r2_6e77a1214b306a77_t4_click_6e77a1214b306a777d22dc5d763fc7dc36dcb550313e9c5d28e33de1dd946821.png" ContentType="image/png"/>
  <Override PartName="/ppt/media/pam_r2_a22e6fc8c8687949_t4_click_a22e6fc8c86879498ac9a862c6173b3725989a25c4fe87ff9afd4ac4e2270b81.png" ContentType="image/png"/>
  <Override PartName="/ppt/media/pam_r2_6c076fac9b3b3aa4_t4_click_6c076fac9b3b3aa4877eab0118ec830651fc799f011b4395a20f180dea860a15.png" ContentType="image/png"/>
  <Override PartName="/ppt/media/pam_r2_69a2af9bfdc0e921_t4_click_69a2af9bfdc0e92163bdb0504d6aaa9d91f236c6531eecaba60483772e9a2a09.png" ContentType="image/png"/>
  <Override PartName="/ppt/media/pam_r2_ced523a07652712b_t4_click_ced523a07652712bfd2b5cc9f1aceb19c67c9cce33e55012e2dbef732786be3e.png" ContentType="image/png"/>
  <Override PartName="/ppt/media/pam_r2_41d893bbb2e5aa02_t4_click_41d893bbb2e5aa0277bf60749eacd5213264e8fc169d354a25f53e614cbd4d76.png" ContentType="image/png"/>
  <Override PartName="/ppt/media/pam_r2_0b39a7aeb387dad9_t4_click_0b39a7aeb387dad9603c824be91bb0bef956f5c20dfcd1e849ed850e53ecf83a.png" ContentType="image/png"/>
  <Override PartName="/ppt/media/pam_r2_a901914f2c1c6e36_t4_click_a901914f2c1c6e3669d495eedf7a5f37692065a51c8583ca6159546bf0d1c7ac.png" ContentType="image/png"/>
  <Override PartName="/ppt/media/pam_r2_2170d3324d35f15b_t4_click_2170d3324d35f15b0a84690325790baa4507d4d54432749dbc34d7f459ef3233.png" ContentType="image/png"/>
  <Override PartName="/ppt/media/pam_r2_868221ca935bd81c_t4_click_868221ca935bd81c4e53df62c9cedafe3008fcbaf554ce6d3d9ba18778194e97.png" ContentType="image/png"/>
  <Override PartName="/ppt/media/pam_r2_ff29cdde75603b38_t4_click_ff29cdde75603b380381c2dc592f321a29490da3104429f403ab086a94bb5be3.png" ContentType="image/png"/>
  <Override PartName="/ppt/media/pam_r2_8d51f326cf76c547_t4_click_8d51f326cf76c547e48a49440dc2fd0a5c4199b12f69b738d2911362e7c365dd.png" ContentType="image/png"/>
  <Override PartName="/ppt/media/pam_r2_5c8a8841f04bb029_t4_click_5c8a8841f04bb029e4e19731a58b42b84e4f39e8fa9ca85fee131ad68d81b49a.png" ContentType="image/png"/>
  <Override PartName="/ppt/media/pam_r2_ee92dc9f2333c045_t4_click_ee92dc9f2333c045415ea5fd5afe97924b008db67ad40c2d9371606ecfb36f00.png" ContentType="image/png"/>
  <Override PartName="/ppt/media/pam_r2_d163cbb732f4de31_t4_click_d163cbb732f4de3123030ea3cc91947c1b7a46025280f583bde47369487c01dc.png" ContentType="image/png"/>
  <Override PartName="/ppt/media/pam_r2_7c1a2e4b03896afe_t4_click_7c1a2e4b03896afeec153661e6d2c0bd75eec3d50a79d4636219b0cf563c7ef5.png" ContentType="image/png"/>
  <Override PartName="/ppt/media/pam_r2_4e1ae00b727bace3_t4_click_4e1ae00b727bace3c99a365f214b3f13db1c86e50f34b8aaae1562c8ecc3a186.png" ContentType="image/png"/>
  <Override PartName="/ppt/media/pam_r2_fb2a8a49c5847423_t4_click_fb2a8a49c5847423560fb71d05fa4b6c4d1906be515bf2fdbc1e8cafe421af13.png" ContentType="image/png"/>
  <Override PartName="/ppt/media/pam_r2_a95feba20212a9c9_image307.png" ContentType="image/png"/>
  <Override PartName="/ppt/media/pam_r2_0a6bb9dfc5f7f985_image308.png" ContentType="image/png"/>
  <Override PartName="/ppt/media/pam_r2_6f99656d1acd9ae2_image311.png" ContentType="image/png"/>
  <Override PartName="/ppt/media/pam_r2_8e9e03d09dc284ff_t4_click_8e9e03d09dc284ff8760587943ff7b0568235a6bcec5040dd23d0641ce4250c3.png" ContentType="image/png"/>
  <Override PartName="/ppt/media/pam_r2_a652697e121f625b_t4_click_a652697e121f625ba7321f31d4be66d8507d8054dfe19ccd128ff94b1e1c825e.png" ContentType="image/png"/>
  <Override PartName="/ppt/media/pam_r2_8f1cdff49d54a5d0_t4_click_8f1cdff49d54a5d0516559909c2de97285613c54f36014a6df55f8844b5a5476.png" ContentType="image/png"/>
  <Override PartName="/ppt/media/pam_r2_9ef3c424d3a3db20_t4_click_9ef3c424d3a3db201c7c19bb8c7daecb7c760f205d1e49e556cacddade66a948.png" ContentType="image/png"/>
  <Override PartName="/ppt/media/pam_r2_ced30ec425d1dfbd_t4_click_ced30ec425d1dfbd318f55a79d15276f43923c6178b43914029a7404280da346.png" ContentType="image/png"/>
  <Override PartName="/ppt/media/pam_r2_2dfe5ea1a3abc46f_t4_click_2dfe5ea1a3abc46fa1d75a5768b26962f3537bd357db28e4f0296f42432f0363.png" ContentType="image/png"/>
  <Override PartName="/ppt/media/pam_r2_69afc5f01313ce21_t4_click_69afc5f01313ce21ff517114fa0706ac2697714cc9dd2647e2a1b448d8468cfc.png" ContentType="image/png"/>
  <Override PartName="/ppt/media/pam_r2_a6eeda8803e9fb4e_t4_click_a6eeda8803e9fb4e217734e17bf890eca93867a9bf237a51251b1bf58490e92e.png" ContentType="image/png"/>
  <Override PartName="/ppt/media/pam_r2_2c634b6ecafd8371_t4_click_2c634b6ecafd83715b6aada9e12c1ee8234f28d1d8ef1da391c449217d9600aa.png" ContentType="image/png"/>
  <Override PartName="/ppt/media/pam_r2_87ea7bc871df6703_t4_click_87ea7bc871df670331c68421634ecdac88a6e4033b9e8245d7fd801f754c4c52.png" ContentType="image/png"/>
  <Override PartName="/ppt/media/pam_r2_7edff956ba586435_t4_click_7edff956ba58643519f8265ca7c1f132a0e21ac0934830cc89b0b2abef86c3a1.png" ContentType="image/png"/>
  <Override PartName="/ppt/media/pam_r2_7be828874d863f3a_t4_click_7be828874d863f3a471a356a267c280ee665b0aff170758751dbb92f7dc1425d.png" ContentType="image/png"/>
  <Override PartName="/ppt/media/pam_r2_689b9573e81a2d0f_t4_click_689b9573e81a2d0fac624685a3beb16e7bdb3e44670c736d9a384a5f830f318a.png" ContentType="image/png"/>
  <Override PartName="/ppt/media/pam_r2_91a6ec47fe54e8ab_t4_click_91a6ec47fe54e8ab722f7375662aed13549cd5054bd7dd91ba6fcae9f4a2d81b.png" ContentType="image/png"/>
  <Override PartName="/ppt/media/pam_r2_2e2d7d44a14565dd_t4_click_2e2d7d44a14565dd4353bbaa2272782aa635cffed25efbcbdefa8e7bca347269.png" ContentType="image/png"/>
  <Override PartName="/ppt/media/pam_r2_dfc7d1cffaf0b0d2_t4_click_dfc7d1cffaf0b0d2d0cc3a4d672fc1326927f1198a44b627dc8e32fe4a9f2587.png" ContentType="image/png"/>
  <Override PartName="/ppt/media/pam_r2_91a9688f713cc3ab_t4_click_91a9688f713cc3abb01ecfd82f89303cfb1ed5e88a1be01dcda5694a63703cdf.png" ContentType="image/png"/>
  <Override PartName="/ppt/media/pam_r2_49171c8c9db3f9fe_t4_click_49171c8c9db3f9fef3610b4f4fbf13b8cf9c704b972b7eddab8132ac7379ba04.png" ContentType="image/png"/>
  <Override PartName="/ppt/media/pam_r2_0ef16d27f659151b_t4_click_0ef16d27f659151be27a6b807d92a82b4d5b46500861a4d39ae7d7c04eccfe14.png" ContentType="image/png"/>
  <Override PartName="/ppt/media/pam_r2_4d53a4d5be64f428_t4_click_4d53a4d5be64f42814b12fe64cae4552b2eb136cc19e69f48cdcc6ef0d70ce10.png" ContentType="image/png"/>
  <Override PartName="/ppt/media/pam_r2_af1393af26eacbea_t4_click_af1393af26eacbeac7d601f32a592e3e54fc0fc3dc6a8a78f1d50c8212375d16.png" ContentType="image/png"/>
  <Override PartName="/ppt/media/pam_r2_728da5f4dac85957_image321.png" ContentType="image/png"/>
  <Override PartName="/ppt/media/pam_r2_16c55c9b9be3d044_image322.png" ContentType="image/png"/>
  <Override PartName="/ppt/media/pam_r2_c18a013dae2ec6fb_t4_click_c18a013dae2ec6fbc8d4961e58ddd7aa354a9e439bb44c20bfce67b99747ca0f.png" ContentType="image/png"/>
  <Override PartName="/ppt/media/pam_r2_ac1f066169929467_t4_click_ac1f066169929467e7979dc9b9bff05a86642aa489967dcd6c21f53b14b6e58b.png" ContentType="image/png"/>
  <Override PartName="/ppt/media/pam_r2_33882f4f215b3790_t4_click_33882f4f215b379091e4efaaeb6d8bf984026b9725b341683cee6784d1839b02.png" ContentType="image/png"/>
  <Override PartName="/ppt/media/pam_r2_6a33e907d76b117e_t4_click_6a33e907d76b117ead0adbe1e139db093b0c3aee0db7acbd80d41e64a89a6d43.png" ContentType="image/png"/>
  <Override PartName="/ppt/media/pam_r2_485a56a2ece86f29_t4_click_485a56a2ece86f29bd6668967ac2001ab8834753544d823bd52751b60c6f1a9b.png" ContentType="image/png"/>
  <Override PartName="/ppt/media/pam_r2_dcfdc6af11d807bc_t4_click_dcfdc6af11d807bc7250c3aa97ffa8d4ee45fe0a7cb20fc931667996389e7a16.png" ContentType="image/png"/>
  <Override PartName="/ppt/media/pam_r2_c6fc5c6acf7a7b1e_t4_click_c6fc5c6acf7a7b1e68183171cc4c25651e103a376841e95254cacd5d635d7657.png" ContentType="image/png"/>
  <Override PartName="/ppt/media/pam_r2_1d9ae215d099b2ba_t4_click_1d9ae215d099b2bae5af15a1ee19332792aed147ec3af9e687fb48c0f4c25d44.png" ContentType="image/png"/>
  <Override PartName="/ppt/media/pam_r2_f31dbb813638482a_t4_click_f31dbb813638482a9c13e4f5dcabd398993445f4f00a8e5bf41c18ac73a97e18.png" ContentType="image/png"/>
  <Override PartName="/ppt/media/pam_r2_81bc92fbd5fafcef_t4_click_81bc92fbd5fafcefa79f7d651bf9f0c22adac85b74d961f689f7093c51a51b98.png" ContentType="image/png"/>
  <Override PartName="/ppt/media/pam_r2_4d1398a4f29fc84b_t4_click_4d1398a4f29fc84b0484d7c452cc474ab97f91b7de43dcc81c1bfe95435dc72d.png" ContentType="image/png"/>
  <Override PartName="/ppt/media/pam_r2_27b77715dbce7ad1_t4_click_27b77715dbce7ad161cd1001875d2c949b4f186846c1b94458fa89c6c4e0ebf2.png" ContentType="image/png"/>
  <Override PartName="/ppt/media/pam_r2_92f6c37056220fca_t4_click_92f6c37056220fca44b6ec4779bb9b47f820a0cb0a6d76a87d654400fd4eb1a7.png" ContentType="image/png"/>
  <Override PartName="/ppt/media/pam_r2_c090ae856bbfaf4d_t4_click_c090ae856bbfaf4d5cce72665b30f2eadc7f3c2d7d06bc27b625461070a04d19.png" ContentType="image/png"/>
  <Override PartName="/ppt/media/pam_r2_8b2bc877ae1a92a4_t4_click_8b2bc877ae1a92a434f1b82db31ec2814c1a4160672c1bcba0bcf9dd476b7a96.png" ContentType="image/png"/>
  <Override PartName="/ppt/media/pam_r2_023c15d18fcbd251_t4_click_023c15d18fcbd2519a9bc1782a2e788b0bf1493b6bbc488bbf5cd267ae6969a4.png" ContentType="image/png"/>
  <Override PartName="/ppt/media/pam_r2_edfc7dbb06533c34_t4_click_edfc7dbb06533c34bcab66ccc2245b8ed7adfd2cb64dd07c806fa7aedfee6e1b.png" ContentType="image/png"/>
  <Override PartName="/ppt/media/pam_r2_11ea66f43f43e4ff_t4_click_11ea66f43f43e4ffac8e3bcb00a6b105eb4caf3a04f16b0943342c13dcde66cf.png" ContentType="image/png"/>
  <Override PartName="/ppt/media/pam_r2_0d53b071d155a9a5_t4_click_0d53b071d155a9a50268a9baa3a5e6f7a219dbb706e24c5f61ddef39d97971a1.png" ContentType="image/png"/>
  <Override PartName="/ppt/media/pam_r2_b59ccb5e0b98d706_t4_click_b59ccb5e0b98d7061a5ae714d0d66f685abc12d96f58a367fcd3e6d5932d3a1e.png" ContentType="image/png"/>
  <Override PartName="/ppt/media/pam_r2_654381ffa4194c22_t4_click_654381ffa4194c22d0ab353d684ec7bd027644eec3286a1ddecfea46bbe2afb2.png" ContentType="image/png"/>
  <Override PartName="/ppt/media/pam_r2_0553333f7780ad1c_t4_click_0553333f7780ad1cf649ba1196e272c876eff3fb5d8e96834efc28a4538e768d.png" ContentType="image/png"/>
  <Override PartName="/ppt/media/pam_r2_53362a217c3c562e_t4_click_53362a217c3c562e05f5e8a516ad5e1252f9de1c2cca3bf02abe12a83d78acf0.png" ContentType="image/png"/>
  <Override PartName="/ppt/media/pam_r2_7c8b2dd5d611091b_t4_click_7c8b2dd5d611091bbb588677c8300683abc54465e77a122a4829bc538eaea6f8.png" ContentType="image/png"/>
  <Override PartName="/ppt/media/pam_r2_319581e146293e8a_t4_click_319581e146293e8a2e54fa7a4a6f5030e56d691940c18b321ae7d61e92b6edeb.png" ContentType="image/png"/>
  <Override PartName="/ppt/media/pam_r2_b5350ce612d24bfb_t4_click_b5350ce612d24bfb4789b7b749c0f0e1c3077f583f4f8f9853e31fe43eca6123.png" ContentType="image/png"/>
  <Override PartName="/ppt/media/pam_r2_9d529b91fb455b33_t4_click_9d529b91fb455b336f4effdab31f6d7fb6f2e261eab1061c8fbc45ff6d81249f.png" ContentType="image/png"/>
  <Override PartName="/ppt/media/pam_r2_a55533467a4c868f_t4_click_a55533467a4c868f32b50b91d45317a21791475fbf57ada3dbd34f9f85baa2fc.png" ContentType="image/png"/>
  <Override PartName="/ppt/media/pam_r2_29dd879d0d171e87_t4_click_29dd879d0d171e870aa811f576b05caf66711844870bf35bd9f8fff2ba7eaaf6.png" ContentType="image/png"/>
  <Override PartName="/ppt/media/pam_r2_46f5aa3af0d09993_t4_click_46f5aa3af0d09993534d423f59464d371f264cc55cd7bceb666ada712c38cc8c.png" ContentType="image/png"/>
  <Override PartName="/ppt/media/pam_r2_18107a9f64fc5c85_t4_click_18107a9f64fc5c854609d47377f2ad4f0016447053bfcc401396c27921553785.png" ContentType="image/png"/>
  <Override PartName="/ppt/media/pam_r2_9754a67208da1f18_t4_click_9754a67208da1f183b8965e55e74719e64f62b75481659fd8554ed18610be7f8.png" ContentType="image/png"/>
  <Override PartName="/ppt/media/pam_r2_d554dbdf97926d82_t4_click_d554dbdf97926d82dfdad3a221f186c7f70a95c4a6d4dbe3d806f8923b3b4cdd.png" ContentType="image/png"/>
  <Override PartName="/ppt/media/pam_r2_2f4eba2ba9410158_t4_click_2f4eba2ba94101581ca265398cc330266ef495849b8277d3e0da2206971141e4.png" ContentType="image/png"/>
  <Override PartName="/ppt/media/pam_r2_ea0d0ac6d440b177_t4_click_ea0d0ac6d440b1777d308521759dc4ef57605f9a473610b804b4d583ab657cf3.png" ContentType="image/png"/>
  <Override PartName="/ppt/media/pam_r2_d84511d7f7224023_t4_click_d84511d7f72240231d0f4943672c34e9c46a453b443d7cd2bc5e54d00ca8384b.png" ContentType="image/png"/>
  <Override PartName="/ppt/media/pam_r2_7c327152246afd8f_image329.png" ContentType="image/png"/>
  <Override PartName="/ppt/media/pam_r2_86fc6f01024c514f_t4_click_86fc6f01024c514f3532c5c0733d0bb6104cc2940f456bdcc134c9ffe45a3a65.png" ContentType="image/png"/>
  <Override PartName="/ppt/media/pam_r2_452c2e24d0c010cf_t4_click_452c2e24d0c010cf55c57d12a9e2588172c4a7154ec54f91e9964ce4c4626d70.png" ContentType="image/png"/>
  <Override PartName="/ppt/media/pam_r2_1a793ae34aeaca99_t4_click_1a793ae34aeaca9940da34d2146299ca201852e009de3895153360c4caaa0f45.png" ContentType="image/png"/>
  <Override PartName="/ppt/media/pam_r2_4bac6c3c987675e6_t4_click_4bac6c3c987675e65a228751d0d4b65417c0734a292737cfa8e08ed21e2ff167.png" ContentType="image/png"/>
  <Override PartName="/ppt/media/pam_r2_6eda56463e94c79c_t4_click_6eda56463e94c79c9503461e06297fbcb4fa5c2f686b776a442e54ab83137894.png" ContentType="image/png"/>
  <Override PartName="/ppt/media/pam_r2_dcffb20ac7756310_t4_click_dcffb20ac7756310f4e076fb0843ee3b72623828e3d36ae26bfb883f8d62b404.png" ContentType="image/png"/>
  <Override PartName="/ppt/media/pam_r2_0b23e3b01bba2065_t4_click_0b23e3b01bba206510bb9ba95d36988216a7516ac32d3ee24605b2ee15602e12.png" ContentType="image/png"/>
  <Override PartName="/ppt/media/pam_r2_2170e19e3d67a476_t4_click_2170e19e3d67a4768c58a482f0d25336ef2ec38d69663cd0cf711c7224439d59.png" ContentType="image/png"/>
  <Override PartName="/ppt/media/pam_r2_2ceba4e493235af7_t4_click_2ceba4e493235af743d05b8d1681b6ebf065902f96779d8dcbe7299000d9ccb6.png" ContentType="image/png"/>
  <Override PartName="/ppt/media/pam_r2_2115575a0b69d8c7_t4_click_2115575a0b69d8c7ca2501d82f7128dcb74248962445bec41de962fd60b8ee0d.png" ContentType="image/png"/>
  <Override PartName="/ppt/media/pam_r2_5aca238cf2be21a3_t4_click_5aca238cf2be21a3469840f6b991c449757fa41808338c59079f144e6ffea552.png" ContentType="image/png"/>
  <Override PartName="/ppt/media/pam_r2_1e7e0efde3403603_t4_click_1e7e0efde34036039eea589817117e9a8c52ba807424ca5888f9ec3e0c1ed629.png" ContentType="image/png"/>
  <Override PartName="/ppt/media/pam_r2_359f2639a0aca799_t4_click_359f2639a0aca799b2046c8f459b0ee2b5f2c9f3ee65e5d440513cdaf8e1c23c.png" ContentType="image/png"/>
  <Override PartName="/ppt/media/pam_r2_0e623670a5660a50_t4_click_0e623670a5660a50f529c401b2fb8c261cfb8407897942c960a92de8ab09aee9.png" ContentType="image/png"/>
  <Override PartName="/ppt/media/pam_r2_92b014f3bd8cdadf_t4_click_92b014f3bd8cdadf70e28a8e26e9842a43516224bbc54fa05ff922749611f57b.png" ContentType="image/png"/>
  <Override PartName="/ppt/media/pam_r2_1c6084bcf84d12a1_t4_click_1c6084bcf84d12a11d724b7ca87b419592eb680756f394224bdc80734c8ac10d.png" ContentType="image/png"/>
  <Override PartName="/ppt/media/pam_r2_d16e85127cfe17ef_t4_click_d16e85127cfe17efaa903a227cfb7bea2930fb706abbb5b06d03b3e494a8551a.png" ContentType="image/png"/>
  <Override PartName="/ppt/media/pam_r2_26604308be8c8ebf_t4_click_26604308be8c8ebf0c65b3c4e05632a067d48ece276231c1407251168bc5a7c1.png" ContentType="image/png"/>
  <Override PartName="/ppt/media/pam_r2_fe3c8b258cdf9edd_t4_click_fe3c8b258cdf9edda14c80bdc58bb0a7d586188da1c169b35dd8c5d70e3e1ce1.png" ContentType="image/png"/>
  <Override PartName="/ppt/media/pam_r2_c739503a9ae42609_t4_click_c739503a9ae4260901065359ea70a5dabb4fa1d9a812f0914a3f0ce6084fb168.png" ContentType="image/png"/>
  <Override PartName="/ppt/media/pam_r2_ea9db1e6d570d5d3_t4_click_ea9db1e6d570d5d341691595c84a507dac785a961246c65cb3be664c262dfd39.png" ContentType="image/png"/>
  <Override PartName="/ppt/media/pam_r2_2daa3a0b09fd581a_t4_click_2daa3a0b09fd581a5549be8a97d9bae65ec3f4fb6e52202326235a0562bde6e9.png" ContentType="image/png"/>
  <Override PartName="/ppt/media/pam_r2_90df721e5f631191_image335.png" ContentType="image/png"/>
  <Override PartName="/ppt/media/pam_r2_ae9658d54d31e6a7_image336.png" ContentType="image/png"/>
  <Override PartName="/ppt/media/pam_r2_d710d716f52e1cef_image339.png" ContentType="image/png"/>
  <Override PartName="/ppt/media/pam_r2_612b81a191734d1b_t4_click_612b81a191734d1bee66d29faf30a94447ae44c8085a4c3dbd742e27fc2b972b.png" ContentType="image/png"/>
  <Override PartName="/ppt/media/pam_r2_fb9c3def0a9115a2_t4_click_fb9c3def0a9115a2993aa6d4eab53665ac1250f87a4b30ea65f3c808587bc65c.png" ContentType="image/png"/>
  <Override PartName="/ppt/media/pam_r2_79b436576cea7592_t4_click_79b436576cea7592c3e6535cbc1420a041c07a4fbfa9c4942ae1322789c31e91.png" ContentType="image/png"/>
  <Override PartName="/ppt/media/pam_r2_273a2aaa2033dee4_t4_click_273a2aaa2033dee41f4d87438061099d4803d8c79d1ebfb00ed0b438a7f318c6.png" ContentType="image/png"/>
  <Override PartName="/ppt/media/pam_r2_f4e892f75c9d45d2_t4_click_f4e892f75c9d45d234e980a4940b54e64a89e1b0970628265c413e2f4054294c.png" ContentType="image/png"/>
  <Override PartName="/ppt/media/pam_r2_2b59041d7564284a_t4_click_2b59041d7564284a27a1b4baacf9f858dcd16d1eb5b91eb3f8896fe1f1b8623a.png" ContentType="image/png"/>
  <Override PartName="/ppt/media/pam_r2_35d7b44beadf938a_t4_click_35d7b44beadf938a70081afc148cc037035975765c6f5cce3518ae114a22bbbc.png" ContentType="image/png"/>
  <Override PartName="/ppt/media/pam_r2_3ff1a986af9679eb_t4_click_3ff1a986af9679eb2966301e52c0adc9eb808b61f77d05352ef6bcd6fae3b1f6.png" ContentType="image/png"/>
  <Override PartName="/ppt/media/pam_r2_d88e1aa61d77818c_t4_click_d88e1aa61d77818c2332d1e672b4527f55f73ce7bd6b5e8385f6063ad869735a.png" ContentType="image/png"/>
  <Override PartName="/ppt/media/pam_r2_07206a8c39390cfa_t4_click_07206a8c39390cfa7cfa38765d1b9f58e5b654cbed50452848600c1ebe82afa5.png" ContentType="image/png"/>
  <Override PartName="/ppt/media/pam_r2_44b44e986de6d32d_t4_click_44b44e986de6d32dcf59fb534a1eeeea4231eb2669f8c797f1d71b6468765d79.png" ContentType="image/png"/>
  <Override PartName="/ppt/media/pam_r2_805040b8718b9c8f_t4_click_805040b8718b9c8f5f9e0b33e21b201792dc4202f453e11f3f356019b3d09f4f.png" ContentType="image/png"/>
  <Override PartName="/ppt/media/pam_r2_b960b73459057bbc_t4_click_b960b73459057bbc55cf125b8869053e7eadcc0e043cd0479cecbac27da474aa.png" ContentType="image/png"/>
  <Override PartName="/ppt/media/pam_r2_b18eaccace9642a2_t4_click_b18eaccace9642a26911eac6edaffbef2342cf5f0e68978f66e4bf3cd8a34e0d.png" ContentType="image/png"/>
  <Override PartName="/ppt/media/pam_r2_989956bf1b1afaf0_t4_click_989956bf1b1afaf0658001f27eb198c9d4617c5580d76d8605860696614791dd.png" ContentType="image/png"/>
  <Override PartName="/ppt/media/pam_r2_6d35337d3b1fbcb9_t4_click_6d35337d3b1fbcb9c516b627d153a934d86257f6a35f280e49666b149ac83dd4.png" ContentType="image/png"/>
  <Override PartName="/ppt/media/pam_r2_a0211fc4ea722818_t4_click_a0211fc4ea722818c647c424e0df8606965710b7e040350b065a561d163174b1.png" ContentType="image/png"/>
  <Override PartName="/ppt/media/pam_r2_4b9a277fc2f4c037_t4_click_4b9a277fc2f4c037178dfb51ab0b6c3de431708aa0dc2127febca3d7e4df8db4.png" ContentType="image/png"/>
  <Override PartName="/ppt/media/pam_r2_26bdbb11b6c62df3_t4_click_26bdbb11b6c62df374fd8e59b0ec384aa4c0dd23704dbd473cfafcf7bc8734c7.png" ContentType="image/png"/>
  <Override PartName="/ppt/media/pam_r2_b1001b958334650e_t4_click_b1001b958334650e55d98ef30df3de4ecca7f92a868a588c6a6245eb6f23108f.png" ContentType="image/png"/>
  <Override PartName="/ppt/media/pam_r2_e62d67d3aaf0ee8b_t4_click_e62d67d3aaf0ee8b11cbc30726b39ac51624eb4469ac84d5eb06cb49f5054ea8.png" ContentType="image/png"/>
  <Override PartName="/ppt/media/pam_r2_998cd18997d1f7e3_image349.png" ContentType="image/png"/>
  <Override PartName="/ppt/media/pam_r2_7dac9ffdef88c6c5_image350.png" ContentType="image/png"/>
  <Override PartName="/ppt/media/pam_r2_f539904621c6e622_t4_click_f539904621c6e62257a75ed852aa8b0a486577c7d05ebd9ad84ff8daf04144f0.png" ContentType="image/png"/>
  <Override PartName="/ppt/media/pam_r2_b8b22a4a3e0dd9c0_t4_click_b8b22a4a3e0dd9c0b0b2655d3f2b667fa140f48142a9f7a57b191f875dfa1c1e.png" ContentType="image/png"/>
  <Override PartName="/ppt/media/pam_r2_da88660512ce9377_t4_click_da88660512ce93776d04e1f220165e4d0a91b8125ff157427ad5cd9b1bfba25c.png" ContentType="image/png"/>
  <Override PartName="/ppt/media/pam_r2_9ffdb0572aa2fe2b_t4_click_9ffdb0572aa2fe2bc97474ed62c0550f2b21ba79cecf6fbc7ea8b13d09d7dc66.png" ContentType="image/png"/>
  <Override PartName="/ppt/media/pam_r2_dd4e99aa32eb4e89_t4_click_dd4e99aa32eb4e89b7027b8345663dd17023114ae850ad43cd6813914618d5e0.png" ContentType="image/png"/>
  <Override PartName="/ppt/media/pam_r2_ea924adb3084dcb4_t4_click_ea924adb3084dcb42c1bd6394a4116e06945c222c7467f9d1e3727a2587a3ff3.png" ContentType="image/png"/>
  <Override PartName="/ppt/media/pam_r2_fcd8d949b6aa3eb8_t4_click_fcd8d949b6aa3eb8368b86e393a4185d7e3dc2aec7390e05b7b25cd36fe2b9a1.png" ContentType="image/png"/>
  <Override PartName="/ppt/media/pam_r2_5a9f450a0ba974f6_t4_click_5a9f450a0ba974f6991ce7960b88941f8a30357a7e9eba07912553378281377c.png" ContentType="image/png"/>
  <Override PartName="/ppt/media/pam_r2_59a00b950814ebbe_t4_click_59a00b950814ebbec419ece2a1417d684652f4a408ec3b92cc283d4d82663ee2.png" ContentType="image/png"/>
  <Override PartName="/ppt/media/pam_r2_abcd8bd8e22db97f_t4_click_abcd8bd8e22db97f043e8614192fd73a71e7d144eca45bcc78afe7e118c346ef.png" ContentType="image/png"/>
  <Override PartName="/ppt/media/pam_r2_14bccd31c2756c03_t4_click_14bccd31c2756c03b8815784fef7c50399d2abf4d4f58a6a87410717124ad3d2.png" ContentType="image/png"/>
  <Override PartName="/ppt/media/pam_r2_e78037cd3022542b_t4_click_e78037cd3022542b12ab2f170efbb4dddbbd3176852ebfe7670697fae90edbc7.png" ContentType="image/png"/>
  <Override PartName="/ppt/media/pam_r2_1c358779bb061e78_t4_click_1c358779bb061e78bcc9fbdba17c5a6e902c0a97f9c9f572b3694ce029227a85.png" ContentType="image/png"/>
  <Override PartName="/ppt/media/pam_r2_5ab9674d0c9dacfd_t4_click_5ab9674d0c9dacfda6c102e902622db10025184cdc93e5978f6ba821d66a33cb.png" ContentType="image/png"/>
  <Override PartName="/ppt/media/pam_r2_eee8ad19bbd2a675_t4_click_eee8ad19bbd2a6758ac8a2f5d0e417b09a595dce35fb51c783699dc0af23448b.png" ContentType="image/png"/>
  <Override PartName="/ppt/media/pam_r2_9a79b0101a270512_t4_click_9a79b0101a27051213463a8a7504175c2372dc1b6fb38ca69b9ba71ad30111a1.png" ContentType="image/png"/>
  <Override PartName="/ppt/media/pam_r2_b43c506e55648034_t4_click_b43c506e55648034c778e19f6e9e708ef6aa3097b2b1c379c2cc539894da4cd6.png" ContentType="image/png"/>
  <Override PartName="/ppt/media/pam_r2_5a01aab36501023e_t4_click_5a01aab36501023eb9e76dbcff53d1c864300614d24b573857650ed778c3262e.png" ContentType="image/png"/>
  <Override PartName="/ppt/media/pam_r2_c606337903cff3f9_t4_click_c606337903cff3f95cd5797b3c4c15ff030f257694d3136054c43a3a301c4f49.png" ContentType="image/png"/>
  <Override PartName="/ppt/media/pam_r2_1bfa3466d7dae808_t4_click_1bfa3466d7dae808ecc8abed7fdbe3ef6b232acc08c7a0c3ae98352b860fd083.png" ContentType="image/png"/>
  <Override PartName="/ppt/media/pam_r2_5b404d1a81b1c076_t4_click_5b404d1a81b1c0768bec746ce9b7af85716edfd6e9b1f681482e7f1dc9740e0b.png" ContentType="image/png"/>
  <Override PartName="/ppt/media/pam_r2_fea5f9992549b757_t4_click_fea5f9992549b7576b13252cafa91679a2e04429371f9067b3fb3cd2479ee898.png" ContentType="image/png"/>
  <Override PartName="/ppt/media/pam_r2_cbffa901e598e9aa_image363.png" ContentType="image/png"/>
  <Override PartName="/ppt/media/pam_r2_af7e0bcd0a612ff3_image364.png" ContentType="image/png"/>
  <Override PartName="/ppt/media/pam_r2_7e7c67d3b2048d1d_image367.png" ContentType="image/png"/>
  <Override PartName="/ppt/media/pam_r2_65743451f7c2e5e4_t4_click_65743451f7c2e5e4c0d9cea44101a591fe4d75ed4f3b66636267f455a39f507e.png" ContentType="image/png"/>
  <Override PartName="/ppt/media/pam_r2_1e1518ed000ae2e1_t4_click_1e1518ed000ae2e138fde9c11ee00d2e170f204e79560dde91c81c8f1d68b3df.png" ContentType="image/png"/>
  <Override PartName="/ppt/media/pam_r2_76b9651184ba1e7a_t4_click_76b9651184ba1e7aeaa8a58df6834bc5c4410f701ad6fa7b40a66f20b2961d09.png" ContentType="image/png"/>
  <Override PartName="/ppt/media/pam_r2_11e8b482efebdb2b_t4_click_11e8b482efebdb2b16d575279caa1e2482613347366aba73326f4d4a22c765eb.png" ContentType="image/png"/>
  <Override PartName="/ppt/media/pam_r2_313ef81b5336e5b4_t4_click_313ef81b5336e5b4d331817ff49bf2d699852f1a27cd3041b5d94dda1f92c0dc.png" ContentType="image/png"/>
  <Override PartName="/ppt/media/pam_r2_899316ac52636030_t4_click_899316ac526360309bd1a9ee0037faf25a7d75d8c28c91e0cf638f9aff9ef08e.png" ContentType="image/png"/>
  <Override PartName="/ppt/media/pam_r2_50481672c81bd07a_t4_click_50481672c81bd07a86c7b31f3b21e7706ef1f5cf7fefb3e87c0304b62ee9636e.png" ContentType="image/png"/>
  <Override PartName="/ppt/media/pam_r2_393a11e9751c40cc_t4_click_393a11e9751c40cce91b9829a8625f02b8b0a3504e20566e5b83bc253898a187.png" ContentType="image/png"/>
  <Override PartName="/ppt/media/pam_r2_47bba3e27f080ba4_t4_click_47bba3e27f080ba406f2bc418d2bd2bfdcaf4d4ccb1be7437faf1074b61bd072.png" ContentType="image/png"/>
  <Override PartName="/ppt/media/pam_r2_f86c7c3509905a4c_t4_click_f86c7c3509905a4ca606a56ca6d255241c94ac32e59fc7370a4832d865292dbf.png" ContentType="image/png"/>
  <Override PartName="/ppt/media/pam_r2_314b7ca60fc6e609_t4_click_314b7ca60fc6e60925b811a32f6816880c751fdda35dc0ad3aee54ce62734ec3.png" ContentType="image/png"/>
  <Override PartName="/ppt/media/pam_r2_2b9df8eb688bae35_t4_click_2b9df8eb688bae351f75b63ca042a0fcdd60296fc5a540bf583ea20bbcabc634.png" ContentType="image/png"/>
  <Override PartName="/ppt/media/pam_r2_6fee50784f90f582_t4_click_6fee50784f90f582590a454d171a1bb2a65406fdf8d1af43cc5a4bfae5ee8ac8.png" ContentType="image/png"/>
  <Override PartName="/ppt/media/pam_r2_a2ef5c55cd582515_t4_click_a2ef5c55cd5825151fce49578a422c8cd5c3a0485238256efbdba0e1045da838.png" ContentType="image/png"/>
  <Override PartName="/ppt/media/pam_r2_6882e5d120ac8e0e_t4_click_6882e5d120ac8e0e75bd2ca39fc004e1e3c0efc1d871db6a5b2f085ef60184d2.png" ContentType="image/png"/>
  <Override PartName="/ppt/media/pam_r2_0aba3b8c7ae6c4b5_t4_click_0aba3b8c7ae6c4b5e8ec7434e5d9172eaeec566544edc5472c7e81e989da816e.png" ContentType="image/png"/>
  <Override PartName="/ppt/media/pam_r2_795be93cf42de005_t4_click_795be93cf42de0059e748c5c20c48786663ddd96f4bb0a7cddab59a78cb810f1.png" ContentType="image/png"/>
  <Override PartName="/ppt/media/pam_r2_91ba36fe32480626_t4_click_91ba36fe3248062625c13bce071f277707e8e95f11e4361f7369c140045c4b28.png" ContentType="image/png"/>
  <Override PartName="/ppt/media/pam_r2_2e570845705bbd8a_t4_click_2e570845705bbd8a8a4ee032f4cbe341ebd049d5af7ac41c5b257cbba335c3f8.png" ContentType="image/png"/>
  <Override PartName="/ppt/media/pam_r2_ec87e2c5736a39a0_t4_click_ec87e2c5736a39a06565ff2a2d8bcdc558a04aec85586bae8db6440e2a084b15.png" ContentType="image/png"/>
  <Override PartName="/ppt/media/pam_r2_d036dfc391c1eaac_t4_click_d036dfc391c1eaac622b459d7abf36b0fe39380053f80d89518ddcf745bd0cba.png" ContentType="image/png"/>
  <Override PartName="/ppt/media/pam_r2_4aa0f9cd8a73c7a5_image377.png" ContentType="image/png"/>
  <Override PartName="/ppt/media/pam_r2_9ee2643372644484_image378.png" ContentType="image/png"/>
  <Override PartName="/ppt/media/pam_r2_ff864abdb250b01d_t4_click_ff864abdb250b01d8cc727d71364384197523db088356a095fb6fb3849f38e74.png" ContentType="image/png"/>
  <Override PartName="/ppt/media/pam_r2_98aa5f915a892f70_t4_click_98aa5f915a892f704a138e41fc993dcd03a5bcd41ff9cde85d00e60cae555bb1.png" ContentType="image/png"/>
  <Override PartName="/ppt/media/pam_r2_86ed81bbe230f21d_t4_click_86ed81bbe230f21d4aeb442b6a01c56e409f7995152cbc1d0b91576f0e5f2b35.png" ContentType="image/png"/>
  <Override PartName="/ppt/media/pam_r2_f7767c8f88b221ae_t4_click_f7767c8f88b221ae04684049ebcb4eb02f2fb371a0e07e436d4e1bcea9713ed6.png" ContentType="image/png"/>
  <Override PartName="/ppt/media/pam_r2_93728c660844f4b1_t4_click_93728c660844f4b1606cb12bce3e7ef8bd3de7a4a66dfda26df6ad8c6bd72190.png" ContentType="image/png"/>
  <Override PartName="/ppt/media/pam_r2_325b2e8849a486ee_t4_click_325b2e8849a486ee41f3938a3099a1ebb9a2838ed3026ce8710f4e13dbf35f35.png" ContentType="image/png"/>
  <Override PartName="/ppt/media/pam_r2_39557886c26514ff_t4_click_39557886c26514ff5c433f9947cbeee83f2f4d1ad9ea5dbabe9a76b6d5eef96d.png" ContentType="image/png"/>
  <Override PartName="/ppt/media/pam_r2_23bd8a95b080fd22_t4_click_23bd8a95b080fd22ddf42544921f2ef1b06c93ac92a61b97918ce84037588529.png" ContentType="image/png"/>
  <Override PartName="/ppt/media/pam_r2_d5f18ac68e3beb2c_t4_click_d5f18ac68e3beb2c1bd3c49643bdb3c479169058574a07588f5d10c2902f8ddb.png" ContentType="image/png"/>
  <Override PartName="/ppt/media/pam_r2_82c6b1fd51e1b8ed_t4_click_82c6b1fd51e1b8ed30fc2429292bce9caa1af5a2e20468c77f438d26650c7407.png" ContentType="image/png"/>
  <Override PartName="/ppt/media/pam_r2_37cdae07077ee0bd_t4_click_37cdae07077ee0bd8b8fb337b06625b6e76c73efda55d1f7dbe6ac587a30ae25.png" ContentType="image/png"/>
  <Override PartName="/ppt/media/pam_r2_c62651804e0b6ae5_t4_click_c62651804e0b6ae5504afaa85a3522824798811598034b2984bf5bc3d695609e.png" ContentType="image/png"/>
  <Override PartName="/ppt/media/pam_r2_f3de9a0ac62fcbc8_t4_click_f3de9a0ac62fcbc8d43a4828a83a2ea93bb32d8304e2e8c86bf1ba1530ffae70.png" ContentType="image/png"/>
  <Override PartName="/ppt/media/pam_r2_1a7c45e4d2fca065_t4_click_1a7c45e4d2fca065c6a151986e910eebef65b517e6b05a526a3fe965444adfc6.png" ContentType="image/png"/>
  <Override PartName="/ppt/media/pam_r2_ff42c74d03d37e0a_t4_click_ff42c74d03d37e0a520a417888f0c4ddf3d7a8a241f7867acbaf98faf5c71be1.png" ContentType="image/png"/>
  <Override PartName="/ppt/media/pam_r2_ddf71337e39b0255_t4_click_ddf71337e39b0255bfb65feb40aa085d79ae70aab2c37afde250602685fce41e.png" ContentType="image/png"/>
  <Override PartName="/ppt/media/pam_r2_eba8dadfc5e12231_t4_click_eba8dadfc5e12231ce947f51fe86d150c475e8995926f681d08d8b9a5e61ddcc.png" ContentType="image/png"/>
  <Override PartName="/ppt/media/pam_r2_768befa9f8ebf820_t4_click_768befa9f8ebf8200f53738c450d2e16b11dc592d8dc83b81df013e54591e2fb.png" ContentType="image/png"/>
  <Override PartName="/ppt/media/pam_r2_812c547684b0a073_t4_click_812c547684b0a073f62f0adeac78c1ff8a6bf3538d99680b5a334b6fc555c42f.png" ContentType="image/png"/>
  <Override PartName="/ppt/media/pam_r2_844a859ada8b0f1c_t4_click_844a859ada8b0f1cb6211e8589e693dd2b5842b3fb5227b0618469dab12f8eb7.png" ContentType="image/png"/>
  <Override PartName="/ppt/media/pam_r2_0436d56aa897a637_t4_click_0436d56aa897a63737777646917340f964c724f521b599bbe0db1cf183874411.png" ContentType="image/png"/>
  <Override PartName="/ppt/media/pam_r2_ba45043c062e0f08_t4_click_ba45043c062e0f082223adee8a0781e772f12e815aab33d44ce6f9f8c31847fc.png" ContentType="image/png"/>
  <Override PartName="/ppt/media/pam_r2_c4f99f49a8222f8a_t4_click_c4f99f49a8222f8af271145e859332ecb3256032356bb267353a51a173eccc38.png" ContentType="image/png"/>
  <Override PartName="/ppt/media/pam_r2_dc7137a990f6851e_t4_click_dc7137a990f6851ee5424a1c5d7f65f65756aed7cf6e64fdc6ec34499c2bdba3.png" ContentType="image/png"/>
  <Override PartName="/ppt/media/pam_r2_7c0bb22de43baaae_t4_click_7c0bb22de43baaaea59fde00211b21a1ceb4e387bce292099426c796a8217847.png" ContentType="image/png"/>
  <Override PartName="/ppt/media/pam_r2_f46d7f2b4588b622_t4_click_f46d7f2b4588b62254783e18313204b83fdf13bfcac14468880e1ba209a09726.png" ContentType="image/png"/>
  <Override PartName="/ppt/media/pam_r2_f22fdc087e3a23e2_t4_click_f22fdc087e3a23e2f3e49086effceb35a3a7597bbc8a813d174e44ad1e72c018.png" ContentType="image/png"/>
  <Override PartName="/ppt/media/pam_r2_cb5448da16c0f5cc_t4_click_cb5448da16c0f5ccba911f834df9224069ff00553ead3bf777ff4fc7d45a4e34.png" ContentType="image/png"/>
  <Override PartName="/ppt/media/pam_r2_1e83623681a06330_t4_click_1e83623681a06330bc128f5f410583e33d6c11a7acc856e4a15679bf261e1e4c.png" ContentType="image/png"/>
  <Override PartName="/ppt/media/pam_r2_e74610c389d59a0c_t4_click_e74610c389d59a0c84dca100318cbd50961a685174f63bdf0dc1bd5de251d843.png" ContentType="image/png"/>
  <Override PartName="/ppt/media/pam_r2_d74d503185995ac4_t4_click_d74d503185995ac43310dbb155a84b77ab9b013105b6a9d3e1785ce2ada4c5ca.png" ContentType="image/png"/>
  <Override PartName="/ppt/media/pam_r2_1cc81825739b8a4c_t4_click_1cc81825739b8a4c1ac76a2736fa2c21d73550d196d745daed232f1406dc1d08.png" ContentType="image/png"/>
  <Override PartName="/ppt/media/pam_r2_3dccbf1e0d6bd730_t4_click_3dccbf1e0d6bd730911006b224cd7258c6e194dfdcd2587c964aeeddd84ddcac.png" ContentType="image/png"/>
  <Override PartName="/ppt/media/pam_r2_b1534fa59e8eb3d1_t4_click_b1534fa59e8eb3d1a41409114091230392a45bd5fb319e30fcba331e7e625d01.png" ContentType="image/png"/>
  <Override PartName="/ppt/media/pam_r2_bc89c91da2c72b8e_t4_click_bc89c91da2c72b8e28373b4d132b36a81a931896418529f9d40ea29f102310aa.png" ContentType="image/png"/>
  <Override PartName="/ppt/media/pam_r2_6a4d0215605335f4_t4_click_6a4d0215605335f4cc160989eb3085e1da98ee64da3f72374702fb0ea667e6eb.png" ContentType="image/png"/>
  <Override PartName="/ppt/media/pam_r2_df3932f3da3a2605_t4_click_df3932f3da3a2605628750d4c0afa62ed30d9919812f5b12895a9266044d782f.png" ContentType="image/png"/>
  <Override PartName="/ppt/media/pam_r2_50b649a813e4c70a_t4_click_50b649a813e4c70aa767fa7f230567ec50b3088595bd15f772e8d596604b5c5f.png" ContentType="image/png"/>
  <Override PartName="/ppt/media/pam_r2_eaf9da032fcc9be4_t4_click_eaf9da032fcc9be4a84c6f3c7cf29e457289ca83d6d7b72d52f36858b0a5108c.png" ContentType="image/png"/>
  <Override PartName="/ppt/media/pam_r2_aaa8a99dd7aa0f91_t4_click_aaa8a99dd7aa0f9124e4772117b1fe81ac3c6da5b6a7aa17ed00d902e141eed9.png" ContentType="image/png"/>
  <Override PartName="/ppt/media/pam_r2_92336903375afb48_t4_click_92336903375afb4872b8bf2cf0a4d29e8bc052f63d86c13e7ca3d6e0c73d8943.png" ContentType="image/png"/>
  <Override PartName="/ppt/media/pam_r2_1ac278b602f71a47_t4_click_1ac278b602f71a47e0ab9d61d8be9064a444dded63b1117a4d3b48ff3c0f38e4.png" ContentType="image/png"/>
  <Override PartName="/ppt/media/pam_r2_44019b82bba17cf2_t4_click_44019b82bba17cf2b8c98ac73f98d95f530d57f9d8dfbf71dd5973084fd1a85a.png" ContentType="image/png"/>
  <Override PartName="/ppt/media/pam_r2_918e0adc7ce650d0_t4_click_918e0adc7ce650d01ebcb6fa8b98e555ec83c2bedd85c54bf2ea49a699377a92.png" ContentType="image/png"/>
  <Override PartName="/ppt/media/pam_r2_38d2bba3133d0c06_t4_click_38d2bba3133d0c06e0800a79a00f395b09fa3775c3a7ae712b1616073eb9bf83.png" ContentType="image/png"/>
  <Override PartName="/ppt/media/pam_r2_3fd8488071195ece_t4_click_3fd8488071195ece98c8aca600a7738d3f9658dd6111818c5d09b2d3b2b91f54.png" ContentType="image/png"/>
  <Override PartName="/ppt/media/pam_r2_50c147da741eabc1_t4_click_50c147da741eabc11f0f6f9b28dc9d8cdb115c38a493d49c19fe3d1b295166ba.png" ContentType="image/png"/>
  <Override PartName="/ppt/media/pam_r2_c73bc62b176f5069_t4_click_c73bc62b176f506910f5af40bb8450d2d4f5d5c11adca11c48acb314ba2ae8d2.png" ContentType="image/png"/>
  <Override PartName="/ppt/media/pam_r2_352b51f5479db434_t4_click_352b51f5479db434b3dd7e811ac80903ef40b063e86921eb0672968dc73f9213.png" ContentType="image/png"/>
  <Override PartName="/ppt/media/pam_r2_8f77197ed1e933b5_t4_click_8f77197ed1e933b5e82cbd10df03122bcae77ff7ef5797733e389fc75dbfe225.png" ContentType="image/png"/>
  <Override PartName="/ppt/media/pam_r2_874a034dd87a327e_t4_click_874a034dd87a327e984a5aaf8f386050f176b1ec578451a005f96aa5d9206850.png" ContentType="image/png"/>
  <Override PartName="/ppt/media/pam_r2_cfe25bb186e5e8ae_t4_click_cfe25bb186e5e8ae99d14030e2d9fbd70c230f43f3fdc2817a21d1cadaef4443.png" ContentType="image/png"/>
  <Override PartName="/ppt/media/pam_r2_57ee6920b4394ed4_t4_click_57ee6920b4394ed426e8e5ee99bd7e9366ed0c6fec85dd43db12f5daf07a9228.png" ContentType="image/png"/>
  <Override PartName="/ppt/media/pam_r2_a91f1e15d936181e_t4_click_a91f1e15d936181e499ca2e06f4ec55f1e6031ed8189db2ad86c3d8a3881de5d.png" ContentType="image/png"/>
  <Override PartName="/ppt/media/pam_r2_6168a8253b36ecf3_t4_click_6168a8253b36ecf3365264906e8e5c0e5256b07aa455b5fc857e4bfe8d4b4f6c.png" ContentType="image/png"/>
  <Override PartName="/ppt/media/pam_r2_5daf34fe5f0ec649_t4_click_5daf34fe5f0ec6491687bae54d6d81a8d1352d380229f7c92484e6046490a986.png" ContentType="image/png"/>
  <Override PartName="/ppt/media/pam_r2_8959d7d343269345_t4_click_8959d7d343269345f86da8968a6938184f3038a5549d1540dbaa9cd7e0fd42ea.png" ContentType="image/png"/>
  <Override PartName="/ppt/media/pam_r2_214809a466dc92e9_t4_click_214809a466dc92e97cf4f9cdb8cc544a2215b0abb9e01e0d1ef741c48980a4ac.png" ContentType="image/png"/>
  <Override PartName="/ppt/media/pam_r2_32a3e58101966491_image391.png" ContentType="image/png"/>
  <Override PartName="/ppt/media/pam_r2_3e88e2cfe86985a6_image392.png" ContentType="image/png"/>
  <Override PartName="/ppt/media/pam_r2_a3f98f6fe2803d0e_image395.png" ContentType="image/png"/>
  <Override PartName="/ppt/media/pam_r2_67c8a877c727c207_t4_click_67c8a877c727c20777d25cd5ccee49e27e6cbc6da767194a8f3c954735bb6a93.png" ContentType="image/png"/>
  <Override PartName="/ppt/media/pam_r2_2172a1a7a89b0716_t4_click_2172a1a7a89b07160b057f49625ba41ab7011a32bdb2dbb7513cdf4383f4981d.png" ContentType="image/png"/>
  <Override PartName="/ppt/media/pam_r2_912e4c2cd659f1c2_t4_click_912e4c2cd659f1c295b30a38929c43e03bd97263b15ba2f86080ed565dc9362f.png" ContentType="image/png"/>
  <Override PartName="/ppt/media/pam_r2_144fffd49ae58503_t4_click_144fffd49ae58503502a0644bc2f8951fc0dbba3a00bad0f3f69bf2f4c4e90c7.png" ContentType="image/png"/>
  <Override PartName="/ppt/media/pam_r2_236d60571c307962_t4_click_236d60571c307962ed1c3d94d575afca58ef84189fbee72951ba8b7265408b49.png" ContentType="image/png"/>
  <Override PartName="/ppt/media/pam_r2_db5b832ee9401878_t4_click_db5b832ee9401878c8e339d8c36df3e8f032f82a22463e3ad148e0c43599f905.png" ContentType="image/png"/>
  <Override PartName="/ppt/media/pam_r2_dd77113320f94a6d_t4_click_dd77113320f94a6d84775c2be8daf7be9588daf8f274cb63147934bd84fa54ae.png" ContentType="image/png"/>
  <Override PartName="/ppt/media/pam_r2_7e15613c9887f196_t4_click_7e15613c9887f1968c95961a0a02cf5f2ef6432a36bd05870c90e058dc5bd3ff.png" ContentType="image/png"/>
  <Override PartName="/ppt/media/pam_r2_cf3028e5b1dd5f6c_t4_click_cf3028e5b1dd5f6c83a934f9a4b7b6e370475620ae9bee2806941061e953f001.png" ContentType="image/png"/>
  <Override PartName="/ppt/media/pam_r2_a72bd70cbcd4a1d3_t4_click_a72bd70cbcd4a1d3871cfdd57e26e1dce064a733a7564d2178afbc71c3b076e8.png" ContentType="image/png"/>
  <Override PartName="/ppt/media/pam_r2_a255c02b6ff41c2e_t4_click_a255c02b6ff41c2eb374e98f2aa53eb09c21d0e1198b4a418c8d3f29dcaf6258.png" ContentType="image/png"/>
  <Override PartName="/ppt/media/pam_r2_ffb37f44bd1ae796_t4_click_ffb37f44bd1ae796b74e680c09e405c0d704cb5d20398a09517be1988d27f6e2.png" ContentType="image/png"/>
  <Override PartName="/ppt/media/pam_r2_20e9e7c00dfb3c49_t4_click_20e9e7c00dfb3c4993cb093799b6cb3461dd510159c30d24377dd19af55162fb.png" ContentType="image/png"/>
  <Override PartName="/ppt/media/pam_r2_868c1108e58d6682_t4_click_868c1108e58d668268f0126abe59eb200c2b4734d5044091e6961cbaa2c5980a.png" ContentType="image/png"/>
  <Override PartName="/ppt/media/pam_r2_aeb2edccbeb1d35f_t4_click_aeb2edccbeb1d35fa4edfc8aa01126adcc5726def58d9e2a5cc66056c67a0e7d.png" ContentType="image/png"/>
  <Override PartName="/ppt/media/pam_r2_7e1fb738635b8da2_t4_click_7e1fb738635b8da2c3c699bf83d973b16d8f22ab8b8fa06491d400a466394015.png" ContentType="image/png"/>
  <Override PartName="/ppt/media/pam_r2_1daf05cca5c06c1e_t4_click_1daf05cca5c06c1e6b234c4f80d38b727803a9159113df2fdb75084211ae56a1.png" ContentType="image/png"/>
  <Override PartName="/ppt/media/pam_r2_05933e49333ba05d_t4_click_05933e49333ba05d1a3de6e692df33bf1592df40f574bd467d796c991ed8d28a.png" ContentType="image/png"/>
  <Override PartName="/ppt/media/pam_r2_b6c160bd7674ddd2_t4_click_b6c160bd7674ddd23faf00e1355f281d995d6b3cde6cda5ca59b7afdcb943ab5.png" ContentType="image/png"/>
  <Override PartName="/ppt/media/pam_r2_f2c8f8c43271c875_t4_click_f2c8f8c43271c87583a357fba09a4aedf43647658b611b1ae86e2fd52642f48f.png" ContentType="image/png"/>
  <Override PartName="/ppt/media/pam_r2_4a912380296dc65c_t4_click_4a912380296dc65cb4890148a447d23d7207518fa977f256f09a88b829b169bf.png" ContentType="image/png"/>
  <Override PartName="/ppt/media/pam_r2_9bfbe72cdaf27588_image405.png" ContentType="image/png"/>
  <Override PartName="/ppt/media/pam_r2_b42826f0c92f528b_image406.png" ContentType="image/png"/>
  <Override PartName="/ppt/media/pam_r2_ea1aa97ce27b70a3_t4_click_ea1aa97ce27b70a3ea95cfdab16ac65190da3cf701e5993a0eec4ef1fe165267.png" ContentType="image/png"/>
  <Override PartName="/ppt/media/pam_r2_51cef4ce6d29a4f9_t4_click_51cef4ce6d29a4f9da7841b813c8dabc741e4527a60ce8d5f76ad57eaa19b571.png" ContentType="image/png"/>
  <Override PartName="/ppt/media/pam_r2_429ad321d4383adf_t4_click_429ad321d4383adf4bec6376f739d34169b888160d5d5256ebe313f319b4b964.png" ContentType="image/png"/>
  <Override PartName="/ppt/media/pam_r2_95645a8ce42c29af_t4_click_95645a8ce42c29af8d209eee1935d17db7fea4089bdbdc787450aa91f16736a2.png" ContentType="image/png"/>
  <Override PartName="/ppt/media/pam_r2_5291dd3015789163_t4_click_5291dd3015789163f7bd09d0d36810845e85b9f637cc1e8c5e7b0b2d05191dfb.png" ContentType="image/png"/>
  <Override PartName="/ppt/media/pam_r2_d5fbf2aba656910f_t4_click_d5fbf2aba656910fce8b824ae76d8a148457be9d29dfb9c3dc433ec77db4e2a7.png" ContentType="image/png"/>
  <Override PartName="/ppt/media/pam_r2_49796ea1e91317a9_t4_click_49796ea1e91317a9c02902a3e1ce591858889be993e8d7a21bdd787c4e03d865.png" ContentType="image/png"/>
  <Override PartName="/ppt/media/pam_r2_e60774a813e2c000_t4_click_e60774a813e2c0002354652fd69309f8d6e0f2220ea9d1b2bfe5fb27b4077bca.png" ContentType="image/png"/>
  <Override PartName="/ppt/media/pam_r2_7eb48b2ab3185f32_t4_click_7eb48b2ab3185f321ea47d01a40029340b5e37160a003e9bec5ed23d38e1ea8f.png" ContentType="image/png"/>
  <Override PartName="/ppt/media/pam_r2_20c8bd4ae6f5030f_t4_click_20c8bd4ae6f5030f5deeaa6b7141f9b52304270d693d1d1f8ff478294fdcebd1.png" ContentType="image/png"/>
  <Override PartName="/ppt/media/pam_r2_d52e3e13f2da08bd_t4_click_d52e3e13f2da08bdcbee01e59a8452a5ebc13a4692ace280c3991a216d01efa9.png" ContentType="image/png"/>
  <Override PartName="/ppt/media/pam_r2_0f5a575fb4c50b1a_t4_click_0f5a575fb4c50b1a22524c14db49af964aea83957629ce0e83321ee8bafeecab.png" ContentType="image/png"/>
  <Override PartName="/ppt/media/pam_r2_7fc98c25d1937a9d_t4_click_7fc98c25d1937a9db82f2438513a5f625a4df39c2edce502a186734108349ba8.png" ContentType="image/png"/>
  <Override PartName="/ppt/media/pam_r2_fd42b6c31718208c_t4_click_fd42b6c31718208c628e7625aa9408d0fbcc788a7db69c57f8994c7ab42347fa.png" ContentType="image/png"/>
  <Override PartName="/ppt/media/pam_r2_ecd7a88844e67a93_t4_click_ecd7a88844e67a93dd5ea237657761039bdfb47e1546760da65318cd9332338b.png" ContentType="image/png"/>
  <Override PartName="/ppt/media/pam_r2_a244699f374cbae7_t4_click_a244699f374cbae7683d2204043185c7e15c82f961fc3e4a8c0d460d5380643d.png" ContentType="image/png"/>
  <Override PartName="/ppt/media/pam_r2_5b7392c387bfbe23_t4_click_5b7392c387bfbe23a067eec68aebe235add71b3bcce75e934d19c30a6437a3cf.png" ContentType="image/png"/>
  <Override PartName="/ppt/media/pam_r2_e796f94568fa3c5e_t4_click_e796f94568fa3c5ed9e78adeea5e288ba6d749783691c82c9c7265726a7b6182.png" ContentType="image/png"/>
  <Override PartName="/ppt/media/pam_r2_462e00cc4d8f388d_t4_click_462e00cc4d8f388dbf63bebc4b82805b7cca310b56ddf82bb7e78d86b413de77.png" ContentType="image/png"/>
  <Override PartName="/ppt/media/pam_r2_e9b1c70cdfbb911c_t4_click_e9b1c70cdfbb911cb97a3c18bc32973c2aa5cafe27fd6072e6225e3b06cb47a9.png" ContentType="image/png"/>
  <Override PartName="/ppt/media/pam_r2_c6d4802e2270f32d_t4_click_c6d4802e2270f32d1e454a780cf02a40ca4f2f26d2efc530a9a34931636f2c7d.png" ContentType="image/png"/>
  <Override PartName="/ppt/media/pam_r2_2511eac09b85d90d_t4_click_2511eac09b85d90d1a2a602a1a943d0b43cc5386a53085b88e29dd4a502be9cc.png" ContentType="image/png"/>
  <Override PartName="/ppt/media/pam_r2_24a76b8aafe8272d_t4_click_24a76b8aafe8272d7c6c57a9c39752ad3c86e15c3fda51621e180f9f7fc3951a.png" ContentType="image/png"/>
  <Override PartName="/ppt/media/pam_r2_e17adeaf406be820_t4_click_e17adeaf406be820eb9df88d9e86069c5f507937779744402e32aad1600ba999.png" ContentType="image/png"/>
  <Override PartName="/ppt/media/pam_r2_ccdf7d6a26a09fe3_t4_click_ccdf7d6a26a09fe3bbf5b6bfaae935af80305818666e49a8887e284405417a8d.png" ContentType="image/png"/>
  <Override PartName="/ppt/media/pam_r2_8e39f0aa4b06ddb7_t4_click_8e39f0aa4b06ddb77cf2e0d0b34281b4c4cd82a321acd30498768916be98ca97.png" ContentType="image/png"/>
  <Override PartName="/ppt/media/pam_r2_c2f28df8d95770ff_t4_click_c2f28df8d95770ff9924f975bd387bc70dcdd10c694e832d5fa41880589220ff.png" ContentType="image/png"/>
  <Override PartName="/ppt/media/pam_r2_046f3afb738707ce_t4_click_046f3afb738707cee88e90fb4d45d9547808e6448b4c26d6fe0f42893991df07.png" ContentType="image/png"/>
  <Override PartName="/ppt/media/pam_r2_3508f06809dbd857_t4_click_3508f06809dbd857225274758702bd1e8bc6084d4cd81268ce9ef8beb25d7402.png" ContentType="image/png"/>
  <Override PartName="/ppt/media/pam_r2_c640d5475669f688_t4_click_c640d5475669f688b95902abfe0b646ccfbbd8d940713b5da4cb8984ffa4b182.png" ContentType="image/png"/>
  <Override PartName="/ppt/media/pam_r2_00b4f1423d57f15a_t4_click_00b4f1423d57f15a68b9786f6c80bf6283b307bd0fd591a69028bebce9195a6a.png" ContentType="image/png"/>
  <Override PartName="/ppt/media/pam_r2_e684ec4e5fd371b6_t4_click_e684ec4e5fd371b6b5b0545fe5147dbc314b1f9f2649519c415067ddfaca856d.png" ContentType="image/png"/>
  <Override PartName="/ppt/media/pam_r2_c9e4a0e8a1a28db6_t4_click_c9e4a0e8a1a28db69254305e03c0df92380c1a8e34844495cdc3705e1328c6ca.png" ContentType="image/png"/>
  <Override PartName="/ppt/media/pam_r2_2e65e8aaf6710d0a_t4_click_2e65e8aaf6710d0a8b8247ceadf9eb6c52444a5d750d4783023dbb97f1b1aa62.png" ContentType="image/png"/>
  <Override PartName="/ppt/media/pam_r2_f62acf76c6901002_t4_click_f62acf76c690100270e746d14b4d690779c7862a778c0f82bebc52b13fb961d9.png" ContentType="image/png"/>
  <Override PartName="/ppt/media/pam_r2_d01ea70a78a67c16_t4_click_d01ea70a78a67c16c1491a0033f682053d36a7cd0b22ccb7bfc98fd3083e5662.png" ContentType="image/png"/>
  <Override PartName="/ppt/media/pam_r2_4081439e6a7702eb_image413.png" ContentType="image/png"/>
  <Override PartName="/ppt/media/pam_r2_11fe8f73a87cb66e_t4_click_11fe8f73a87cb66e95847ad70dbcb151a2302b350cb65c33ed4020c942064024.png" ContentType="image/png"/>
  <Override PartName="/ppt/media/pam_r2_568b34189152f404_t4_click_568b34189152f4046c50ffcc1cd269b8833c04a7cc020406c0fea775e15b61b4.png" ContentType="image/png"/>
  <Override PartName="/ppt/media/pam_r2_2162379bb8b5db09_t4_click_2162379bb8b5db09916c0c619df10c1b6242892c1fee9e140bd4f67b7b4d52d9.png" ContentType="image/png"/>
  <Override PartName="/ppt/media/pam_r2_1802d18988400459_t4_click_1802d1898840045979955319cb0348858c7bc8aa49564c770645e1abe1e590bc.png" ContentType="image/png"/>
  <Override PartName="/ppt/media/pam_r2_694e4cec2e961a88_t4_click_694e4cec2e961a883abb06b9055e9ca7843eeb485e7fdf1af19ffaa358e61f38.png" ContentType="image/png"/>
  <Override PartName="/ppt/media/pam_r2_a97919009baa4530_t4_click_a97919009baa453023cff86351bc4f230f550c9280ae710ee4d3e6c7266cb900.png" ContentType="image/png"/>
  <Override PartName="/ppt/media/pam_r2_26c13b238a4863e8_t4_click_26c13b238a4863e85a0276e0c3938410e764112723115289616f20902aceb7a9.png" ContentType="image/png"/>
  <Override PartName="/ppt/media/pam_r2_3b156f52b76d580d_t4_click_3b156f52b76d580dcd3722ab6b9d84534d8f908f3eabfe7f330bae9e370f8cec.png" ContentType="image/png"/>
  <Override PartName="/ppt/media/pam_r2_74eee167e81ae715_t4_click_74eee167e81ae7156c431aa5ce3fc93f8493bb75a504b3cd4a8c115b6a000ea8.png" ContentType="image/png"/>
  <Override PartName="/ppt/media/pam_r2_222541882c84f435_t4_click_222541882c84f4353df631919448cda41943f136c060f6445ced10995a5042d6.png" ContentType="image/png"/>
  <Override PartName="/ppt/media/pam_r2_802ea6091ca5b961_t4_click_802ea6091ca5b961078fba577625c6a7afda08afedf471c8fc6e9201a7aa6aa2.png" ContentType="image/png"/>
  <Override PartName="/ppt/media/pam_r2_5c288850ac8f71c8_t4_click_5c288850ac8f71c8aebd966f5af5294e428ae6bc9446a61e5266745f5ee235e8.png" ContentType="image/png"/>
  <Override PartName="/ppt/media/pam_r2_ce86c32254d34d5b_t4_click_ce86c32254d34d5bcb70f1f12467ec18a8f9aef4529ea2096e385e0ecf5e6e88.png" ContentType="image/png"/>
  <Override PartName="/ppt/media/pam_r2_98e3c98f15e6609a_t4_click_98e3c98f15e6609ab9b1e65eeec20e221fa427919bb53ef4b0380cfd6732c8ee.png" ContentType="image/png"/>
  <Override PartName="/ppt/media/pam_r2_c5ffff179ab2d87b_t4_click_c5ffff179ab2d87b877213bb126929ee0fcae4e7380a0166ab780e5b0c6de30f.png" ContentType="image/png"/>
  <Override PartName="/ppt/media/pam_r2_85b22136316cad68_t4_click_85b22136316cad68331a2556458354f42dde7d7e215d7f412d57d6b21dc04073.png" ContentType="image/png"/>
  <Override PartName="/ppt/media/pam_r2_0504ae09c27156a5_t4_click_0504ae09c27156a52f5d23b25bc0d00a57a47bda3c1fbe966ace32eaf8ab7f28.png" ContentType="image/png"/>
  <Override PartName="/ppt/media/pam_r2_b7fe361dfd50458e_t4_click_b7fe361dfd50458e4dfb5c998986814bea3609cb5f3801de31fd7eca1c9a9731.png" ContentType="image/png"/>
  <Override PartName="/ppt/media/pam_r2_0e7d735fba3008bf_t4_click_0e7d735fba3008bf8d9d3a4427496a27b3425a8fbe3fa098b1bd37ee873d28bc.png" ContentType="image/png"/>
  <Override PartName="/ppt/media/pam_r2_9c1a8c355a825548_t4_click_9c1a8c355a82554813773399de7ec1403d64084bd719fc23e7efa02e629463f0.png" ContentType="image/png"/>
  <Override PartName="/ppt/media/pam_r2_e47d585ce5110f94_t4_click_e47d585ce5110f94a5225ec4a2e490e53e17827ae86147038a547055cee4fdfc.png" ContentType="image/png"/>
  <Override PartName="/ppt/media/pam_r2_12d3653770a04540_t4_click_12d3653770a04540798a6a69da63b17a6cc116e0e04bc44850a5371fd25abc0f.png" ContentType="image/png"/>
  <Override PartName="/ppt/media/pam_r2_668a49736630c537_image419.png" ContentType="image/png"/>
  <Override PartName="/ppt/media/pam_r2_9733e8761ee08ba0_image420.png" ContentType="image/png"/>
  <Override PartName="/ppt/media/pam_r2_2d0d256df7b804e1_image423.png" ContentType="image/png"/>
  <Override PartName="/ppt/media/pam_r2_5428246d2e416df7_t4_click_5428246d2e416df77e9b12d8dc3ccc6b7efdfe3483e8de00fa21f6ce8792cfa5.png" ContentType="image/png"/>
  <Override PartName="/ppt/media/pam_r2_30d7bc642dc29776_t4_click_30d7bc642dc297765fd280c7162e65a1e0306931781edc3beb230e27b59f538a.png" ContentType="image/png"/>
  <Override PartName="/ppt/media/pam_r2_82709fd9221f0d9d_t4_click_82709fd9221f0d9d1be371a53a7e85296e75f0bc3ab0372adc624b0e3b07cb37.png" ContentType="image/png"/>
  <Override PartName="/ppt/media/pam_r2_2d9ae845c7d8f1fe_t4_click_2d9ae845c7d8f1fe79764014a33cd53ecb5b49035e291b0910eb76e00f913fd2.png" ContentType="image/png"/>
  <Override PartName="/ppt/media/pam_r2_2383a52b48f55d74_t4_click_2383a52b48f55d74c3414b6f4181a2b855b27b35666a602790c12e74e0928203.png" ContentType="image/png"/>
  <Override PartName="/ppt/media/pam_r2_ac227166b0131638_t4_click_ac227166b01316383ede76442500e0d1e2bd793d8abadf522aaa3fdb633038aa.png" ContentType="image/png"/>
  <Override PartName="/ppt/media/pam_r2_7d2af0494672c760_t4_click_7d2af0494672c7605968f32e48dcbaf5f419fd1ba4488148843806af7c55f043.png" ContentType="image/png"/>
  <Override PartName="/ppt/media/pam_r2_066d213353ae7aaa_t4_click_066d213353ae7aaafa25930a69a667277311cc9a6da54f62c45d526aa6bf83f3.png" ContentType="image/png"/>
  <Override PartName="/ppt/media/pam_r2_894c31529be088fc_t4_click_894c31529be088fc3ecde212f467008837b9c53933baad72043bfdf123bfb9c7.png" ContentType="image/png"/>
  <Override PartName="/ppt/media/pam_r2_c88e10dfade29577_t4_click_c88e10dfade295776799ccb6a7a446e338e92f49384723d59401989ecd46dd3b.png" ContentType="image/png"/>
  <Override PartName="/ppt/media/pam_r2_3ecfc9d5942fc3be_t4_click_3ecfc9d5942fc3be651679eb9470d2bf2230edee90abe1fe99f1e4db69e0c2a0.png" ContentType="image/png"/>
  <Override PartName="/ppt/media/pam_r2_38aa1afefe92a9d5_t4_click_38aa1afefe92a9d543fd977911b4cc49d4ba7cbeef354fa12291a4acf55a50ce.png" ContentType="image/png"/>
  <Override PartName="/ppt/media/pam_r2_203ca114a6d5f136_t4_click_203ca114a6d5f13697f964a8d82610a005c48b24c64b08953b410d9708d4e849.png" ContentType="image/png"/>
  <Override PartName="/ppt/media/pam_r2_15f5d23474cbf4b0_t4_click_15f5d23474cbf4b0a67b7c8def550f8fe2e7f220f77a2379191ebb40f648cfe2.png" ContentType="image/png"/>
  <Override PartName="/ppt/media/pam_r2_a8681d9685140b9a_t4_click_a8681d9685140b9a118ca15ce679bc0208be9639674dd68636bc0386d4fd39ab.png" ContentType="image/png"/>
  <Override PartName="/ppt/media/pam_r2_44e0419547a4e35f_t4_click_44e0419547a4e35f2be2a6bf75c0ef580f8a112395906fc45b94b3046a790ad8.png" ContentType="image/png"/>
  <Override PartName="/ppt/media/pam_r2_cfa96720d0a42af1_t4_click_cfa96720d0a42af1eaddcc1c596d8550a935ec1b361c3c8a159401dfa6085755.png" ContentType="image/png"/>
  <Override PartName="/ppt/media/pam_r2_bade3d4399184693_t4_click_bade3d4399184693bec0d824f9d91a5a1fcf8c06439f116bc626e761d5a025a5.png" ContentType="image/png"/>
  <Override PartName="/ppt/media/pam_r2_537ae6459441cd23_t4_click_537ae6459441cd2333538698585cb282b5c0b634e6b670103ccf294f083d060e.png" ContentType="image/png"/>
  <Override PartName="/ppt/media/pam_r2_36f23601d25b793c_t4_click_36f23601d25b793c9939d57202c75cd1d8b5f99e26f7f65a822e7fb18c87e408.png" ContentType="image/png"/>
  <Override PartName="/ppt/media/pam_r2_cece8d78c8cba421_t4_click_cece8d78c8cba421f6e2847f9de64571ab80441f3d4fe836477234a66fdd6c41.png" ContentType="image/png"/>
  <Override PartName="/ppt/media/pam_r2_7f2947933ca3c2d4_image433.png" ContentType="image/png"/>
  <Override PartName="/ppt/media/pam_r2_2e9f1522cbc863a7_image434.png" ContentType="image/png"/>
  <Override PartName="/ppt/media/pam_r2_ebb0ecc808cfd767_t4_click_ebb0ecc808cfd767a392b6080926e6f9ab35011fe339605e4aa4603d4e2f1b22.png" ContentType="image/png"/>
  <Override PartName="/ppt/media/pam_r2_7b4530847e08e7cf_t4_click_7b4530847e08e7cf7571e15c6b1c20a9ade6bd427803fa172bf5fb273fe55547.png" ContentType="image/png"/>
  <Override PartName="/ppt/media/pam_r2_b67f0ae9a5afb7e5_t4_click_b67f0ae9a5afb7e525064bfb7ed2576280ab6ebef399db3a19c9f774e7a1f943.png" ContentType="image/png"/>
  <Override PartName="/ppt/media/pam_r2_bf9616b3b5897a78_t4_click_bf9616b3b5897a78ddb550ea89f0ecab397babc40abc144281ae114d79bd2b42.png" ContentType="image/png"/>
  <Override PartName="/ppt/media/pam_r2_0ce456125ffe6305_t4_click_0ce456125ffe6305007c715afed839b8f2378b2c2c6d8ccf29d9259e0b3f3ad6.png" ContentType="image/png"/>
  <Override PartName="/ppt/media/pam_r2_7afcb83314b5a897_t4_click_7afcb83314b5a897dca8997e0075c4858254dbd8abe56354cefa148601aa49f1.png" ContentType="image/png"/>
  <Override PartName="/ppt/media/pam_r2_3c911113a707a03c_t4_click_3c911113a707a03c0482360903cc18580fff71f569f51d49d1d27e1ef0f6b312.png" ContentType="image/png"/>
  <Override PartName="/ppt/media/pam_r2_15e31b7b755afaf0_t4_click_15e31b7b755afaf0ea95528f00f6a50b3aa1b82c7f0765c65da2ff6da50a72b3.png" ContentType="image/png"/>
  <Override PartName="/ppt/media/pam_r2_89786af02437e6c3_t4_click_89786af02437e6c3fa882dccb8739ea40df1e844550d8ea1c072f5e9bc6c07aa.png" ContentType="image/png"/>
  <Override PartName="/ppt/media/pam_r2_24b64b60a2bf0e5a_t4_click_24b64b60a2bf0e5a42ec9630d487d2ccb56a184037619c865a016f7c8182698f.png" ContentType="image/png"/>
  <Override PartName="/ppt/media/pam_r2_098d2e9c1f0d6df4_t4_click_098d2e9c1f0d6df45833931003e1a9b25ebcf6eca1a98dc91cc6cf062ac20a2c.png" ContentType="image/png"/>
  <Override PartName="/ppt/media/pam_r2_ca3f529c4487529d_t4_click_ca3f529c4487529d8c93ea3f809cd5bc28530d56560dea3bdb766d508846d814.png" ContentType="image/png"/>
  <Override PartName="/ppt/media/pam_r2_047b5f9c30d1cef2_t4_click_047b5f9c30d1cef27430a3b4a8d8ee5ce1675a669e0ce4352837aeb6286de7ba.png" ContentType="image/png"/>
  <Override PartName="/ppt/media/pam_r2_0fff6fd043541406_t4_click_0fff6fd0435414061502a9ca4700886a8d6032940a0123c95acd9997b7b54a68.png" ContentType="image/png"/>
  <Override PartName="/ppt/media/pam_r2_e24eb25717171883_t4_click_e24eb2571717188332400b02bbedfa4139e8512fa4497f51ffe049efdda062ba.png" ContentType="image/png"/>
  <Override PartName="/ppt/media/pam_r2_ff3b4201695a7e5b_t4_click_ff3b4201695a7e5b53fb825b0b5aec33040b868af9b085e4c44e1e4ec2fca784.png" ContentType="image/png"/>
  <Override PartName="/ppt/media/pam_r2_8aa53a032234bb77_t4_click_8aa53a032234bb774fb650e88f0f67664d19d460a5e22e67380b3375bc257323.png" ContentType="image/png"/>
  <Override PartName="/ppt/media/pam_r2_81991f2e937b3531_t4_click_81991f2e937b35317df618b498e327e95f468578cf2ff2c64c927c503bc05a62.png" ContentType="image/png"/>
  <Override PartName="/ppt/media/pam_r2_f38ff424d0a63952_t4_click_f38ff424d0a6395231c74e1e2b7a13d5773428c950f5cb9a68a8c4e87d7ce93a.png" ContentType="image/png"/>
  <Override PartName="/ppt/media/pam_r2_1bbcc539e60d234d_t4_click_1bbcc539e60d234d3b621fc1ea017e0861eb1bbdc1b7639374f932566630d56b.png" ContentType="image/png"/>
  <Override PartName="/ppt/media/pam_r2_604f96f4a72514ff_t4_click_604f96f4a72514ffef8c29210c23a66ca095e34cbe3805b0d496b4845f31d841.png" ContentType="image/png"/>
  <Override PartName="/ppt/media/pam_r2_445496ad8fc702c1_t4_click_445496ad8fc702c1cee8708f77e0b5d74ce66e952f328906be4805f03eb9eadf.png" ContentType="image/png"/>
  <Override PartName="/ppt/media/pam_r2_22e6a148363f8764_t4_click_22e6a148363f87647247c25a8020dfade1a04a8f4f6f5c828681b8ba8c08f456.png" ContentType="image/png"/>
  <Override PartName="/ppt/media/pam_r2_20bc07f38a167e35_t4_click_20bc07f38a167e356e9f549149700d6d3edea95ceb2554f566bbe08b816be7a3.png" ContentType="image/png"/>
  <Override PartName="/ppt/media/pam_r2_f0a6c5803a645e59_t4_click_f0a6c5803a645e59738a5944d4d0f9e48e57459ba99f8a293ff010c393b8a608.png" ContentType="image/png"/>
  <Override PartName="/ppt/media/pam_r2_967cb923f2f6f441_t4_click_967cb923f2f6f441493ee2495d3057aaf80e2c0fb609907ad2e5bc604db32109.png" ContentType="image/png"/>
  <Override PartName="/ppt/media/pam_r2_95397444b9c7e1be_t4_click_95397444b9c7e1bea7e7bf4db087ae2084414b4fc903ece6a8cc4874722d31e6.png" ContentType="image/png"/>
  <Override PartName="/ppt/media/pam_r2_a1428a5108ee08a6_t4_click_a1428a5108ee08a6003b02ec1f16a278ade654f39fffb82bbb5ed9cfe255f16a.png" ContentType="image/png"/>
  <Override PartName="/ppt/media/pam_r2_d685d5ce9f853492_t4_click_d685d5ce9f8534926d04b354d6570252e7cdc64e774436f08afc7c8ca249b390.png" ContentType="image/png"/>
  <Override PartName="/ppt/media/pam_r2_d3e798886e50f3ce_t4_click_d3e798886e50f3cef822f8f2e9643aa595e1cbd14011ea745a84164ba0b38712.png" ContentType="image/png"/>
  <Override PartName="/ppt/media/pam_r2_0be3534be9ef6071_t4_click_0be3534be9ef6071d68c6ec053f2a5f5791165be3fe2ddb0ea8fa127f28b33b7.png" ContentType="image/png"/>
  <Override PartName="/ppt/media/pam_r2_a68ea133d05425c8_t4_click_a68ea133d05425c88b47784c1de231f4224de749d91f105d6e415eafca5c3454.png" ContentType="image/png"/>
  <Override PartName="/ppt/media/pam_r2_da1204ee6ac33e60_t4_click_da1204ee6ac33e6025596ab5cc612f3246e657c0b8e5e9453053c378d9361a05.png" ContentType="image/png"/>
  <Override PartName="/ppt/media/pam_r2_eb3fbc21080f7a0d_t4_click_eb3fbc21080f7a0dcda9c8005696f164d1e22a0c470f52c658f5e79a185931e4.png" ContentType="image/png"/>
  <Override PartName="/ppt/media/pam_r2_33a7ea57b35ea6ce_t4_click_33a7ea57b35ea6ce20e9043574f6cc831a0b0ccf4b2da4710b6b79cadbdbe481.png" ContentType="image/png"/>
  <Override PartName="/ppt/media/pam_r2_bf2696f717a5ab19_image441.png" ContentType="image/png"/>
  <Override PartName="/ppt/media/pam_r2_d2952a192551d66d_t4_click_d2952a192551d66d55201a9911d5265387d45a0c268126d143fb17a0a9e29c6f.png" ContentType="image/png"/>
  <Override PartName="/ppt/media/pam_r2_cffe5668284b934a_t4_click_cffe5668284b934af6fbb2d71ecf4877b570f6bf50a6251869b4c89448a120bb.png" ContentType="image/png"/>
  <Override PartName="/ppt/media/pam_r2_3630e08823969e43_t4_click_3630e08823969e43c8e2a8a06c5ec8bc2f3553012d68d3576261d069ba03a9d7.png" ContentType="image/png"/>
  <Override PartName="/ppt/media/pam_r2_e26fe0b7a4add5bb_t4_click_e26fe0b7a4add5bb4866d81e53c399da30603000e226b21feadcdc2f90a40a2c.png" ContentType="image/png"/>
  <Override PartName="/ppt/media/pam_r2_012e91674d323701_t4_click_012e91674d3237014f68364ee200696b776b0bfb564275be54422dc2034e0980.png" ContentType="image/png"/>
  <Override PartName="/ppt/media/pam_r2_c7348de692cc390a_t4_click_c7348de692cc390a7234b4e119b125e0e7c4ca56a65be879fb4ffd5c6c5faadd.png" ContentType="image/png"/>
  <Override PartName="/ppt/media/pam_r2_c1ac66f1998b9139_t4_click_c1ac66f1998b91397b9ebf7f3a5d649c2551723c047c96b43bf314d0b52a365e.png" ContentType="image/png"/>
  <Override PartName="/ppt/media/pam_r2_74ad28683c6bfd98_t4_click_74ad28683c6bfd98a22b237341fb263ea63f59ea3c8de3e8d7fae13368a1dc49.png" ContentType="image/png"/>
  <Override PartName="/ppt/media/pam_r2_c43f781832f95aa4_t4_click_c43f781832f95aa4e607a6ba13eab85a5b6d3bcf31eebc29722377bb6b3d2114.png" ContentType="image/png"/>
  <Override PartName="/ppt/media/pam_r2_f3dc881990364544_t4_click_f3dc881990364544fd7d3795919d821fa235b1f8f59f9f5cc5b6fd9f85db1b0b.png" ContentType="image/png"/>
  <Override PartName="/ppt/media/pam_r2_5eeb68d5f5182e6b_t4_click_5eeb68d5f5182e6b57ab67ca0eb12641cf586f4c7149a23abb40ca5ab9a655bf.png" ContentType="image/png"/>
  <Override PartName="/ppt/media/pam_r2_ff949aa1324cf59a_t4_click_ff949aa1324cf59af40a9eb892c932a2c2b5d6943c92fdd0a557d9d55fc6368d.png" ContentType="image/png"/>
  <Override PartName="/ppt/media/pam_r2_edaa1f1156ffe0b4_t4_click_edaa1f1156ffe0b46613ef159b4e49b2c8cb07a6d42d7aec3c41be6ed01c1d56.png" ContentType="image/png"/>
  <Override PartName="/ppt/media/pam_r2_3399b7f5bc38b885_t4_click_3399b7f5bc38b885bcdd5e074b20bcebe737bf164460c201d5f42dd8e44b2bd9.png" ContentType="image/png"/>
  <Override PartName="/ppt/media/pam_r2_f66bedc499349eea_t4_click_f66bedc499349eea7ae1b58d9b94334544d970a6bad4425ccd32f071c10e10ed.png" ContentType="image/png"/>
  <Override PartName="/ppt/media/pam_r2_d8ad5cf19a43643f_t4_click_d8ad5cf19a43643f3aa4216845bdb7c27f4c156abd0a2afd0963fd0ce4365653.png" ContentType="image/png"/>
  <Override PartName="/ppt/media/pam_r2_ecba75d9e621ab57_t4_click_ecba75d9e621ab579930153a08dc95d0a8a881675756cae10abd7b69b36af7b4.png" ContentType="image/png"/>
  <Override PartName="/ppt/media/pam_r2_168d93d8373c3ff7_t4_click_168d93d8373c3ff79c62b6261c6778e41ec87618af4e47f143246baca63c66bf.png" ContentType="image/png"/>
  <Override PartName="/ppt/media/pam_r2_8628508ef6f472e4_t4_click_8628508ef6f472e457fbbc12a4ce037b34b98367a0b4fe648d006fc17d7b0878.png" ContentType="image/png"/>
  <Override PartName="/ppt/media/pam_r2_0c3569e9bc8fd3c8_t4_click_0c3569e9bc8fd3c867ee3ef56271e1ee8f5f1d4ea179b43dd72927c82e0d85ad.png" ContentType="image/png"/>
  <Override PartName="/ppt/media/pam_r2_c63f8fbb6b4902fa_t4_click_c63f8fbb6b4902fa96b71fd742803b74cffccd9588e3f3b9539068e4940ab7ed.png" ContentType="image/png"/>
  <Override PartName="/ppt/media/pam_r2_88411f334208b726_t4_click_88411f334208b726c4eef7d75b28e7e6552bfd19432a731679d3f284bd7fd512.png" ContentType="image/png"/>
  <Override PartName="/ppt/media/pam_r2_fdd4c6d0ad064d0d_image447.png" ContentType="image/png"/>
  <Override PartName="/ppt/media/pam_r2_89761c49508ae967_image448.png" ContentType="image/png"/>
  <Override PartName="/ppt/media/pam_r2_ed760cc528ab0366_image451.png" ContentType="image/png"/>
  <Override PartName="/ppt/media/pam_r2_aac70fcb5f2e804f_t4_click_aac70fcb5f2e804f6b779b0e6622a3fdb0506dfcd42f5b88d50e994b0fbf40fc.png" ContentType="image/png"/>
  <Override PartName="/ppt/media/pam_r2_52f084d85bb0576c_t4_click_52f084d85bb0576c1c704f64f36fe10c694ee2e19ab38ea3e80016f59b778511.png" ContentType="image/png"/>
  <Override PartName="/ppt/media/pam_r2_a6062006559748a9_t4_click_a6062006559748a97aafdfd352f1f82866f3bc2b06ef2957c58491d39c5a5a63.png" ContentType="image/png"/>
  <Override PartName="/ppt/media/pam_r2_0a577478c2a0522e_t4_click_0a577478c2a0522e22a877a2c45f900f1121833ceb0ca0e348cdc92df1d5eac6.png" ContentType="image/png"/>
  <Override PartName="/ppt/media/pam_r2_904bde83b93d984f_t4_click_904bde83b93d984fccdaf4112452d2283f22bc6b6aa8a7f2a1fb5ccf5e17b611.png" ContentType="image/png"/>
  <Override PartName="/ppt/media/pam_r2_806a0dd0343e610b_t4_click_806a0dd0343e610b1ba15a8180c0c314bf7639968ec0c77f78cfe940911cd924.png" ContentType="image/png"/>
  <Override PartName="/ppt/media/pam_r2_6c439d708ac41795_t4_click_6c439d708ac41795bfccc8396f39bf24868cda92b56d01876add8ad2236a8b98.png" ContentType="image/png"/>
  <Override PartName="/ppt/media/pam_r2_a1e0a669eb8b12d8_t4_click_a1e0a669eb8b12d849a790879a15c37897dd448838fc8b8e48e6046527d0d99a.png" ContentType="image/png"/>
  <Override PartName="/ppt/media/pam_r2_db147056fd35ab09_t4_click_db147056fd35ab0924ae757d7825a25ebf27d36fdb4f6673b52316240092ac5f.png" ContentType="image/png"/>
  <Override PartName="/ppt/media/pam_r2_beb52402b1492042_t4_click_beb52402b149204256a50b3471a3d53302f4acfb9b66e50f0a8b3458bac56262.png" ContentType="image/png"/>
  <Override PartName="/ppt/media/pam_r2_072e6ef70ff18841_t4_click_072e6ef70ff18841622c0d313d14258567f543c753322b81f71ccd6f36b645d6.png" ContentType="image/png"/>
  <Override PartName="/ppt/media/pam_r2_64967770db6610d7_t4_click_64967770db6610d73ad7c2f8e1afd2b7d0cfbe3f9ff9edb0d324c54a2a48cbdd.png" ContentType="image/png"/>
  <Override PartName="/ppt/media/pam_r2_7156d90d1ba933e7_t4_click_7156d90d1ba933e766c1d6a46c233eac3c972f68977267c68d7e9fce92084c6b.png" ContentType="image/png"/>
  <Override PartName="/ppt/media/pam_r2_0f7874fc91370c18_t4_click_0f7874fc91370c1854de18c8a004be1da6f95dde3621f6556df2f695804bb955.png" ContentType="image/png"/>
  <Override PartName="/ppt/media/pam_r2_ac0c713d2a50d852_t4_click_ac0c713d2a50d852a6bc998b35eae829cc81b65dd00a7a85eb614e872a34f9cf.png" ContentType="image/png"/>
  <Override PartName="/ppt/media/pam_r2_8e1d9bed307b352f_t4_click_8e1d9bed307b352f6d7b8aed00ef4494190c863cacee61662ffe91ae7bd21875.png" ContentType="image/png"/>
  <Override PartName="/ppt/media/pam_r2_a95dc74460aaa3bf_t4_click_a95dc74460aaa3bf528378c87a2ef6180e504d3d24b47957fc27374c50bc45a0.png" ContentType="image/png"/>
  <Override PartName="/ppt/media/pam_r2_079053859b9a52f4_t4_click_079053859b9a52f4ab4f588793ace8fff942cd0568485e32e007288751386c70.png" ContentType="image/png"/>
  <Override PartName="/ppt/media/pam_r2_c73dca649b2f0cbf_t4_click_c73dca649b2f0cbf880207da52935f52fc8308217378ec5f609524aae642e181.png" ContentType="image/png"/>
  <Override PartName="/ppt/media/pam_r2_55c7eb2fcafa6738_t4_click_55c7eb2fcafa673824c1d3ce491c8a542ef88ffc89b16b094ce5de197da8b992.png" ContentType="image/png"/>
  <Override PartName="/ppt/media/pam_r2_c191a771d4914a0e_t4_click_c191a771d4914a0e00935735ae1db28fcebfd54f252e3a4ca52413c49642802f.png" ContentType="image/png"/>
  <Override PartName="/ppt/media/pam_r2_80bb618d8aee1ff2_image469.png" ContentType="image/png"/>
  <Override PartName="/ppt/media/pam_r2_9b11ca1a384bab39_image470.png" ContentType="image/png"/>
  <Override PartName="/ppt/media/pam_r2_ab6e88c4e80c0b6a_image471.png" ContentType="image/png"/>
  <Override PartName="/ppt/media/pam_r2_b552034de2b3548f_t4_click_b552034de2b3548f1b17a7cce3bd0dd4e498efb18ffbc7e171c30b087688df99.png" ContentType="image/png"/>
  <Override PartName="/ppt/media/pam_r2_d16bff4a5088be9c_t4_click_d16bff4a5088be9c7759632296989ebbb52df470a52db3b32298db174b5d4167.png" ContentType="image/png"/>
  <Override PartName="/ppt/media/pam_r2_3cbe10cc643233d9_t4_click_3cbe10cc643233d9228aab7ca8254f640628bcec260ba5bd1f520ec616c05f19.png" ContentType="image/png"/>
  <Override PartName="/ppt/media/pam_r2_c70e19328fb39b23_t4_click_c70e19328fb39b23c3c06ed5a748ba33c92e323e73a15a338f33116df422f401.png" ContentType="image/png"/>
  <Override PartName="/ppt/media/pam_r2_43f27c1af5847023_t4_click_43f27c1af584702357623fdf9c8681b220cba3f3078fcc349b9a061a40523f21.png" ContentType="image/png"/>
  <Override PartName="/ppt/media/pam_r2_69daa1eccd72a68d_t4_click_69daa1eccd72a68d3bd96df4739b1325b88f7ee9d0a2f5a7eff2671558cadde4.png" ContentType="image/png"/>
  <Override PartName="/ppt/media/pam_r2_0626800b58156aca_t4_click_0626800b58156aca9602e1044d39e21911ae109f16b1a3548dfc11fce683f57b.png" ContentType="image/png"/>
  <Override PartName="/ppt/media/pam_r2_212804322b4223d7_t4_click_212804322b4223d751ec2d3712e2710430573308c9410893e6473317151093a1.png" ContentType="image/png"/>
  <Override PartName="/ppt/media/pam_r2_2cd5de93bccdb428_t4_click_2cd5de93bccdb4282258c77234d19e6f2abfad7225878b42c8c858546900fc13.png" ContentType="image/png"/>
  <Override PartName="/ppt/media/pam_r2_e7f81aeb1fe09b97_t4_click_e7f81aeb1fe09b97967521bcebcf03b61033b23b9e37f44c126f58084b4308f4.png" ContentType="image/png"/>
  <Override PartName="/ppt/media/pam_r2_5528229c7a00465a_t4_click_5528229c7a00465a943b957b0a110d61561c4430e20abc8becb365bfce2b2ac1.png" ContentType="image/png"/>
  <Override PartName="/ppt/media/pam_r2_25917a312883dd98_t4_click_25917a312883dd983fb7242d6bb7e9fd30ffedff4879f26c8a9253c57fdb81cf.png" ContentType="image/png"/>
  <Override PartName="/ppt/media/pam_r2_c5162eee68c597b8_t4_click_c5162eee68c597b89e06699c06ee75e1a8087af8446b9d477adedc8fe1065097.png" ContentType="image/png"/>
  <Override PartName="/ppt/media/pam_r2_8dafd9df2b127bad_t4_click_8dafd9df2b127bad394a396690fdd52927d30aa8df5f9d3c2bdc19917c8d0574.png" ContentType="image/png"/>
  <Override PartName="/ppt/media/pam_r2_b14b1134a36e149b_t4_click_b14b1134a36e149b6739dca482ad7ddbf96351c35b38cf4d0e9056ec956ce656.png" ContentType="image/png"/>
  <Override PartName="/ppt/media/pam_r2_17acbf152092446f_t4_click_17acbf152092446f45e9ea780244a955efff9eeb3f7a3b79c09fa163d6b86bc3.png" ContentType="image/png"/>
  <Override PartName="/ppt/media/pam_r2_9f67b9ed7d38d7d3_t4_click_9f67b9ed7d38d7d3563061b8f6dad49a3e19234ea05d2131c8a74eb28f379698.png" ContentType="image/png"/>
  <Override PartName="/ppt/media/pam_r2_fadd5170cf3cc044_t4_click_fadd5170cf3cc0440fc6a0ecb240c41d0767a573d0b3cc370843f997ba3c6b95.png" ContentType="image/png"/>
  <Override PartName="/ppt/media/pam_r2_0768d7b1f2e2f200_t4_click_0768d7b1f2e2f2006ed0716d99b6f4477dc7606cbb554e715c126a7c1a09b15c.png" ContentType="image/png"/>
  <Override PartName="/ppt/media/pam_r2_ca5ed1ff31aa183c_t4_click_ca5ed1ff31aa183cf94336c171def7ac8a5621fdb4c5a3683ce072a1d00efd2a.png" ContentType="image/png"/>
  <Override PartName="/ppt/media/pam_r2_5b7e0d5b6241d074_t4_click_5b7e0d5b6241d074cb989e5e60b1e7f8d3829e329708ad6775cf98716f749cd9.png" ContentType="image/png"/>
  <Override PartName="/ppt/media/pam_r2_c2e52ba06f3797a0_t4_click_c2e52ba06f3797a0bd28c0bc7a014d60893454e369a6a3b25f261ffffa04cda2.png" ContentType="image/png"/>
  <Override PartName="/ppt/media/pam_r2_daefb7e0b6800cf6_t4_click_daefb7e0b6800cf6cedd6cbc7540ee80e393999cce72f4064e34c9a44f963649.png" ContentType="image/png"/>
  <Override PartName="/ppt/media/pam_r2_f97cb603d3572cc7_t4_click_f97cb603d3572cc73d80cd35b76ce6708320e3fdf12d9a614c6e2c3072010803.png" ContentType="image/png"/>
  <Override PartName="/ppt/media/pam_r2_65d80e2a1b9dc272_t4_click_65d80e2a1b9dc27207627f60d9f7504ec4ea7dd5b306bbb5bad07837e7a7967e.png" ContentType="image/png"/>
  <Override PartName="/ppt/media/pam_r2_883004f1c70a850c_t4_click_883004f1c70a850c7e5178d233bcdcb647a4bf4b80530e85a4f69ba828e6926b.png" ContentType="image/png"/>
  <Override PartName="/ppt/media/pam_r2_adafc7416ad92bd6_t4_click_adafc7416ad92bd6153a336ab71fbf56656c3e085ec70c5c80bd7f4f8c6260da.png" ContentType="image/png"/>
  <Override PartName="/ppt/media/pam_r2_08533036d658724f_t4_click_08533036d658724f7d6336c6d3749d32b51d3a505d72b0dac885b4f814b1849d.png" ContentType="image/png"/>
  <Override PartName="/ppt/media/pam_r2_ee1ed2c303f71133_t4_click_ee1ed2c303f71133c0061ca87027309d070d0328115cfa788fda6ff5393b90c9.png" ContentType="image/png"/>
  <Override PartName="/ppt/media/pam_r2_b200ef9571442c04_t4_click_b200ef9571442c04bbc74e215e7fd8f4ec65a853b2634410a5b68cd2c6230f9a.png" ContentType="image/png"/>
  <Override PartName="/ppt/media/pam_r2_9ffb4a994f5750f6_t4_click_9ffb4a994f5750f61b8b63574b389843542a6007bf905f919a86c2b2ead5c3e3.png" ContentType="image/png"/>
  <Override PartName="/ppt/media/pam_r2_753513a9790e8505_t4_click_753513a9790e85057c666185905c89d3d017dd5bb8c484b56b83f040d0abacfc.png" ContentType="image/png"/>
  <Override PartName="/ppt/media/pam_r2_568c5eb92fd43a20_t4_click_568c5eb92fd43a20d61dc8a33a8da4ce7710e4291b6e8d72408ed90840ca2d0d.png" ContentType="image/png"/>
  <Override PartName="/ppt/media/pam_r2_a453405c8787e521_t4_click_a453405c8787e521b9f994d60a17e55a74c1e464048e84867d79243e0c413076.png" ContentType="image/png"/>
  <Override PartName="/ppt/media/pam_r2_541e3203f6f58fc9_t4_click_541e3203f6f58fc921bae7b62b19db3512904a6fafcfdf24cae4fd43693eb61f.png" ContentType="image/png"/>
  <Override PartName="/ppt/media/pam_r2_c94096be532b8ead_t4_click_c94096be532b8ead06e7418e146ac2fb07b475d8b05a13e8f17a2f67a8a7442e.png" ContentType="image/png"/>
  <Override PartName="/ppt/media/pam_r2_6aa376cdaca7a026_t4_click_6aa376cdaca7a02610055b9555ebaf7eb9e89332fc705a462bb6aae1d67415e8.png" ContentType="image/png"/>
  <Override PartName="/ppt/media/pam_r2_960343ce1c049cbe_t4_click_960343ce1c049cbe9e99ff5302a4acfe4e27715c6afa8dcc50b62fd7acccc327.png" ContentType="image/png"/>
  <Override PartName="/ppt/media/pam_r2_057147bd9bd2b716_t4_click_057147bd9bd2b716b3875dd19313ab85b1c74b9931bea4f4e31a74ce794dd1f9.png" ContentType="image/png"/>
  <Override PartName="/ppt/media/pam_r2_d4aa22fb3223e55b_t4_click_d4aa22fb3223e55b8591d16180797f9b143b4c99875c91931f300089efa6a7b7.png" ContentType="image/png"/>
  <Override PartName="/ppt/media/pam_r2_c2feb537cbda53c0_t4_click_c2feb537cbda53c08b085f13536953baf8e0f8b412401e607f7d0f734d0cb02d.png" ContentType="image/png"/>
  <Override PartName="/ppt/media/pam_r2_790d6d72e86efa33_t4_click_790d6d72e86efa333566c54f7a679dbf5049d19632c5bf5904870c127bb211e0.png" ContentType="image/png"/>
  <Override PartName="/ppt/media/pam_r2_1bc9780667806973_t4_click_1bc9780667806973b530b371ece53b705fb5c62905320d0dc88a0caee5553603.png" ContentType="image/png"/>
  <Override PartName="/ppt/media/pam_r2_ab9448db33b7b33a_t4_click_ab9448db33b7b33a54977cf8898b84bbc9957b8a6204fb8cb4563696734ad859.png" ContentType="image/png"/>
  <Override PartName="/ppt/media/pam_r2_6814dce586c59bca_t4_click_6814dce586c59bca0d9a6eb9d216719d416c2eeca3bca5fd41ca34929e866be5.png" ContentType="image/png"/>
  <Override PartName="/ppt/media/pam_r2_9f062d0058d5cd66_t4_click_9f062d0058d5cd66cd4181dde494255daf2a21afa6101c27691ee9d1f751e7fe.png" ContentType="image/png"/>
  <Override PartName="/ppt/media/pam_r2_1264088b018d91a1_t4_click_1264088b018d91a1c87859d08611dd7c3ca1d973fb0d8549ae108ad465b5e9fd.png" ContentType="image/png"/>
  <Override PartName="/ppt/media/pam_r2_e6e2141986edc825_t4_click_e6e2141986edc825e2446840a3574d61872181d8c499823a9a33a16dfb4802ea.png" ContentType="image/png"/>
  <Override PartName="/ppt/media/pam_r2_293e52ba1b162a58_t4_click_293e52ba1b162a58ef4a6b0c29c1af4649f41201ccef6783616337ed8548c23d.png" ContentType="image/png"/>
  <Override PartName="/ppt/media/pam_r2_97e5c74072a8a8ab_t4_click_97e5c74072a8a8abd30595d4d5b440cf7a36493ce4b95f8a938ced78605320aa.png" ContentType="image/png"/>
  <Override PartName="/ppt/media/pam_r2_14eec86fc719c69d_t4_click_14eec86fc719c69dd00a416d54a00825092422c30d6a96e4ed739f550f219d29.png" ContentType="image/png"/>
  <Override PartName="/ppt/media/pam_r2_d98f10b8436fca66_t4_click_d98f10b8436fca6631a7f460b93e16995a5b3e2c3127700d6b94090a83c03ba0.png" ContentType="image/png"/>
  <Override PartName="/ppt/media/pam_r2_29e0f90ebc77ba0d_t4_click_29e0f90ebc77ba0d1ee59524ce70498c35bcb56162f925dc84719120e0b7fe09.png" ContentType="image/png"/>
  <Override PartName="/ppt/media/pam_r2_82713be4a8f31236_t4_click_82713be4a8f312367641c761e2ebf1974e4b5af3aa25ea20f58e2e3a98de4414.png" ContentType="image/png"/>
  <Override PartName="/ppt/media/pam_r2_b2f3195b80d2bc7c_t4_click_b2f3195b80d2bc7c9e0f7e239b0242d91a2eb700860eb38659bc5e4ca721c1d0.png" ContentType="image/png"/>
  <Override PartName="/ppt/media/pam_r2_a14f2de1ae367962_t4_click_a14f2de1ae367962547a47b4edc1f8bf94538a020f7eb774dfafda90de48fbd2.png" ContentType="image/png"/>
  <Override PartName="/ppt/media/pam_r2_7973d3b9b9835abf_t4_click_7973d3b9b9835abf165a9f931b4fa71a66c7c61f21f029c5a6b4358ea9277ed2.png" ContentType="image/png"/>
  <Override PartName="/ppt/media/pam_r2_f3939e6344c80671_t4_click_f3939e6344c80671128d84c0efa079700487b773da2311facbcb87420752c8c0.png" ContentType="image/png"/>
  <Override PartName="/ppt/media/pam_r2_00b955fc08e6187d_t4_click_00b955fc08e6187d99fd50aba1751137b7a56e4973f52af44abbfeb300668e01.png" ContentType="image/png"/>
  <Override PartName="/ppt/media/pam_r2_58a7c1555bb382ca_t4_click_58a7c1555bb382caa340f93979b5c38dea5cdfb2dc11854a79701d774835f5a4.png" ContentType="image/png"/>
  <Override PartName="/ppt/media/pam_r2_2be6fc23f3d934a9_t4_click_2be6fc23f3d934a94cc1030b56e85fcd5759b16a78cc09ec0612b5c8c61ef2c9.png" ContentType="image/png"/>
  <Override PartName="/ppt/media/pam_r2_622607bd69e8b432_t4_click_622607bd69e8b432443be5299d475b2acd2d8e1faa7c2b13a18b5045841993cd.png" ContentType="image/png"/>
  <Override PartName="/ppt/media/pam_r2_a8702769af71d82e_t4_click_a8702769af71d82e9079c71d44e92066714ebeeee516a7556743db7abdf76f35.png" ContentType="image/png"/>
  <Override PartName="/ppt/media/pam_r2_dcff4cece7b8229c_t4_click_dcff4cece7b8229ce880c11e1764442f5f23ba6d5cf7c2c877483558f3ccc432.png" ContentType="image/png"/>
  <Override PartName="/ppt/media/pam_r2_a3d9d204fad3d358_t4_click_a3d9d204fad3d3587b00951c30e13d248495a7488aa19ceaa51f0a4700ad7527.png" ContentType="image/png"/>
  <Override PartName="/ppt/media/pam_r2_3fcda9474233217c_image488.png" ContentType="image/png"/>
  <Override PartName="/ppt/media/pam_r2_6c62cdb20df6273a_image475.png" ContentType="image/png"/>
  <Override PartName="/ppt/media/pam_r2_eaba7d9bd43342de_image476.png" ContentType="image/png"/>
  <Override PartName="/ppt/media/pam_r2_857d9f5e1d86039e_image479.png" ContentType="image/png"/>
  <Override PartName="/ppt/media/pam_r2_c9b52086d790f32e_t4_click_c9b52086d790f32edd61c9812cd974fb5f1ce8ccdd0f8ef8f6e7f49ef1a8f428.png" ContentType="image/png"/>
  <Override PartName="/ppt/media/pam_r2_a32646b2cb435069_t4_click_a32646b2cb43506914587e0d7c519a3427989e2662139060c2a01552f5007577.png" ContentType="image/png"/>
  <Override PartName="/ppt/media/pam_r2_13065d64b23d8c42_t4_click_13065d64b23d8c429a8248d6e396e9e90b86bde26a5af26946dd35bd09fbe8a0.png" ContentType="image/png"/>
  <Override PartName="/ppt/media/pam_r2_d18bfbe8d0d88ed1_t4_click_d18bfbe8d0d88ed1f165a009778e90a95827aecd5d3387282a5930a900e54e80.png" ContentType="image/png"/>
  <Override PartName="/ppt/media/pam_r2_3a3726ead1cb8e17_t4_click_3a3726ead1cb8e176f8b033e88384840d0f544dba106621aa7a7bc61fc541eec.png" ContentType="image/png"/>
  <Override PartName="/ppt/media/pam_r2_9da69388b7f5a542_t4_click_9da69388b7f5a542fefe02a4febf569c7c3f90be2dd82aa346ecbd9eaa6270aa.png" ContentType="image/png"/>
  <Override PartName="/ppt/media/pam_r2_ac90a4d89e042424_t4_click_ac90a4d89e042424feaf96f6b6cb55ffb906c9687eb89f84069b3cd0a36eb156.png" ContentType="image/png"/>
  <Override PartName="/ppt/media/pam_r2_e6c10d366eed8a67_t4_click_e6c10d366eed8a67f1501d1713f7f268c2348196dd6217a0301e4aed8fe278fb.png" ContentType="image/png"/>
  <Override PartName="/ppt/media/pam_r2_ef0f6404e1a3c529_t4_click_ef0f6404e1a3c52910ff5f63feba45cb65020a66bf168e7d6c20f2a7dfbe955f.png" ContentType="image/png"/>
  <Override PartName="/ppt/media/pam_r2_ac2e01b4cbaeaf99_t4_click_ac2e01b4cbaeaf990150a92436cf44e46c336514cfe7b5b0c901b2532243e5b5.png" ContentType="image/png"/>
  <Override PartName="/ppt/media/pam_r2_baf1760c339b6f7b_t4_click_baf1760c339b6f7b66ff1d1f4ff197e52fab466479a56192a92ac72526ce10b8.png" ContentType="image/png"/>
  <Override PartName="/ppt/media/pam_r2_a49250f624b9ea88_t4_click_a49250f624b9ea88ab36eee9a354a148e8a4e9f7f401dfda4adb685108c3a454.png" ContentType="image/png"/>
  <Override PartName="/ppt/media/pam_r2_e6e4b0ba81fa5892_t4_click_e6e4b0ba81fa58920c6cb44389bf53c619f62f7364d323a825d1f16760c61ab5.png" ContentType="image/png"/>
  <Override PartName="/ppt/media/pam_r2_4a710ab7ecf5af86_t4_click_4a710ab7ecf5af86c4870d85a56f118902068974d76215fed5d718b5b0e69c4a.png" ContentType="image/png"/>
  <Override PartName="/ppt/media/pam_r2_c7390fe0026b3a75_t4_click_c7390fe0026b3a75f4e209ed8978a09e578b8b618eabe6ff20ab39630d1c8e71.png" ContentType="image/png"/>
  <Override PartName="/ppt/media/pam_r2_3687ec2b4f04230f_t4_click_3687ec2b4f04230feb2f3e4da8b29df121d5ebb290488565973a3e1463e87aa7.png" ContentType="image/png"/>
  <Override PartName="/ppt/media/pam_r2_95c3333fcb1914ac_t4_click_95c3333fcb1914ac3ac0e2b381b9ffc3a22ce786439f06fbc8c78242415437a7.png" ContentType="image/png"/>
  <Override PartName="/ppt/media/pam_r2_77f80b74ef2a85f0_t4_click_77f80b74ef2a85f02f565f8406526340767e61890c98ccfad48bf40d25c1d691.png" ContentType="image/png"/>
  <Override PartName="/ppt/media/pam_r2_c1e6eeeafa85a7ae_t4_click_c1e6eeeafa85a7ae09b1eb5bf7f27ce28669f7e3d0afcea4e011bf29b8a0b975.png" ContentType="image/png"/>
  <Override PartName="/ppt/media/pam_r2_de4d9d690b91905e_t4_click_de4d9d690b91905e7d6fa3f0f5d40692e043029b7150e3d1b2c69bdb4c2f7efa.png" ContentType="image/png"/>
  <Override PartName="/ppt/media/pam_r2_be9e189e0c8ac5fd_t4_click_be9e189e0c8ac5fdf26b20cebe65557064d81074f08b060e9e52490fa3f5b684.png" ContentType="image/png"/>
  <Override PartName="/ppt/media/pam_r2_339412deca39f95c_t4_click_339412deca39f95c50d5f8f71f0ec4e2727e36390eb8ad18a906ac8a76d805c5.png" ContentType="image/png"/>
  <Override PartName="/ppt/media/pam_r2_1d6bae29d714b943_t4_click_1d6bae29d714b94367cb708ca45659fc736ac89d2774d090ee91b5b576f4a32b.png" ContentType="image/png"/>
  <Override PartName="/ppt/media/pam_r2_27433dca4bb8a524_t4_click_27433dca4bb8a524f020efa4b59815ebbff971275e536e2c4f5db7189a75cb7c.png" ContentType="image/png"/>
  <Override PartName="/ppt/media/pam_r2_7491d7c8e8d77022_t4_click_7491d7c8e8d770222fc21f90f3264de7906ce6dbf5e99c46cfefea01a1369a0e.png" ContentType="image/png"/>
  <Override PartName="/ppt/media/pam_r2_ab79e6835f661769_t4_click_ab79e6835f66176987047e22ece2cdc5746c31a19b7c43c20b090a1bb9da8866.png" ContentType="image/png"/>
  <Override PartName="/ppt/media/pam_r2_6c1cd289f75d7848_t4_click_6c1cd289f75d78486a866d59444d1b006ed7da5d4678dea854210110a33cda11.png" ContentType="image/png"/>
  <Override PartName="/ppt/media/pam_r2_316e694c3d651217_t4_click_316e694c3d651217e6dd38a81e369487033ebb623019dd587209a37c8b149387.png" ContentType="image/png"/>
  <Override PartName="/ppt/media/pam_r2_91680d418fa52366_t4_click_91680d418fa523660243722924d2367f3ea73c9217b2950047fc71e14909b3b6.png" ContentType="image/png"/>
  <Override PartName="/ppt/media/pam_r2_e72c53b7b8762367_t4_click_e72c53b7b876236732983d1454e737f7b2bf75a8f87784fe270003c91eb45dfa.png" ContentType="image/png"/>
  <Override PartName="/ppt/media/pam_r2_df224d5e83dea0f3_t4_click_df224d5e83dea0f32de475243c32b2973b0ac4507d5b3c9562d1b922fddaf174.png" ContentType="image/png"/>
  <Override PartName="/ppt/media/pam_r2_6881cd7cfb55b9c0_t4_click_6881cd7cfb55b9c09af77ffe50864046fe75952e4613bff5291a324356d8d09e.png" ContentType="image/png"/>
  <Override PartName="/ppt/media/pam_r2_24c7eba4946aaeb5_t4_click_24c7eba4946aaeb50af86f6238878dab88f1ee2e7fbf2156312acd867a4b579e.png" ContentType="image/png"/>
  <Override PartName="/ppt/media/pam_r2_da32989698c75843_t4_click_da32989698c75843b07df913dabc52419b5fa5bdd852629839346f9b37a040fb.png" ContentType="image/png"/>
  <Override PartName="/ppt/media/pam_r2_416666db5dc7c93c_t4_click_416666db5dc7c93c8f8dd37a69581fe0792d99aa05ecc4b01a63aeb287b3a4b3.png" ContentType="image/png"/>
  <Override PartName="/ppt/media/pam_r2_7293e9880d498e67_t4_click_7293e9880d498e6739f05205873e4e5978ea566cd4434cf242e5207246cbf1e5.png" ContentType="image/png"/>
  <Override PartName="/ppt/media/pam_r2_abe8475635f3a989_image481.png" ContentType="image/png"/>
  <Override PartName="/ppt/media/pam_r2_7c85eb0249055c0e_image482.png" ContentType="image/png"/>
  <Override PartName="/ppt/media/pam_r2_55be745739f10ece_t4_click_55be745739f10ece0365140ca585eb2cb7aa90cfe7fd0d9700ed76fc85a0e4bc.png" ContentType="image/png"/>
  <Override PartName="/ppt/media/pam_r2_8945fa287637c402_t4_click_8945fa287637c402e61cad8ea1f74dd0284e3463fa9e60ce298e56c96ef26ff7.png" ContentType="image/png"/>
  <Override PartName="/ppt/media/pam_r2_a03e94ffed9634ec_t4_click_a03e94ffed9634ec58807143a87a3c173cf2368db56b9bd2d83a2f1d3ce64a32.png" ContentType="image/png"/>
  <Override PartName="/ppt/media/pam_r2_81b0ef663dce39d9_t4_click_81b0ef663dce39d95ee1c47ceedb5d080c3d31ca77b5c6815e2f2121e5630285.png" ContentType="image/png"/>
  <Override PartName="/ppt/media/pam_r2_9b25298f85cc56a3_t4_click_9b25298f85cc56a39ecec659bde39b427e5cd35dbc032fefa6854f98e9b09ad6.png" ContentType="image/png"/>
  <Override PartName="/ppt/media/pam_r2_e6e6e4cc87015023_t4_click_e6e6e4cc870150237b3e3116f26865de76241732956fa0de31e5e57a08fd170b.png" ContentType="image/png"/>
  <Override PartName="/ppt/media/pam_r2_a6a0e53fc54ab1bc_t4_click_a6a0e53fc54ab1bccffac0351e4f76150190a28239cbc9bda5a8824617e3c897.png" ContentType="image/png"/>
  <Override PartName="/ppt/media/pam_r2_acb505239ab3f2b7_t4_click_acb505239ab3f2b733daf2c603715e734671b4f884a4d2e707fecc133fe3b9fc.png" ContentType="image/png"/>
  <Override PartName="/ppt/media/pam_r2_7a90959462142c28_t4_click_7a90959462142c28ae6be6be359ad1eeade60f2ad5c342d1932a0667ee0eedf6.png" ContentType="image/png"/>
  <Override PartName="/ppt/media/pam_r2_c69205c5aed9338a_t4_click_c69205c5aed9338a5e3ebb2db9d7e8c306ca495fe1329122a90d3181053932a1.png" ContentType="image/png"/>
  <Override PartName="/ppt/media/pam_r2_74144bbf19638f93_t4_click_74144bbf19638f934829c32fc60909479a8574f2c394c4cd484b6100b5a8cbb4.png" ContentType="image/png"/>
  <Override PartName="/ppt/media/pam_r2_bf564f8da86e3f41_t4_click_bf564f8da86e3f41d16c937f770071f75b9762418ede0deba0d9038278ab2d7e.png" ContentType="image/png"/>
  <Override PartName="/ppt/media/pam_r2_a5418a846c58a9f4_t4_click_a5418a846c58a9f43a256e8c44b3d425f5b7f115db2160f73e4a162c158bbb43.png" ContentType="image/png"/>
  <Override PartName="/ppt/media/pam_r2_d26b81f285b76c22_t4_click_d26b81f285b76c22440682cbb5b4457a6f042397082476d1fb9be1515742143c.png" ContentType="image/png"/>
  <Override PartName="/ppt/media/pam_r2_02b55e2897fbb4dc_t4_click_02b55e2897fbb4dccb8c7b9ff848e2714da95d7c68de20a12252849c53e8b28f.png" ContentType="image/png"/>
  <Override PartName="/ppt/media/pam_r2_7e588cfa6f2b3dca_t4_click_7e588cfa6f2b3dca6c2bb5a4fe9ae11222c04e40d817731590746b2acaaa77e6.png" ContentType="image/png"/>
  <Override PartName="/ppt/media/pam_r2_963fb0d2fbdb1bac_t4_click_963fb0d2fbdb1bacbbe72e38495f8a6dca2ccd50238f7fc22b679f0e8a4ab1a2.png" ContentType="image/png"/>
  <Override PartName="/ppt/media/pam_r2_d351044d88216750_t4_click_d351044d882167501a372c1e66532ea98e2cbff5d9b8e8d01f449ab3623f1b1c.png" ContentType="image/png"/>
  <Override PartName="/ppt/media/pam_r2_06708f74fe6a3a83_t4_click_06708f74fe6a3a838e2c057d7122584131ff4df5cf66fe8ac4d8b0a600428096.png" ContentType="image/png"/>
  <Override PartName="/ppt/media/pam_r2_4098abc673f8e2da_t4_click_4098abc673f8e2dab9152dcefee6bc5aba142552ae1e50bc23a67f2fd984857e.png" ContentType="image/png"/>
  <Override PartName="/ppt/media/pam_r2_646179b47fa1ec40_t4_click_646179b47fa1ec40b41c5a351f808ddc236a95dc9f8b077657f20d678a73657e.png" ContentType="image/png"/>
  <Override PartName="/ppt/media/pam_r2_3a31a9c6533c5bcb_t4_click_3a31a9c6533c5bcb37a64cb24fc74c30f7bd9f86850f839b3352717fc5a41e4f.png" ContentType="image/png"/>
  <Override PartName="/ppt/media/pam_r2_46ed09c4ba545b90_t4_click_46ed09c4ba545b90c1b49b4dd131d1c1fac88fbd570e26e3620bad3e79a443df.png" ContentType="image/png"/>
  <Override PartName="/ppt/media/pam_r2_d51aecaf79bf3b46_t4_click_d51aecaf79bf3b46fb1297f8a749dbdd1e2f0df542b5e3ecd1608c0dee385a87.png" ContentType="image/png"/>
  <Override PartName="/ppt/media/pam_r2_cbd26da7ca30baf2_t4_click_cbd26da7ca30baf2caef1be9664cab4dca7c82db106f644cb882830a2f5cf48c.png" ContentType="image/png"/>
  <Override PartName="/ppt/media/pam_r2_c400be5231f020a9_t4_click_c400be5231f020a93d84e896f870219e00dccbf0ccb08a116f3b35e7c8dbe6a6.png" ContentType="image/png"/>
  <Override PartName="/ppt/media/pam_r2_d7fc69a5dd7279b6_t4_click_d7fc69a5dd7279b64bfdc89fc89cdbba8c0e607e52b117e861e1de334b6c9b1e.png" ContentType="image/png"/>
  <Override PartName="/ppt/media/pam_r2_60ed17e78a41550b_t4_click_60ed17e78a41550bda5e4133d8f976cd173234b9bf337c75a8025e3df3205381.png" ContentType="image/png"/>
  <Override PartName="/ppt/media/pam_r2_fa5a4c10686e19d7_t4_click_fa5a4c10686e19d73841a7141be5b881d94eb472af3ef4e0dd5eebe3b5a6f413.png" ContentType="image/png"/>
  <Override PartName="/ppt/media/pam_r2_cb05e3c8a131a2bc_t4_click_cb05e3c8a131a2bc7f1b6fe3624d9748cb69e47452e02e33608ae7c29940b893.png" ContentType="image/png"/>
  <Override PartName="/ppt/media/pam_r2_bd619f83fafd71a7_t4_click_bd619f83fafd71a7f3e75a954c22bc052796cd0d3a26580c3246c9127cfa8e18.png" ContentType="image/png"/>
  <Override PartName="/ppt/media/pam_r2_ae462434949c3edf_t4_click_ae462434949c3edf874c73ff9eadcdb7e98c0798ece662a29d64cd4ac661e2e1.png" ContentType="image/png"/>
  <Override PartName="/ppt/media/pam_r2_f9ec0c0d16f6ca47_t4_click_f9ec0c0d16f6ca47826e8bc9b5ce9c029f64c34816b7dac41e1249f7026d3113.png" ContentType="image/png"/>
  <Override PartName="/ppt/media/pam_r2_b9c2a2677f78aff3_t4_click_b9c2a2677f78aff3e2302ee7a0dd026480b857bc4fecf0c4c1931f9205a0e83a.png" ContentType="image/png"/>
  <Override PartName="/ppt/media/pam_r2_d8862e4f7cf47cc5_t4_click_d8862e4f7cf47cc50e49c44d310f04541276c4ba354823c694a9d8263c850ce6.png" ContentType="image/png"/>
  <Override PartName="/ppt/media/pam_r2_dfa9f964e15754c7_t4_click_dfa9f964e15754c78a4b3070ef1176e16163cdc941b1cab2247650cfb7856777.png" ContentType="image/png"/>
  <Override PartName="/ppt/media/pam_r2_c28b770095f3a1a0_image489.png" ContentType="image/png"/>
  <Override PartName="/ppt/media/pam_r2_b90aed70576bfcac_image490.png" ContentType="image/png"/>
  <Override PartName="/ppt/media/pam_r2_ed281b446746acae_t4_click_ed281b446746acae60ba52b9022c25d547ff760550b6de294629c87f27565154.png" ContentType="image/png"/>
  <Override PartName="/ppt/media/pam_r2_0be7d675f7ad4a43_t4_click_0be7d675f7ad4a439cdd042a8f9a5b430b85dd23f7400d2a4e1826dcce581aad.png" ContentType="image/png"/>
  <Override PartName="/ppt/media/pam_r2_f4f7acd30a107fd7_t4_click_f4f7acd30a107fd7286143ce133a94bbebbfd424977f12c289c6d524bb52941c.png" ContentType="image/png"/>
  <Override PartName="/ppt/media/pam_r2_b95014e112cc53e1_t4_click_b95014e112cc53e10073865c927bfd96e5bc0c9b3856e637a439bf3eae598127.png" ContentType="image/png"/>
  <Override PartName="/ppt/media/pam_r2_3198ef8756ee5a7b_t4_click_3198ef8756ee5a7b928cf9520760392320e5560ae458688cf2c4042984bbe69b.png" ContentType="image/png"/>
  <Override PartName="/ppt/media/pam_r2_e7328558cd52258f_t4_click_e7328558cd52258f4f0ddfdfa0114264cd76d8217f848d1a8107747298b8bad6.png" ContentType="image/png"/>
  <Override PartName="/ppt/media/pam_r2_a5c46ee8903e909f_t4_click_a5c46ee8903e909f44bd60155aa63ee3af88903b2ae2d2cbf3ad1e73e2d5d2a1.png" ContentType="image/png"/>
  <Override PartName="/ppt/media/pam_r2_db2475da996c67ba_t4_click_db2475da996c67baab7d3483fd57ba7b347d8342a929ebf329c102cf0792385b.png" ContentType="image/png"/>
  <Override PartName="/ppt/media/pam_r2_74557b442ad6b3ea_t4_click_74557b442ad6b3ea855e4db7a2bec70cf53ccbed83fd028b3e1226bc56178140.png" ContentType="image/png"/>
  <Override PartName="/ppt/media/pam_r2_77c295bf520002d6_t4_click_77c295bf520002d6e985f475dfd68f480c6b4c2ef489c355839543e3be725d0e.png" ContentType="image/png"/>
  <Override PartName="/ppt/media/pam_r2_e920271c4e56a649_t4_click_e920271c4e56a649bc6b1e16f5b7eeea768afe5f0d2d8742af114f9404e122cd.png" ContentType="image/png"/>
  <Override PartName="/ppt/media/pam_r2_68da053b41f902bd_t4_click_68da053b41f902bd967ed5a7cdc08311ef7fd10c8096ffb3d5cf89b0a99f4ed5.png" ContentType="image/png"/>
  <Override PartName="/ppt/media/pam_r2_ecfb3243d5d72474_t4_click_ecfb3243d5d7247481dc0c95c9b7f64aa75840c946a9b7d58a8a9ce6b6410804.png" ContentType="image/png"/>
  <Override PartName="/ppt/media/pam_r2_e24ca92b4f78ed5c_t4_click_e24ca92b4f78ed5c24a80a9e2fe1aeaffdee0a54908b574eb2e84792d2fd8d3d.png" ContentType="image/png"/>
  <Override PartName="/ppt/media/pam_r2_8c00262fbb1b970f_t4_click_8c00262fbb1b970f3bd7ac5d801a0ee9f7ecb295b3815841357b1ad26b7e857d.png" ContentType="image/png"/>
  <Override PartName="/ppt/media/pam_r2_a82b922d9b5a515a_t4_click_a82b922d9b5a515a5a8a6367964b72ca75271b06457d013bb741c48ca63674ba.png" ContentType="image/png"/>
  <Override PartName="/ppt/media/pam_r2_559403f16bbd7499_t4_click_559403f16bbd74991d88d9d34c977f016515f964780d27dbe1d364dc76ccf090.png" ContentType="image/png"/>
  <Override PartName="/ppt/media/pam_r2_2eeeaa08960420e4_t4_click_2eeeaa08960420e409803fdeb54f7551d8dae0a18ff323b1b041c6ef0a969d51.png" ContentType="image/png"/>
  <Override PartName="/ppt/media/pam_r2_075b1a2dc45c0a36_t4_click_075b1a2dc45c0a36ba40cfdb6754ca407fd596c0532a1124055ff127050f6897.png" ContentType="image/png"/>
  <Override PartName="/ppt/media/pam_r2_ee539f343b2a47f4_t4_click_ee539f343b2a47f4986c97dffa4d6390da2687ce80fc7646074294aa726854f0.png" ContentType="image/png"/>
  <Override PartName="/ppt/media/pam_r2_6d56cb4af22a841d_t4_click_6d56cb4af22a841debcf31759f9c28583c2ba1b484a5c73b3b17eebe82f5cedd.png" ContentType="image/png"/>
  <Override PartName="/ppt/media/pam_r2_31ca51eb6f64bd47_t4_click_31ca51eb6f64bd4711c551315d789e3d9fda04bef9f8c2cc116d253d32cc5b7e.png" ContentType="image/png"/>
  <Override PartName="/ppt/media/pam_r2_9d4501ddd8081481_t4_click_9d4501ddd8081481a4d6833888980f98c7ae6428fe5b50f99f41f4cea7a18c16.png" ContentType="image/png"/>
  <Override PartName="/ppt/media/pam_r2_1829c661c1c758d5_t4_click_1829c661c1c758d5075cad426d4e5e31900f5076b22711ffabce223356723e5d.png" ContentType="image/png"/>
  <Override PartName="/ppt/media/pam_r2_455d8e398e76fa1d_t4_click_455d8e398e76fa1d47344a76e4fbc5355d7234441672f0fdfbf5a6836717d9a6.png" ContentType="image/png"/>
  <Override PartName="/ppt/media/pam_r2_492b99d1baf06d19_t4_click_492b99d1baf06d19b252597038e0cdb9fb26562b6e6f208499a1b03a5a98dc56.png" ContentType="image/png"/>
  <Override PartName="/ppt/media/pam_r2_825f46b5af802252_t4_click_825f46b5af8022529cc98c013b67c0cc9f9284009d3024d09bfc4dc8ca63fe38.png" ContentType="image/png"/>
  <Override PartName="/ppt/media/pam_r2_48f2ed167d22117c_t4_click_48f2ed167d22117c2a83dbd0cd1b8ebec2c3fa645f667a95b724fbf44ff8dc0a.png" ContentType="image/png"/>
  <Override PartName="/ppt/media/pam_r2_4cbeaca0caa924fb_t4_click_4cbeaca0caa924fba1d6274378c495f2db10d28065c23b3f4f21f7ad1c19b068.png" ContentType="image/png"/>
  <Override PartName="/ppt/media/pam_r2_f0b75f24360d9bfe_t4_click_f0b75f24360d9bfe64b70013a1e78750befa9ec0ca79a29c4f6e94312f1790fa.png" ContentType="image/png"/>
  <Override PartName="/ppt/media/pam_r2_f6ce2012f4eea2ab_t4_click_f6ce2012f4eea2ab6c6e8cb54281c2dd6adb4b46ae4e535b1ba7218db3c59e7b.png" ContentType="image/png"/>
  <Override PartName="/ppt/media/pam_r2_64cbb58d40088649_t4_click_64cbb58d40088649968b908b93887b365672b7d7c1dafccb7b521c083b48ce53.png" ContentType="image/png"/>
  <Override PartName="/ppt/media/pam_r2_701ba64caa23dbee_t4_click_701ba64caa23dbee86d00f662be47ec933fb83963aace7eb8e9a22c7940552b5.png" ContentType="image/png"/>
  <Override PartName="/ppt/media/pam_r2_4d967c03effeeda9_t4_click_4d967c03effeeda9dd291f4daae453536226b02f304991b71429418c400cbe38.png" ContentType="image/png"/>
  <Override PartName="/ppt/media/pam_r2_998d72239cfe13ed_t4_click_998d72239cfe13edb6dc49f4383a6c57c9b1e5ba98720c91b716e02d43f40f67.png" ContentType="image/png"/>
  <Override PartName="/ppt/media/pam_r2_cec364006c969f3b_t4_click_cec364006c969f3b2594c32e47c8574a819f5821a00363227fa914911633b320.png" ContentType="image/png"/>
  <Override PartName="/ppt/media/pam_r2_c25d0ebbaae02099_t4_click_c25d0ebbaae020996ac074830760ddda8df177b8ee645d33fe0bffcb0b68aa9f.png" ContentType="image/png"/>
  <Override PartName="/ppt/media/pam_r2_aee6cbf2a91c73bd_t4_click_aee6cbf2a91c73bd2545a1f6f574177fab5789113f7a887809b2b1ae5abf2495.png" ContentType="image/png"/>
  <Override PartName="/ppt/media/pam_r2_8a775db0b8a5d392_t4_click_8a775db0b8a5d3921da6a94463f01e8527219cf43677a88c46b7438193585c5a.png" ContentType="image/png"/>
  <Override PartName="/ppt/media/pam_r2_4fc266265daf9392_t4_click_4fc266265daf9392cd339a6ffbf2534654daa3bc8e0871f024ea9434467cbe47.png" ContentType="image/png"/>
  <Override PartName="/ppt/media/pam_r2_6bf5d14e8d354591_t4_click_6bf5d14e8d3545916dfc0b31c00fcab33dee609da05649f004fd586ab87dda4c.png" ContentType="image/png"/>
  <Override PartName="/ppt/media/pam_r2_1ff1c31ade3d4459_t4_click_1ff1c31ade3d4459a2d775d44f53bd257f20ebd1c986b814058b1d3556f36b11.png" ContentType="image/png"/>
  <Override PartName="/ppt/media/pam_r2_f28d77c36e669853_t4_click_f28d77c36e66985398a7afb1a64244c9cbebcac192db2391fb7ce861839428b9.png" ContentType="image/png"/>
  <Override PartName="/ppt/media/pam_r2_b8b92e2030562079_t4_click_b8b92e2030562079467f7ee5fe1359be8c2460c8ca40b11493db7f0c1bd51f88.png" ContentType="image/png"/>
  <Override PartName="/ppt/media/pam_r2_69225aac855f8681_t4_click_69225aac855f868160bed647361f78b92ee1d1bc7ecff2fe94a65ad465f8bcdd.png" ContentType="image/png"/>
  <Override PartName="/ppt/media/pam_r2_e854eef0f095e72f_t4_click_e854eef0f095e72fb3cb9a1d67c5c64fd2feba70a1a8453b1a3d81579a0b40f3.png" ContentType="image/png"/>
  <Override PartName="/ppt/media/pam_r2_ea8ff0f4c4cbdcb0_t4_click_ea8ff0f4c4cbdcb0cd5b5d0f5d2f7644aa6a2472da2618040ccc9987944d7fd9.png" ContentType="image/png"/>
  <Override PartName="/ppt/media/pam_r2_9b20c1c131e5d621_t4_click_9b20c1c131e5d6217cff6a43a32ddd60c0eba21916256b51264fb18b7e13a22a.png" ContentType="image/png"/>
  <Override PartName="/ppt/media/pam_r2_fea327b19a34d652_t4_click_fea327b19a34d65230d9698415910efdb0799f5de9b21892853c92281afb975c.png" ContentType="image/png"/>
  <Override PartName="/ppt/media/pam_r2_3d1c1c2615e3f9c1_t4_click_3d1c1c2615e3f9c102e9644b68f084028412c15c43f65d958c363f8ff39f8e3c.png" ContentType="image/png"/>
  <Override PartName="/ppt/media/pam_r2_1b83836daa71dc9a_t4_click_1b83836daa71dc9a6f206ff564924ef7a5ccf2418de1dc7b3fdb9b2407a5ccdc.png" ContentType="image/png"/>
  <Override PartName="/ppt/media/pam_r2_235f65b617af0c92_t4_235f65b617af0c924d0ea316.svg" ContentType="image/svg+xml"/>
  <Override PartName="/ppt/media/pam_r2_a4529da0cda1ed11_t4_a4529da0cda1ed113cad6c22.svg" ContentType="image/svg+xml"/>
  <Override PartName="/ppt/media/pam_r2_51914669bda71930_t4_51914669bda71930301884d2.svg" ContentType="image/svg+xml"/>
  <Override PartName="/ppt/media/pam_r2_85a3ad982d2ccfca_t4_85a3ad982d2ccfca1d625c6a.svg" ContentType="image/svg+xml"/>
  <Override PartName="/ppt/media/pam_r2_ae1b97d0030ce3a5_t4_ae1b97d0030ce3a5528086d5.svg" ContentType="image/svg+xml"/>
  <Override PartName="/ppt/media/pam_r2_d2be92541b666dd9_t4_d2be92541b666dd9591843f7.svg" ContentType="image/svg+xml"/>
  <Override PartName="/ppt/media/pam_r2_f1761009fab2804a_t4_f1761009fab2804a8381ad13.svg" ContentType="image/svg+xml"/>
  <Override PartName="/ppt/media/pam_r2_63c0cf8ced823639_t4_63c0cf8ced823639fd295747.svg" ContentType="image/svg+xml"/>
  <Override PartName="/ppt/media/pam_r2_ac0f7ab605cfce7c_t4_ac0f7ab605cfce7c189e6fed.svg" ContentType="image/svg+xml"/>
  <Override PartName="/ppt/media/pam_r2_fa9a798d0eb2e52e_t4_fa9a798d0eb2e52eef4cd77d.svg" ContentType="image/svg+xml"/>
  <Override PartName="/ppt/media/pam_r2_914d89b0c39b521b_t4_914d89b0c39b521b34d2d6bb.svg" ContentType="image/svg+xml"/>
  <Override PartName="/ppt/media/pam_r2_de15249505b2477b_t4_de15249505b2477b5cc9c43e.svg" ContentType="image/svg+xml"/>
  <Override PartName="/ppt/media/pam_r2_8bc52911fb30fa79_t4_8bc52911fb30fa796a19401d.svg" ContentType="image/svg+xml"/>
  <Override PartName="/ppt/media/pam_r2_5d41f7628eb2dec3_t4_5d41f7628eb2dec399ceda55.svg" ContentType="image/svg+xml"/>
  <Override PartName="/ppt/media/pam_r2_3705830b49fab764_image20.png" ContentType="image/png"/>
  <Override PartName="/ppt/media/pam_r2_d151816b816b9f17_image21.png" ContentType="image/png"/>
  <Override PartName="/ppt/media/pam_r2_c46384de6d46d43a_image22.png" ContentType="image/png"/>
  <Override PartName="/ppt/media/pam_r2_265ad054929d1fd6_t4_265ad054929d1fd6984c0b8b.svg" ContentType="image/svg+xml"/>
  <Override PartName="/ppt/media/pam_r2_9b86c91de6e97403_t4_9b86c91de6e97403869dd358.svg" ContentType="image/svg+xml"/>
  <Override PartName="/ppt/media/pam_r2_1428c2f8a8ab8804_t4_1428c2f8a8ab8804d9f6f295.svg" ContentType="image/svg+xml"/>
  <Override PartName="/ppt/media/pam_r2_6b81c8ffd11dc998_t4_click_6b81c8ffd11dc99835743e5dc198fb225bb08fdd8edbf436a27b5f3b25a835c5.png" ContentType="image/png"/>
  <Override PartName="/ppt/media/pam_r2_2b4f086e3b18ebd2_t4_click_2b4f086e3b18ebd2d66458fe1430d5bdb6e372ae6bd14d4accdb18f7232a5613.png" ContentType="image/png"/>
  <Override PartName="/ppt/media/pam_r2_09097bd177bf0323_t4_click_09097bd177bf03233037468c85523f946b7e3b47b6c2cc11701bd4f42b9c086c.png" ContentType="image/png"/>
  <Override PartName="/ppt/media/pam_r2_24c9479fac2b4fd8_t4_click_24c9479fac2b4fd85bc40a553bade01b2ad6b4a0a7760e762bd0ef27da5e6cd5.png" ContentType="image/png"/>
  <Override PartName="/ppt/media/pam_r2_a43d90ac15bb391c_t4_click_a43d90ac15bb391c7d3757511ce4984363bdbf2119bfca07f2fbf31562254780.png" ContentType="image/png"/>
  <Override PartName="/ppt/media/pam_r2_82666e3989d6d165_t4_click_82666e3989d6d165cdbde0109ad5075821123ec1503873a5265bafa4133525cc.png" ContentType="image/png"/>
  <Override PartName="/ppt/media/pam_r2_4f92225f811cb3ee_t4_click_4f92225f811cb3eedb93808f99cebf2b39554c24bdef26d481df8f2509454c37.png" ContentType="image/png"/>
  <Override PartName="/ppt/media/pam_r2_a40076f2878b9479_t4_click_a40076f2878b947904233f70552b60773f39799996b3f19861baec1617d95490.png" ContentType="image/png"/>
  <Override PartName="/ppt/media/pam_r2_56132612db5f22d1_t4_click_56132612db5f22d185a6d56410c9f50aa58fe7698618f594703d2317b3011855.png" ContentType="image/png"/>
  <Override PartName="/ppt/media/pam_r2_5edcc86a04d381d3_t4_click_5edcc86a04d381d3aa880460683b742d1298eeb743df3427535d91e4b9e5f103.png" ContentType="image/png"/>
  <Override PartName="/ppt/media/pam_r2_044770c59e3a4c9a_t4_click_044770c59e3a4c9a51b5cee0cac6dcb12c05320ca87f039ab1f7d42b84b31d91.png" ContentType="image/png"/>
  <Override PartName="/ppt/media/pam_r2_96e4847feee59441_t4_click_96e4847feee594412fe3d57db809624a9501c4c0e205cb6cddae81c1c759fda0.png" ContentType="image/png"/>
  <Override PartName="/ppt/media/pam_r2_9cbc06ea991ce830_t4_click_9cbc06ea991ce830a03604f65f6fac812093971fe591ed97bc7dde4106ea35e8.png" ContentType="image/png"/>
  <Override PartName="/ppt/media/pam_r2_4b8ca6b812519eeb_t4_click_4b8ca6b812519eeb79e96dc523ae00c39bc11fe350a148b1adebcd7c6f9cb950.png" ContentType="image/png"/>
  <Override PartName="/ppt/media/pam_r2_ea330f0b6cb8ddd4_t4_click_ea330f0b6cb8ddd4e00203752c77a0cebcaa161d98f79a6a5279a17ca6c1ff8d.png" ContentType="image/png"/>
  <Override PartName="/ppt/media/pam_r2_4c75663a9bb31795_t4_click_4c75663a9bb31795faebd07649b03d361200f9a76fc92e9b039ed901f32d4451.png" ContentType="image/png"/>
  <Override PartName="/ppt/media/pam_r2_beb08014606e7e9f_t4_click_beb08014606e7e9f395072291d1a427c16cc014535f4f7741c7bcda605f15263.png" ContentType="image/png"/>
  <Override PartName="/ppt/media/pam_r2_0f8fb43e33bffa78_t4_click_0f8fb43e33bffa787161558908ed17d823bdcda6739181dc1118d0632bb1980a.png" ContentType="image/png"/>
  <Override PartName="/ppt/media/pam_r2_9d3f3beefda855dd_t4_click_9d3f3beefda855dd5651cf90cb565f3dcce38e96328f27cc33478fbdc781dc91.png" ContentType="image/png"/>
  <Override PartName="/ppt/media/pam_r2_97e5a156e23599aa_t4_click_97e5a156e23599aafe470080d2db680503609aa2e17844ec4b1a8495e7432124.png" ContentType="image/png"/>
  <Override PartName="/ppt/media/pam_r2_767b1af135056953_t4_click_767b1af135056953aac97da601b48cc14e765b38fb6f7d1b2c2028b2c05e8a2b.png" ContentType="image/png"/>
  <Override PartName="/ppt/media/pam_r2_35a67dc2c8d3f9d2_t4_click_35a67dc2c8d3f9d2fb875b23cd40e904a0a05c0b6fcf4e59efb5693f08d110e7.png" ContentType="image/png"/>
  <Override PartName="/ppt/media/pam_r2_77eb450af1dd9364_t4_click_77eb450af1dd936440cf51cda0dab6eb4b9260dc6c6ce8e86d01bd8118442fd8.png" ContentType="image/png"/>
  <Override PartName="/ppt/media/pam_r2_720a82cfc3fbe66b_t4_click_720a82cfc3fbe66b21702dac89af0c6806d40158ff95133b00bcfa0a4a45a114.png" ContentType="image/png"/>
  <Override PartName="/ppt/media/pam_r2_d36260161379cebb_t4_click_d36260161379cebbfe95784a9ac56e67dedce588523f8392ae4f3c9a9063bfac.png" ContentType="image/png"/>
  <Override PartName="/ppt/media/pam_r2_0c8525fa4748df1d_t4_click_0c8525fa4748df1d15f4c300479a5826a97b229e5309be68fa69cb17a83dda12.png" ContentType="image/png"/>
  <Override PartName="/ppt/media/pam_r2_404444a3eceadc64_t4_click_404444a3eceadc647207f1529527634efed280935acdd6dca1b8bace44fe381c.png" ContentType="image/png"/>
  <Override PartName="/ppt/media/pam_r2_d5c379c575b9c585_t4_click_d5c379c575b9c585bc30a15c7019bd6ea629ddedaac0f8f378b0128e15829a1f.png" ContentType="image/png"/>
  <Override PartName="/ppt/media/pam_r2_6e7d636af685df83_t4_click_6e7d636af685df83bb25ab337b1ef0cddc0373e0ed6191dae6e898b52c21b7bc.png" ContentType="image/png"/>
  <Override PartName="/ppt/media/pam_r2_2ee01fca64163b43_t4_click_2ee01fca64163b43a6a8f6d9a5ae5efdf3a56c94fbf1597ee2a98b661f683777.png" ContentType="image/png"/>
  <Override PartName="/ppt/media/pam_r2_cd1a125af35161f2_t4_click_cd1a125af35161f27d35267363becaef90f16d31491fb38417564cb627465b20.png" ContentType="image/png"/>
  <Override PartName="/ppt/media/pam_r2_1c6dac5eae488d1c_t4_click_1c6dac5eae488d1cc7cbecf46c24f19953d6e5ad3b28082a707bacc31e063e4d.png" ContentType="image/png"/>
  <Override PartName="/ppt/media/pam_r2_2fdf5683f8c33963_t4_click_2fdf5683f8c33963e289961849c65e199ed6e59932ad87d8afdb7164f37d1f31.png" ContentType="image/png"/>
  <Override PartName="/ppt/media/pam_r2_73e265d3ab9acb6c_t4_click_73e265d3ab9acb6c3b8965bdc9918c58aad1fa2931f886d5f1eeeea6a5fb2d59.png" ContentType="image/png"/>
  <Override PartName="/ppt/media/pam_r2_f89ab77883b201d6_t4_click_f89ab77883b201d691bb14a62cb6ee46318499768208c07c8d6468b05529de17.png" ContentType="image/png"/>
  <Override PartName="/ppt/media/pam_r2_6c0fa475a2df1091_t4_click_6c0fa475a2df1091b8a6ba3791c36686f32e93a49048dfec540ac11bc8d4004f.png" ContentType="image/png"/>
  <Override PartName="/ppt/media/pam_r2_c0c91f1371cd3916_t4_click_c0c91f1371cd3916af04902052b4563cbff6312e039ec0e1fe8c6e5d0db157f3.png" ContentType="image/png"/>
  <Override PartName="/ppt/media/pam_r2_b722123c4bcf013c_t4_click_b722123c4bcf013c5fe5195f3e94f49740a1df8d3e433768be914480079e3a9d.png" ContentType="image/png"/>
  <Override PartName="/ppt/media/pam_r2_d209b4ebd0eab5ed_t4_click_d209b4ebd0eab5ed89f97d57a2d799c5839cce06e07a1cd53309d7ae93a0926e.png" ContentType="image/png"/>
  <Override PartName="/ppt/media/pam_r2_e25f6a9e8a9c3633_t4_click_e25f6a9e8a9c3633031f812d3d0eeb3b727a435bf5bd3c01bc2c69002249c16b.png" ContentType="image/png"/>
  <Override PartName="/ppt/media/pam_r2_7adf6a9fdcb46772_t4_click_7adf6a9fdcb467728a7a29c7d781653159f12f8a4658723beb0d92ba9c0adac2.png" ContentType="image/png"/>
  <Override PartName="/ppt/media/pam_r2_3ed00d91db4d17ba_t4_click_3ed00d91db4d17bae5e02bbc84122af53a0482c47d206cd4bbae17f4ec1f91d6.png" ContentType="image/png"/>
  <Override PartName="/ppt/media/pam_r2_a18e79f89dab8ae3_t4_click_a18e79f89dab8ae3a568f7dd2b6f2ae880c6c3c900baf6fec716b5dee71cb456.png" ContentType="image/png"/>
  <Override PartName="/ppt/media/pam_r2_b2af71541a32aab2_t4_click_b2af71541a32aab283cd0ce3e3456116705282f0123590fd91d9d466bd72831e.png" ContentType="image/png"/>
  <Override PartName="/ppt/media/pam_r2_8c1af4972c7446d9_t4_click_8c1af4972c7446d905a6707cb9e01b44d4cf19131edd97bb2aacd8407fa706f5.png" ContentType="image/png"/>
  <Override PartName="/ppt/media/pam_r2_6d229556e7884cb9_t4_click_6d229556e7884cb9f6e01adb04f80e18de682368c69c9b804d06557dd701d920.png" ContentType="image/png"/>
  <Override PartName="/ppt/media/pam_r2_fb44b5e8795fc00e_t4_click_fb44b5e8795fc00e3bce5fd67bed553f3a789d1ea1344f86c67151dcb2e5b3a7.png" ContentType="image/png"/>
  <Override PartName="/ppt/media/pam_r2_cdfa099aa90a68ac_t4_click_cdfa099aa90a68ac4896eed547f5d334dc9c33464efa8c30502dd9539b9d1870.png" ContentType="image/png"/>
  <Override PartName="/ppt/media/pam_r2_4d54b4139e389078_t4_click_4d54b4139e389078c7f851f25d11399234ff3399ecf6fbf638554ad4e211e995.png" ContentType="image/png"/>
  <Override PartName="/ppt/media/pam_r2_cc22ec128a29177a_t4_click_cc22ec128a29177a1fe9bec2f4d5d1f1f1fe348aa6e56fc151a3eb2fa95c441f.png" ContentType="image/png"/>
  <Override PartName="/ppt/media/pam_r2_3aa8aceaddb63280_t4_click_3aa8aceaddb632807b962d7d0ffb6d56ebf9effa73406f2b837702612d95506a.png" ContentType="image/png"/>
  <Override PartName="/ppt/media/pam_r2_3b61f210893b1813_t4_click_3b61f210893b18139aa9e78f89fe9a94813b09716dcc83ffa6f6225fdad3e569.png" ContentType="image/png"/>
  <Override PartName="/ppt/media/pam_r2_917640130dd1a273_t4_click_917640130dd1a273794cd4348ed22eda9e57311d6778b44d7c024deed03e1277.png" ContentType="image/png"/>
  <Override PartName="/ppt/media/pam_r2_276b36b997a2cbc5_t4_click_276b36b997a2cbc5ebf0d8baacaf76650fac0de12e27f40cac0e04997dffb86d.png" ContentType="image/png"/>
  <Override PartName="/ppt/media/pam_r2_b3308079d9f9f4bf_t4_click_b3308079d9f9f4bff11aa24927b2a0b432a8fb6d011853a9ade2686358b11727.png" ContentType="image/png"/>
  <Override PartName="/ppt/media/pam_r2_bdd7418814c0624a_t4_click_bdd7418814c0624a8c7844d0d0750360f794756d9fc6d3158ee04354e39b6b0f.png" ContentType="image/png"/>
  <Override PartName="/ppt/media/pam_r2_ed8fc5da9984718b_t4_click_ed8fc5da9984718b20159210a95545971487060179c768cca8760f8ddc7481b3.png" ContentType="image/png"/>
  <Override PartName="/ppt/media/pam_r2_8bd45348afc83b79_t4_click_8bd45348afc83b7918c295ecbdc0a6c4b54808178c94ecc4b637c73801ac4880.png" ContentType="image/png"/>
  <Override PartName="/ppt/media/pam_r2_e981846c93fd0780_t4_click_e981846c93fd07806e764bc33831d79fd8a3340442f8030e1e9405b329558330.png" ContentType="image/png"/>
  <Override PartName="/ppt/media/pam_r2_d4e3ec1315c3f446_t4_click_d4e3ec1315c3f446ece599eaf0e09549870f98170b07a5660696c0fa1832f33f.png" ContentType="image/png"/>
  <Override PartName="/ppt/media/pam_r2_01bdbf4cc8306fbc_t4_click_01bdbf4cc8306fbca3347ced9bc62c5321b683c7d6cfe0dd1afd86f4e4b6c801.png" ContentType="image/png"/>
  <Override PartName="/ppt/media/pam_r2_3d1e63e8d857d387_t4_click_3d1e63e8d857d387a983789f6278f07353969d0561469ea80c00dfaa2c8362df.png" ContentType="image/png"/>
  <Override PartName="/ppt/media/pam_r2_461b028335e678a3_t4_click_461b028335e678a3cbc0fedec4973ded6a1174892acfc7558a6286e57cbf7443.png" ContentType="image/png"/>
  <Override PartName="/ppt/media/pam_r2_5fcf61a58f0b4732_t4_click_5fcf61a58f0b4732da98a5e3b254456990fd9235da7c3ed09850c83af0c0411f.png" ContentType="image/png"/>
  <Override PartName="/ppt/media/pam_r2_1b57115a867c64ef_t4_click_1b57115a867c64efddc8f78a19bb504675081472cb6b8544b64b45fa024dda16.png" ContentType="image/png"/>
  <Override PartName="/ppt/media/pam_r2_5cc48eb352f66d33_t4_click_5cc48eb352f66d331b87680ed564fcdca429ec80dd64c34d0655d60dcb240391.png" ContentType="image/png"/>
  <Override PartName="/ppt/media/pam_r2_de33d51cc89df040_t4_click_de33d51cc89df04032a2db4733bc0cca135ecb7b6516bbfc1a887bff3588ae7d.png" ContentType="image/png"/>
  <Override PartName="/ppt/media/pam_r2_3db409aed5989464_t4_click_3db409aed5989464a538a4f9af302beea9ac9d30304f9aa7b51e0c06eab5f3b6.png" ContentType="image/png"/>
  <Override PartName="/ppt/media/pam_r2_c7131974ab44d7d7_t4_click_c7131974ab44d7d7bf77c9c229ce297cb727c868e861eb488f125a0de18b298e.png" ContentType="image/png"/>
  <Override PartName="/ppt/media/pam_r2_267e27c74dadb886_t4_click_267e27c74dadb886d79192b0a65c24e2938ef3d8f6479cf8ba243e2a8e6ca1c8.png" ContentType="image/png"/>
  <Override PartName="/ppt/media/pam_r2_9811f51a9e2a976d_t4_click_9811f51a9e2a976d36a0d39dd611e1605c5c5d909745caba8ce409436c18075b.png" ContentType="image/png"/>
  <Override PartName="/ppt/media/pam_r2_f8e5725541bee05a_image101.png" ContentType="image/png"/>
  <Override PartName="/ppt/media/pam_r2_c0c999c9eebe0344_t4_c0c999c9eebe034476c6f544.svg" ContentType="image/svg+xml"/>
  <Override PartName="/ppt/media/pam_r2_fbec951ea16721bb_t4_click_fbec951ea16721bb8b3b6fdb41993391350941013f44996ed9f3d7beb70b661c.png" ContentType="image/png"/>
  <Override PartName="/ppt/media/pam_r2_1aa62faedebefe48_t4_click_1aa62faedebefe48d43373ce15533bc95bec9ff6fa8c48c978689d16373bae1d.png" ContentType="image/png"/>
  <Override PartName="/ppt/media/pam_r2_96633e84d16addc8_t4_click_96633e84d16addc8e58e8287ca60461e48eb17d7ad01fb7e443f899aec00c4e2.png" ContentType="image/png"/>
  <Override PartName="/ppt/media/pam_r2_a18894518f206e46_t4_click_a18894518f206e46d7c96a92a1c403ca5536ba56825615b2b8f91e95cd6340aa.png" ContentType="image/png"/>
  <Override PartName="/ppt/media/pam_r2_0f533f240dbeb3a5_t4_click_0f533f240dbeb3a5be626514691aa33c5d9e0e0b64da9a878eb8e70503998fa3.png" ContentType="image/png"/>
  <Override PartName="/ppt/media/pam_r2_837814a6cd1f83a0_t4_click_837814a6cd1f83a0ec1be0c044632e78d15edcc28748c016d72d884bfe131b1c.png" ContentType="image/png"/>
  <Override PartName="/ppt/media/pam_r2_3849b27a8bfa7d19_t4_click_3849b27a8bfa7d19d1bb99dc2892335c27b769f5e3b337a4cc0604bc8cffcbb2.png" ContentType="image/png"/>
  <Override PartName="/ppt/media/pam_r2_3e6db9e52d75cdf7_t4_click_3e6db9e52d75cdf7239950ceef363b5669d21ec3cb91205e096d9857c2c9a746.png" ContentType="image/png"/>
  <Override PartName="/ppt/media/pam_r2_7cf6f6686ab4e8f3_t4_click_7cf6f6686ab4e8f3bf77139da6ed6837769f690e2432c3065bac0b7b71a3d28f.png" ContentType="image/png"/>
  <Override PartName="/ppt/media/pam_r2_308e8932e1cee54c_t4_308e8932e1cee54c6cc8f87c.svg" ContentType="image/svg+xml"/>
  <Override PartName="/ppt/media/pam_r2_585b8b3b09ea758e_t4_585b8b3b09ea758e38bc3a71.svg" ContentType="image/svg+xml"/>
  <Override PartName="/ppt/media/pam_r2_886b039d6368eca0_t4_886b039d6368eca0e6ed9571.svg" ContentType="image/svg+xml"/>
  <Override PartName="/ppt/media/pam_r2_a7adb60f4e15492d_t4_a7adb60f4e15492d74d4756e.svg" ContentType="image/svg+xml"/>
  <Override PartName="/ppt/media/pam_r2_6f0a7a69bf4f0716_t4_6f0a7a69bf4f0716558fa4cd.svg" ContentType="image/svg+xml"/>
  <Override PartName="/ppt/media/pam_r2_979567938db2efd3_t4_979567938db2efd31ac22fd5.svg" ContentType="image/svg+xml"/>
  <Override PartName="/ppt/media/pam_r2_3190f53868fc7ad3_t4_3190f53868fc7ad377eb0ccd.svg" ContentType="image/svg+xml"/>
  <Override PartName="/ppt/media/pam_r2_a30ce878b89e42bc_t4_a30ce878b89e42bc1a298398.svg" ContentType="image/svg+xml"/>
  <Override PartName="/ppt/media/pam_r2_a509981731491c29_t4_a509981731491c2982ac78f0.svg" ContentType="image/svg+xml"/>
  <Override PartName="/ppt/media/pam_r2_b7f92b45b7578874_t4_b7f92b45b757887490c9b7b6.svg" ContentType="image/svg+xml"/>
  <Override PartName="/ppt/media/pam_r2_526692d8ab510c84_image58.png" ContentType="image/png"/>
  <Override PartName="/ppt/media/pam_r2_f98ac59c5616039f_image59.png" ContentType="image/png"/>
  <Override PartName="/ppt/media/pam_r2_1edca3057f3c48b6_t4_1edca3057f3c48b6d451abf7.svg" ContentType="image/svg+xml"/>
  <Override PartName="/ppt/media/pam_r2_05b5da761cdc68d8_t4_05b5da761cdc68d8607a09ae.svg" ContentType="image/svg+xml"/>
  <Override PartName="/ppt/media/pam_r2_993287993555dc4b_t4_click_993287993555dc4b1def1342d99c9cae30c7d2906c33c0a62cc36a327f14a918.png" ContentType="image/png"/>
  <Override PartName="/ppt/media/pam_r2_3125fefa02206691_t4_click_3125fefa022066916d40d2c881481d5e3081fa9b9544c0f78f6b1218d137293d.png" ContentType="image/png"/>
  <Override PartName="/ppt/media/pam_r2_af2d44292dbe625a_t4_click_af2d44292dbe625af1d57b3c3453fb13d2f416b81dda9debfd751e9dfcf439a9.png" ContentType="image/png"/>
  <Override PartName="/ppt/media/pam_r2_35c86b5b807d2fb2_t4_click_35c86b5b807d2fb26f7498291f15f6ccc46b974dbf972e40f31a6210bebfd1c8.png" ContentType="image/png"/>
  <Override PartName="/ppt/media/pam_r2_7d7ed1c960af6c87_t4_click_7d7ed1c960af6c8772e9b943e24f04ea7782e7fddc154a36f34ae974e6f7b474.png" ContentType="image/png"/>
  <Override PartName="/ppt/media/pam_r2_af83ff220d420e29_t4_click_af83ff220d420e294482b8d5138d5c761b2964913a97b0cf792527bf31c5fef5.png" ContentType="image/png"/>
  <Override PartName="/ppt/media/pam_r2_a873dd6fb07b4e3c_t4_click_a873dd6fb07b4e3c2009ef74570d2da4d0e6d48bae29d4f11c7268fc2df3cb59.png" ContentType="image/png"/>
  <Override PartName="/ppt/media/pam_r2_224584a91c77d035_t4_click_224584a91c77d0353e9281766b1e034ed5a1d11d56319215e98995804eaa014e.png" ContentType="image/png"/>
  <Override PartName="/ppt/media/pam_r2_01d5e7715fa750eb_t4_click_01d5e7715fa750ebbd475c04d0c12c3e58d1e0771819aa99f8d62df23ca44a6e.png" ContentType="image/png"/>
  <Override PartName="/ppt/media/pam_r2_cc950ff92f94f031_t4_click_cc950ff92f94f031cbdbc374ee30af3cc1779e68d61e8eaadd1fd8daab771d13.png" ContentType="image/png"/>
  <Override PartName="/ppt/media/pam_r2_0d44ab9f115e57c3_t4_click_0d44ab9f115e57c38ac4f14109c985c9a38e7e7a00e4a85f3ca2e193f79e5760.png" ContentType="image/png"/>
  <Override PartName="/ppt/media/pam_r2_c4ffa21bf6a2429c_t4_click_c4ffa21bf6a2429c939451d2ec73a90b6a76ec12d0afa47404f1b52338473661.png" ContentType="image/png"/>
  <Override PartName="/ppt/media/pam_r2_0cfaa60667bf63af_t4_click_0cfaa60667bf63af36fb4997e18319e5bcbca7474171f78a012c038768884ab1.png" ContentType="image/png"/>
  <Override PartName="/ppt/media/pam_r2_5db9bea9130453e7_t4_click_5db9bea9130453e7777d238f6e15d40df8732d9de5d37e406f9f00a655435ced.png" ContentType="image/png"/>
  <Override PartName="/ppt/media/pam_r2_a4caf51b92f60485_t4_click_a4caf51b92f604850e3e54a881dce28ad963b5f1c44e3f8d90c10a75ced6dd0d.png" ContentType="image/png"/>
  <Override PartName="/ppt/media/pam_r2_a2e0cc402db40507_t4_click_a2e0cc402db405079f3a952efb2b8fa4d693124c0e4c91b7e9f27013d0d48238.png" ContentType="image/png"/>
  <Override PartName="/ppt/media/pam_r2_dc79ff68614f4bac_t4_click_dc79ff68614f4bac5a1839e7f5c9c0af8f79538fc9f16ac5611fd4c4d33d0ca2.png" ContentType="image/png"/>
  <Override PartName="/ppt/media/pam_r2_96bb9db8eebc9562_t4_click_96bb9db8eebc9562bebe8f15746134151b034e3541e6f63eca45fce608edccf8.png" ContentType="image/png"/>
  <Override PartName="/ppt/media/pam_r2_3a83ab19a43e7273_t4_click_3a83ab19a43e72739dd60e0aebbd14354c18f4c20dce3a08907bb1b89f374fcb.png" ContentType="image/png"/>
  <Override PartName="/ppt/media/pam_r2_ff0d22abce0af2b1_t4_click_ff0d22abce0af2b13472a80a5ccfeccfe6991d3d4cc9398bd212877cba036a81.png" ContentType="image/png"/>
  <Override PartName="/ppt/media/pam_r2_4cd8b0bd48feb87b_t4_click_4cd8b0bd48feb87b151509aacaa8b0796866b9c22e96c9285f6587af979e6300.png" ContentType="image/png"/>
  <Override PartName="/ppt/media/pam_r2_700a8b233684a346_t4_click_700a8b233684a346a6ec5b5c391e413ccb49e4af9b4dc190821d6ca75eff6f83.png" ContentType="image/png"/>
  <Override PartName="/ppt/media/pam_r2_7e648c0147995ecb_t4_click_7e648c0147995ecb199eb0b59d522709c8f5128a402439a015f11022341a95c3.png" ContentType="image/png"/>
  <Override PartName="/ppt/media/pam_r2_57b0f9c922e989c9_t4_click_57b0f9c922e989c9658df0e3ce105139661307ce7d5a86c870c24e5b50d7b51d.png" ContentType="image/png"/>
  <Override PartName="/ppt/media/pam_r2_a437d4c35a78401a_t4_click_a437d4c35a78401afb9216128a18b29d63f275a4586e2dc442904af89daf2ddb.png" ContentType="image/png"/>
  <Override PartName="/ppt/media/pam_r2_dfd6647c7fd3a384_t4_click_dfd6647c7fd3a3842b3d3659b5bbfd07b8091afe139782344b4d4d481db82a6d.png" ContentType="image/png"/>
  <Override PartName="/ppt/media/pam_r2_2e6346dfc7bf02ac_t4_click_2e6346dfc7bf02ac23a4e092974e143a1fb3a5ee3416dbbf850dc9bda64fe065.png" ContentType="image/png"/>
  <Override PartName="/ppt/media/pam_r2_e0b2405447b5b41e_t4_click_e0b2405447b5b41ea526e59df53ceb4efd49a29a31420eef8b23657c17b2c91f.png" ContentType="image/png"/>
  <Override PartName="/ppt/media/pam_r2_d2be9720e6f7a7a1_t4_click_d2be9720e6f7a7a1e10ca70bf95abc852d8da834a372fa73ebc1a0e2102f51bb.png" ContentType="image/png"/>
  <Override PartName="/ppt/media/pam_r2_6af285fc04b29add_t4_click_6af285fc04b29addb2195f4ec9762676e4e5fb2fa825eb7e92c4441c2f01daa8.png" ContentType="image/png"/>
  <Override PartName="/ppt/media/pam_r2_13a9ab5212e0b3f3_t4_click_13a9ab5212e0b3f36854f0be789a02b57c9c514ce07641002d429138dc4a86ab.png" ContentType="image/png"/>
  <Override PartName="/ppt/media/pam_r2_f9badfd63cb91329_t4_click_f9badfd63cb91329d5ed9d5f1b598dfcb9403a577ed36b37a5e8c03885b029da.png" ContentType="image/png"/>
  <Override PartName="/ppt/media/pam_r2_39a6cef2dffbb432_t4_click_39a6cef2dffbb43240df22427c380c9ced72d389a2e89ab1e55e5ff4aeb3db12.png" ContentType="image/png"/>
  <Override PartName="/ppt/media/pam_r2_bc5478412c2755c0_t4_click_bc5478412c2755c02029c440acbc0400ce3226a171c6ed3a0b010daec59b3cd9.png" ContentType="image/png"/>
  <Override PartName="/ppt/media/pam_r2_efbf32e5e9fa967c_t4_click_efbf32e5e9fa967cba69cf19730c9c8dc4e9a66e49c10d12ad06bd52a0d5287a.png" ContentType="image/png"/>
  <Override PartName="/ppt/media/pam_r2_8364bda9a994a06d_t4_click_8364bda9a994a06da4dd72adcab777d1e7349d7ff82336dead60511077bf67a1.png" ContentType="image/png"/>
  <Override PartName="/ppt/media/pam_r2_6031690f3d8e692a_t4_click_6031690f3d8e692ae4207fb3c4ecdc3a81ca983a81dc580b0fb6ed0046cffe68.png" ContentType="image/png"/>
  <Override PartName="/ppt/media/pam_r2_d466129e3ef8e41e_t4_click_d466129e3ef8e41ef113e3a519c4ec159eae1cf01eaa36aaca600e0b50c923b6.png" ContentType="image/png"/>
  <Override PartName="/ppt/media/pam_r2_dadf161119cc0d52_t4_click_dadf161119cc0d5228679479adc93a7934df92def2d0c3cf0897a9bdb138c1ca.png" ContentType="image/png"/>
  <Override PartName="/ppt/media/pam_r2_14b26d429d35dc15_t4_click_14b26d429d35dc1552d2ded5949829fd376c1aae4aa85e5b59d3c75ebfe3aa7c.png" ContentType="image/png"/>
  <Override PartName="/ppt/media/pam_r2_8155db1ce1e317ff_t4_click_8155db1ce1e317ffa74bf641cc97c843dcad52cfd9998274094df7befaea7960.png" ContentType="image/png"/>
  <Override PartName="/ppt/media/pam_r2_ca3003b4f4ccb8d6_t4_click_ca3003b4f4ccb8d6579bb4e56b3acd7966ac791cde6311d17823096e53e870d1.png" ContentType="image/png"/>
  <Override PartName="/ppt/media/pam_r2_e7a1d99536d5d625_t4_click_e7a1d99536d5d625040ac5d9d92f3ead00e875cb9f39d7c97590bb4fbcf5b798.png" ContentType="image/png"/>
  <Override PartName="/ppt/media/pam_r2_f12be8cb58c11793_t4_click_f12be8cb58c11793315ff55b78c3a5985a646c9f6d709138be7c5ff9d7513110.png" ContentType="image/png"/>
  <Override PartName="/ppt/media/pam_r2_01e6b67dc3cda7d7_t4_click_01e6b67dc3cda7d71cdbb567ab9aa18ced22abfb193919de133132e95ea371c8.png" ContentType="image/png"/>
  <Override PartName="/ppt/media/pam_r2_42ae9756a22e8d4c_t4_click_42ae9756a22e8d4c268eab61d5204f5e6f3a1ab4d4d8407fa9c7ef74dcf34084.png" ContentType="image/png"/>
  <Override PartName="/ppt/media/pam_r2_41c23033e55c0f52_t4_click_41c23033e55c0f520aa44eb35bb50ec4254a5ab78dd03f12fdf957d5e29472fa.png" ContentType="image/png"/>
  <Override PartName="/ppt/media/pam_r2_67b786944c85ffc4_t4_click_67b786944c85ffc4b45b472330829a8684a3e2dbbfeae2502250475d87ee4e7b.png" ContentType="image/png"/>
  <Override PartName="/ppt/media/pam_r2_c9ccd9475a2e6791_t4_click_c9ccd9475a2e6791dc62d9f5de944d81467efb35ae6746cde260b0fb882fcfb8.png" ContentType="image/png"/>
  <Override PartName="/ppt/media/pam_r2_34a3902b856ecb52_t4_click_34a3902b856ecb5268d57c2370d04da23eb56d6656dcd5fa2d165a85c430cc3b.png" ContentType="image/png"/>
  <Override PartName="/ppt/media/pam_r2_c46ebf870ac8d05a_t4_click_c46ebf870ac8d05a0a2669ab09d0b67fbf94c02e685f7820e1941c89471798b9.png" ContentType="image/png"/>
  <Override PartName="/ppt/media/pam_r2_af6bc8fbdb39cf80_t4_click_af6bc8fbdb39cf80a145afae6b0027c17dbf6cc31c9219b802da1af210d7fed9.png" ContentType="image/png"/>
  <Override PartName="/ppt/media/pam_r2_942b291c373aaceb_t4_click_942b291c373aaceb357020c5a3443ba43932a487bc0cadfadb0948119a772d9a.png" ContentType="image/png"/>
  <Override PartName="/ppt/media/pam_r2_36c04f5f442d34d1_t4_click_36c04f5f442d34d10b59aa72e7157aca5633b48dffee21f9e8b94cc43bfc5ec5.png" ContentType="image/png"/>
  <Override PartName="/ppt/media/pam_r2_5262e669a8065c87_t4_click_5262e669a8065c8782dbd3858c03a5dc0134fd69582c9058b41f9eb38cd9a1cf.png" ContentType="image/png"/>
  <Override PartName="/ppt/media/pam_r2_c867ab43a6c79db1_t4_click_c867ab43a6c79db1004fbf47f59987f59d128782c1bb4c81c763ad088b90dd23.png" ContentType="image/png"/>
  <Override PartName="/ppt/media/pam_r2_9d91bb9d94cdd2e5_t4_9d91bb9d94cdd2e59d5961ea.svg" ContentType="image/svg+xml"/>
  <Override PartName="/ppt/media/pam_r2_c7effc2135e11d66_t4_c7effc2135e11d669490c8a7.svg" ContentType="image/svg+xml"/>
  <Override PartName="/ppt/media/pam_r2_9f26635dcd5e849a_t4_9f26635dcd5e849ae0e7588e.svg" ContentType="image/svg+xml"/>
  <Override PartName="/ppt/media/pam_r2_e55c496f776bcb87_t4_e55c496f776bcb87129ef030.svg" ContentType="image/svg+xml"/>
  <Override PartName="/ppt/media/pam_r2_4143406fc29ae895_image85.png" ContentType="image/png"/>
  <Override PartName="/ppt/media/pam_r2_8ac6d99a3af8af3a_t4_8ac6d99a3af8af3a0d6a6f5c.svg" ContentType="image/svg+xml"/>
  <Override PartName="/ppt/media/pam_r2_f373651a18a4de1a_t4_f373651a18a4de1a4b058fc6.svg" ContentType="image/svg+xml"/>
  <Override PartName="/ppt/media/pam_r2_25fb6191cea5db6e_t4_25fb6191cea5db6ea812fc79.svg" ContentType="image/svg+xml"/>
  <Override PartName="/ppt/media/pam_r2_21e9fce9e1252bde_t4_21e9fce9e1252bdec468945a.svg" ContentType="image/svg+xml"/>
  <Override PartName="/ppt/media/pam_r2_3432b90d7139976e_t4_3432b90d7139976eeb50f155.svg" ContentType="image/svg+xml"/>
  <Override PartName="/ppt/media/pam_r2_ab306fb4016d6bfa_t4_ab306fb4016d6bfa541db63a.svg" ContentType="image/svg+xml"/>
  <Override PartName="/ppt/media/pam_r2_951768764c5ee0c3_t4_951768764c5ee0c3f72cd375.svg" ContentType="image/svg+xml"/>
  <Override PartName="/ppt/media/pam_r2_c54069b5e8893611_t4_c54069b5e8893611d373e15f.svg" ContentType="image/svg+xml"/>
  <Override PartName="/ppt/media/pam_r2_7cf387fac4cde884_t4_7cf387fac4cde8845158c50c.svg" ContentType="image/svg+xml"/>
  <Override PartName="/ppt/media/pam_r2_18f1193c36ffb6f5_t4_click_18f1193c36ffb6f515df89439584caa0a36708795f9049838b424b09282730e7.png" ContentType="image/png"/>
  <Override PartName="/ppt/media/pam_r2_d661a59de06c08cb_t4_click_d661a59de06c08cb2a1144538ce2a2e780ed586edbba0516ca8d3d0bff7a9af5.png" ContentType="image/png"/>
  <Override PartName="/ppt/media/pam_r2_2bc91a46deb90949_t4_click_2bc91a46deb909491c99c7cc7ced7c2015ad7443885e5a61b95ead281005dda1.png" ContentType="image/png"/>
  <Override PartName="/ppt/media/pam_r2_bf8bef8e0fe978f9_t4_click_bf8bef8e0fe978f9763f839dc0e1f58677e7b4800d3e55f9a156d12499600574.png" ContentType="image/png"/>
  <Override PartName="/ppt/media/pam_r2_c3d07e413b6b5212_t4_click_c3d07e413b6b5212e4f0fa116fe188565d243df7137dd885f0a20ab0d7df6052.png" ContentType="image/png"/>
  <Override PartName="/ppt/media/pam_r2_ba3fbf9c78f98c23_t4_click_ba3fbf9c78f98c23f82660214f3ca520a7fbd8d8983142102042daa2c0035c75.png" ContentType="image/png"/>
  <Override PartName="/ppt/media/pam_r2_76d3ec8c06771787_t4_click_76d3ec8c06771787adc47d75af9fbc75bcd5cc4e62075d8f6259f5c5e2b6eb8e.png" ContentType="image/png"/>
  <Override PartName="/ppt/media/pam_r2_f867d9ac83257b1e_t4_click_f867d9ac83257b1ed091d4a8a3fdd9a19612bf53a7fa3d0745d3a7560a69fac4.png" ContentType="image/png"/>
  <Override PartName="/ppt/media/pam_r2_6b8da8eac1a43f92_t4_click_6b8da8eac1a43f92fbc7c16a07330e739c7906f9a7eaaedb3f8812add79fe8b5.png" ContentType="image/png"/>
  <Override PartName="/ppt/media/pam_r2_445b658430556864_t4_click_445b658430556864f44ce22545957ce00df78f6663e9a0a0b8d3d818a0976ac1.png" ContentType="image/png"/>
  <Override PartName="/ppt/media/pam_r2_0f869db11df4fc54_t4_click_0f869db11df4fc541223820bf2ec5c2e80e7b053e03191055b95da9805b46adf.png" ContentType="image/png"/>
  <Override PartName="/ppt/media/pam_r2_27e0e6c1929d1744_t4_click_27e0e6c1929d1744afbc9d1665763c9dae79fa178e2e59e9e3c7f3478ce93011.png" ContentType="image/png"/>
  <Override PartName="/ppt/media/pam_r2_893c7e3fb560528c_t4_click_893c7e3fb560528cc43a78ec1a60829ae6ffc754af91eb5321e6a6ec07dd1ed7.png" ContentType="image/png"/>
  <Override PartName="/ppt/media/pam_r2_667b7552e60562de_t4_click_667b7552e60562de31ad6cea4ace34dea750ed3dbb6177ef0779d9d2dacf3bd2.png" ContentType="image/png"/>
  <Override PartName="/ppt/media/pam_r2_26cd4cce2316dfb6_t4_click_26cd4cce2316dfb69f398be078b385132b77b4051ffbc1f180e9ff0efc930122.png" ContentType="image/png"/>
  <Override PartName="/ppt/media/pam_r2_269c02e93d7a3c92_image128.png" ContentType="image/png"/>
  <Override PartName="/ppt/media/pam_r2_5a9b975a6b7f3c36_t4_5a9b975a6b7f3c361587ac38.svg" ContentType="image/svg+xml"/>
  <Override PartName="/ppt/media/pam_r2_6fb7f4e5d6d6afa8_t4_6fb7f4e5d6d6afa8a3468e57.svg" ContentType="image/svg+xml"/>
  <Override PartName="/ppt/media/pam_r2_fe0641c53f469011_t4_fe0641c53f469011b7588e66.svg" ContentType="image/svg+xml"/>
  <Override PartName="/ppt/media/pam_r2_289ca33094586f29_t4_289ca33094586f29cc49bee4.svg" ContentType="image/svg+xml"/>
  <Override PartName="/ppt/media/pam_r2_9d3447ddfc0be8f0_t4_9d3447ddfc0be8f0c67c1dac.svg" ContentType="image/svg+xml"/>
  <Override PartName="/ppt/media/pam_r2_39ec6a254fff6215_t4_39ec6a254fff6215a33d766c.svg" ContentType="image/svg+xml"/>
  <Override PartName="/ppt/media/pam_r2_2a3f8de99cbf9b7e_t4_2a3f8de99cbf9b7e5475a696.svg" ContentType="image/svg+xml"/>
  <Override PartName="/ppt/media/pam_r2_574708c5649ae61e_t4_574708c5649ae61e3704934a.svg" ContentType="image/svg+xml"/>
  <Override PartName="/ppt/media/pam_r2_a3e7921fc6e23bf6_t4_a3e7921fc6e23bf635f80a76.svg" ContentType="image/svg+xml"/>
  <Override PartName="/ppt/media/pam_r2_d367f9eb77ae95aa_t4_d367f9eb77ae95aabf27082a.svg" ContentType="image/svg+xml"/>
  <Override PartName="/ppt/media/pam_r2_8bbc2e33ca16ffdf_t4_8bbc2e33ca16ffdf14522665.svg" ContentType="image/svg+xml"/>
  <Override PartName="/ppt/media/pam_r2_f6dc7faf3cc8bea0_t4_f6dc7faf3cc8bea01fc64d15.svg" ContentType="image/svg+xml"/>
  <Override PartName="/ppt/media/pam_r2_688a8f2f5cf2d1d9_t4_688a8f2f5cf2d1d9f7b44e17.svg" ContentType="image/svg+xml"/>
  <Override PartName="/ppt/media/pam_r2_4c38aac375017626_image148.png" ContentType="image/png"/>
  <Override PartName="/ppt/media/pam_r2_513a1ef9f4e55656_image149.png" ContentType="image/png"/>
  <Override PartName="/ppt/media/pam_r2_394767b15a908b31_image155.png" ContentType="image/png"/>
  <Override PartName="/ppt/media/pam_r2_7bfe0d55167afeba_image156.png" ContentType="image/png"/>
  <Override PartName="/ppt/media/pam_r2_8842289466575e42_t4_8842289466575e428d888db1.svg" ContentType="image/svg+xml"/>
  <Override PartName="/ppt/media/pam_r2_753a228c3a59b5fc_t4_753a228c3a59b5fc75aba9a9.svg" ContentType="image/svg+xml"/>
  <Override PartName="/ppt/media/pam_r2_c42540ba2f965567_t4_click_c42540ba2f9655677acaaec409cd4c83536b74b6e970d36335df33196f6c1054.png" ContentType="image/png"/>
  <Override PartName="/ppt/media/pam_r2_c47b98e0865aacf6_t4_click_c47b98e0865aacf6d29c9a896f35d2e2ac7015584a8f890c8b1ea877a81d914e.png" ContentType="image/png"/>
  <Override PartName="/ppt/media/pam_r2_1f842bb37188743a_t4_click_1f842bb37188743a25801b82bf30a1d16c9f09e63e94ccdee74ca393ac5cd6dc.png" ContentType="image/png"/>
  <Override PartName="/ppt/media/pam_r2_58976d194c016dca_t4_click_58976d194c016dca1294f2d1c52b5762b06c1dd40753b93e63424f6cb6754736.png" ContentType="image/png"/>
  <Override PartName="/ppt/media/pam_r2_a7d27d3b2085f4c2_t4_click_a7d27d3b2085f4c292c1dfc917abbb563d502be8b90821aa912852a4a9d986e5.png" ContentType="image/png"/>
  <Override PartName="/ppt/media/pam_r2_d578398d0443d64b_t4_click_d578398d0443d64bac77a8ca601b7b250b439cb45f03efa9628d33f3d140c803.png" ContentType="image/png"/>
  <Override PartName="/ppt/media/pam_r2_282e39394ee894a7_t4_click_282e39394ee894a734d9bbb0e0b5c8054062f51f94bd3f560455e2e6512d8309.png" ContentType="image/png"/>
  <Override PartName="/ppt/media/pam_r2_b1a97f4d239ae730_t4_click_b1a97f4d239ae730a36be79b33c20eafe7dd2458a5e896f8709a05126b631fc6.png" ContentType="image/png"/>
  <Override PartName="/ppt/media/pam_r2_aa12f6d84f411495_t4_click_aa12f6d84f411495b71b7534fdcbb35ef2fd25d4a1efd7b8521285305ff42b21.png" ContentType="image/png"/>
  <Override PartName="/ppt/media/pam_r2_6cac8a95b1558674_t4_click_6cac8a95b15586744e815d9aae21e6922d8315873996e7d90ab7aa7a8e7e00e0.png" ContentType="image/png"/>
  <Override PartName="/ppt/media/pam_r2_cacff4c0bfb17c6a_t4_click_cacff4c0bfb17c6a9adf13787c2ef75b60cf3c135d885aac73290a82a43f940f.png" ContentType="image/png"/>
  <Override PartName="/ppt/media/pam_r2_0f049ec1e9a337ac_t4_click_0f049ec1e9a337aceb301ec5536c6dc20a8aa4a89962565e5b93824763496c4b.png" ContentType="image/png"/>
  <Override PartName="/ppt/media/pam_r2_0e6879a2af43a9f0_t4_click_0e6879a2af43a9f02b21b7fe5c12c3756b6680980a0db564c922d20f5d7354a1.png" ContentType="image/png"/>
  <Override PartName="/ppt/media/pam_r2_bbe43d195d931347_t4_click_bbe43d195d931347b1847feba959378fe4a14baf6e4de903cd4092a5a595a01c.png" ContentType="image/png"/>
  <Override PartName="/ppt/media/pam_r2_2c0b686549af420c_t4_click_2c0b686549af420cb9178588cd40e6ce0219bae4f5e914972a37e4e52bf07bb3.png" ContentType="image/png"/>
  <Override PartName="/ppt/media/pam_r2_86c87141f9103299_t4_click_86c87141f9103299a40f52be5c03a74cbe8c7021103b0c6ea98404805393c798.png" ContentType="image/png"/>
  <Override PartName="/ppt/media/pam_r2_6a2d65a21f970f48_t4_click_6a2d65a21f970f489dc73868b0343a43b511cb6606a5bb7b8a4debdd5ca14690.png" ContentType="image/png"/>
  <Override PartName="/ppt/media/pam_r2_e79c8edffee562d3_t4_click_e79c8edffee562d329938ac25e5e63840d4ad3288ffc55baa7a15fed062ca82b.png" ContentType="image/png"/>
  <Override PartName="/ppt/media/pam_r2_6e0a4827a57b07c9_t4_click_6e0a4827a57b07c9151152e845fb8de67647527fe682dfb6821ce192ef94da26.png" ContentType="image/png"/>
  <Override PartName="/ppt/media/pam_r2_299cbf7008a0e470_t4_click_299cbf7008a0e47066d187c822c3a8bb2e8d8beb3f5f2985736a3dfadbf97772.png" ContentType="image/png"/>
  <Override PartName="/ppt/media/pam_r2_da9e495ff067755a_t4_click_da9e495ff067755a4da9a76020eecc34f7562e0af461c37f26ff4c1386d8b8b8.png" ContentType="image/png"/>
  <Override PartName="/ppt/media/pam_r2_3fb50d1886ebdc32_t4_click_3fb50d1886ebdc32aa43a458c7fd92cee0705dd729ed331c8377dd8ca9d65472.png" ContentType="image/png"/>
  <Override PartName="/ppt/media/pam_r2_fba61bc1fba238ef_t4_click_fba61bc1fba238ef558cb7183cfcf8cca942d72014f1cb17d123e62e6a2d2abc.png" ContentType="image/png"/>
  <Override PartName="/ppt/media/pam_r2_52e1e058a2c6d5a1_t4_click_52e1e058a2c6d5a157b156768ccb586a19fa83b7c93307c8e98bae09067ce237.png" ContentType="image/png"/>
  <Override PartName="/ppt/media/pam_r2_30847aec1ef524fc_t4_click_30847aec1ef524fcfb4d44d971a7799582b31539ae880d84a2026d59da946a9a.png" ContentType="image/png"/>
  <Override PartName="/ppt/media/pam_r2_03dd120a334c03d9_t4_click_03dd120a334c03d958dad862acfa3598ef3d0bb3fa9bf690fc8ed69b6fde65e7.png" ContentType="image/png"/>
  <Override PartName="/ppt/media/pam_r2_62a0b26937a3e142_t4_click_62a0b26937a3e142bf1ea319d8e570f078b9626ccdae08f28592d6ae92ec8079.png" ContentType="image/png"/>
  <Override PartName="/ppt/media/pam_r2_4404894b6b2d8f1f_image185.png" ContentType="image/png"/>
  <Override PartName="/ppt/media/pam_r2_dbb8bf587a035512_image163.png" ContentType="image/png"/>
  <Override PartName="/ppt/media/pam_r2_92ae6613f5ad56de_image164.png" ContentType="image/png"/>
  <Override PartName="/ppt/media/pam_r2_2382b03f60a51a0f_t4_2382b03f60a51a0fe997198f.svg" ContentType="image/svg+xml"/>
  <Override PartName="/ppt/media/pam_r2_aff758439ee22ad5_t4_aff758439ee22ad569afec86.svg" ContentType="image/svg+xml"/>
  <Override PartName="/ppt/media/pam_r2_863d3077b04580e7_t4_863d3077b04580e717fe3127.svg" ContentType="image/svg+xml"/>
  <Override PartName="/ppt/media/pam_r2_73d6c0f127c5bebb_image166.png" ContentType="image/png"/>
  <Override PartName="/ppt/media/pam_r2_33944f21c31f15f7_image173.png" ContentType="image/png"/>
  <Override PartName="/ppt/media/pam_r2_1bb89e0b3300c1c6_image174.png" ContentType="image/png"/>
  <Override PartName="/ppt/notesSlides/pam_r2_7df4f7cf7376851a_notesSlide18.xml" ContentType="application/vnd.openxmlformats-officedocument.presentationml.notesSlide+xml"/>
  <Override PartName="/ppt/media/pam_r2_c60ee86c07a75656_t4_c60ee86c07a75656dcad2cda.svg" ContentType="image/svg+xml"/>
  <Override PartName="/ppt/media/pam_r2_e8662212d5900c13_t4_e8662212d5900c13b3f698d1.svg" ContentType="image/svg+xml"/>
  <Override PartName="/ppt/media/pam_r2_15af5a70eeda656d_t4_click_15af5a70eeda656dd10006fc508d63965d0908b9f8a1532a7f65436f00a09fd2.png" ContentType="image/png"/>
  <Override PartName="/ppt/media/pam_r2_d61fd2bc195a9c12_t4_click_d61fd2bc195a9c127c4f22dc8bd8166856bd351c43b0915f0bf8f27e0d9c65cf.png" ContentType="image/png"/>
  <Override PartName="/ppt/media/pam_r2_9fa9edc92a91f584_t4_click_9fa9edc92a91f584634b39bc00152d20e5a9fe44b9cad369a8c4ad39a6df6c6c.png" ContentType="image/png"/>
  <Override PartName="/ppt/media/pam_r2_663403c0d2a7871c_t4_click_663403c0d2a7871c4a3de5b049424f6cf84eb3f12cd577cf4ebe87bb74b335d9.png" ContentType="image/png"/>
  <Override PartName="/ppt/media/pam_r2_fe2454208c42d404_t4_click_fe2454208c42d4046126d72cf903a6c927a9ab7d0d7585bcedce04b588d71b42.png" ContentType="image/png"/>
  <Override PartName="/ppt/media/pam_r2_75c0d719eae171e6_t4_click_75c0d719eae171e6a36f2e44f9479822494f5805f7ff4c5f3ca19020b39335de.png" ContentType="image/png"/>
  <Override PartName="/ppt/media/pam_r2_2018527cd02d551d_t4_click_2018527cd02d551d20d82d897e37f331f86ad3401829cb13b8df83750d6bc4dc.png" ContentType="image/png"/>
  <Override PartName="/ppt/media/pam_r2_577d052d484c333c_t4_click_577d052d484c333c954b368dd43faa39451c57bcff037c0dbf831736698a9501.png" ContentType="image/png"/>
  <Override PartName="/ppt/media/pam_r2_32a9d7d4fb2c31e4_t4_click_32a9d7d4fb2c31e46a537aafd7719b1aec1c552e7de3654791cb45563dac651a.png" ContentType="image/png"/>
  <Override PartName="/ppt/media/pam_r2_38012ef8469fc6cc_t4_click_38012ef8469fc6ccfbeced2a7d47b79180fa70a54c0e813e1c8629eb5ea9f98a.png" ContentType="image/png"/>
  <Override PartName="/ppt/media/pam_r2_67a44f802e9e4447_t4_click_67a44f802e9e4447d1e2cdddafe63809f851ba029c1f4c65e3cff94107d1e5bb.png" ContentType="image/png"/>
  <Override PartName="/ppt/media/pam_r2_4b77872345cecdd7_t4_click_4b77872345cecdd7ab4b38abd08ee02a3a78f044f291de94730fd4f2c0ad4b52.png" ContentType="image/png"/>
  <Override PartName="/ppt/media/pam_r2_dbb2be7f91b695f9_t4_click_dbb2be7f91b695f91dca865382ffa5879d79838afe85fec0ef1eb3e98b3c804c.png" ContentType="image/png"/>
  <Override PartName="/ppt/media/pam_r2_fcdb17dc8e9b9360_t4_click_fcdb17dc8e9b9360ae9da8603c0d2730e67c968e6a43b584bcec5820b1758ab4.png" ContentType="image/png"/>
  <Override PartName="/ppt/media/pam_r2_912607b68e39369c_t4_click_912607b68e39369c3c55cf8525f7a1168593f3c793d7ee8a7b312d5be556702b.png" ContentType="image/png"/>
  <Override PartName="/ppt/media/pam_r2_0f9001b532c17a6a_t4_click_0f9001b532c17a6aeb6cab3afde02fe591c7d8624ec0e06bebde131ab21a1d28.png" ContentType="image/png"/>
  <Override PartName="/ppt/media/pam_r2_af5aad8db6dd859d_t4_click_af5aad8db6dd859da969fa901aebe9489f43a6b2c7b9fcc7e27e18d10eb0d6b9.png" ContentType="image/png"/>
  <Override PartName="/ppt/media/pam_r2_07a426fade691ca9_t4_click_07a426fade691ca91018a55d7d888aaca2a511976169fd53e0f3ca8d76d922e8.png" ContentType="image/png"/>
  <Override PartName="/ppt/media/pam_r2_9bbc744b55b110d4_t4_click_9bbc744b55b110d4eb0cfa33dbd743ba4bd2a3e14d89393b5205058a423f6dba.png" ContentType="image/png"/>
  <Override PartName="/ppt/media/pam_r2_1a797c56357eb022_t4_click_1a797c56357eb0225ee8b9cfe6c69ed017d815e1392c937d29cf173e91236718.png" ContentType="image/png"/>
  <Override PartName="/ppt/media/pam_r2_cbf294fe1399d108_t4_click_cbf294fe1399d10877b333a1127492047b57f7cd2260616076897c7d16d18eb8.png" ContentType="image/png"/>
  <Override PartName="/ppt/media/pam_r2_c86c695fd949bede_t4_click_c86c695fd949bede9653b193ca4bb7d54f9bf374d95d3c97311c814b8c307019.png" ContentType="image/png"/>
  <Override PartName="/ppt/media/pam_r2_db58395a3289a094_t4_click_db58395a3289a09433fcb49b8e6141e41ad5871f3a9ef4653a7e6db500748554.png" ContentType="image/png"/>
  <Override PartName="/ppt/media/pam_r2_2e2258ddeaad9d3e_t4_click_2e2258ddeaad9d3e78872d2a7293a46bef92729721412fa60dd06ba7ac8aa36e.png" ContentType="image/png"/>
  <Override PartName="/ppt/media/pam_r2_c896eeaaa57b79a5_t4_click_c896eeaaa57b79a5ed854f8942f672b78c03ea1e90aaebd76a5e549e37df7327.png" ContentType="image/png"/>
  <Override PartName="/ppt/media/pam_r2_29d7ae172042aa16_t4_click_29d7ae172042aa16dcdf413a38c997021436b5d530244a47a3115488142783bb.png" ContentType="image/png"/>
  <Override PartName="/ppt/media/pam_r2_5808c6e099ed3e9e_t4_click_5808c6e099ed3e9e946c7b2a6c8d8e24103c3ccc34c15c16de1934f00f6ac3f7.png" ContentType="image/png"/>
  <Override PartName="/ppt/media/pam_r2_daed0b51a7c62771_t4_click_daed0b51a7c62771763b88f80768a3eb115e0035c566a40464a98702ebc6228a.png" ContentType="image/png"/>
  <Override PartName="/ppt/media/pam_r2_225637d28b46588e_t4_click_225637d28b46588ea01976e952d0566c9825be9540d8e4e535f9bb0a5a0e0539.png" ContentType="image/png"/>
  <Override PartName="/ppt/media/pam_r2_c6f635b5fc38905f_t4_click_c6f635b5fc38905f707882bd3872f753c87bc90e4f334082e0ecd31c95832eb4.png" ContentType="image/png"/>
  <Override PartName="/ppt/media/pam_r2_61f74ae3134ea86d_image181.png" ContentType="image/png"/>
  <Override PartName="/ppt/media/pam_r2_7214e22109b051dd_image192.png" ContentType="image/png"/>
  <Override PartName="/ppt/media/pam_r2_ac3476781ff16762_image213.png" ContentType="image/png"/>
  <Override PartName="/ppt/media/pam_r2_3d94ed7477575bc5_image214.png" ContentType="image/png"/>
  <Override PartName="/ppt/media/pam_r2_5070c5ae7b4587be_t4_5070c5ae7b4587be5895e4ac.svg" ContentType="image/svg+xml"/>
  <Override PartName="/ppt/media/pam_r2_81cd470be2eed2a7_image221.png" ContentType="image/png"/>
  <Override PartName="/ppt/media/pam_r2_3c5923aeabec7d44_image222.png" ContentType="image/png"/>
  <Override PartName="/ppt/media/pam_r2_858534662132dae0_image223.png" ContentType="image/png"/>
  <Override PartName="/ppt/media/pam_r2_bd2405bb8c9a3b85_image224.png" ContentType="image/png"/>
  <Override PartName="/ppt/media/pam_r2_32081910345bf5f7_image225.png" ContentType="image/png"/>
  <Override PartName="/ppt/notesSlides/pam_r2_7df4f7cf7376851a_notesSlide23.xml" ContentType="application/vnd.openxmlformats-officedocument.presentationml.notesSlide+xml"/>
  <Override PartName="/ppt/media/pam_r2_41a11349134282a0_t4_41a11349134282a0654856c0.svg" ContentType="image/svg+xml"/>
  <Override PartName="/ppt/media/pam_r2_106f41bfd6b0b4b2_t4_106f41bfd6b0b4b29f5388e1.svg" ContentType="image/svg+xml"/>
  <Override PartName="/ppt/media/pam_r2_e1364ead303e8d25_t4_e1364ead303e8d25bb4bfbd7.svg" ContentType="image/svg+xml"/>
  <Override PartName="/ppt/media/pam_r2_b4371054110d6a87_t4_b4371054110d6a873eddf7cc.svg" ContentType="image/svg+xml"/>
  <Override PartName="/ppt/media/pam_r2_e3ad0b5aa8c8afa1_t4_e3ad0b5aa8c8afa195ac22ae.svg" ContentType="image/svg+xml"/>
  <Override PartName="/ppt/media/pam_r2_541e2e0db38c13b7_image232.png" ContentType="image/png"/>
  <Override PartName="/ppt/media/pam_r2_2fe01051aecd792d_image233.png" ContentType="image/png"/>
  <Override PartName="/ppt/media/pam_r2_63bd8a6e54138ab5_image235.png" ContentType="image/png"/>
  <Override PartName="/ppt/media/pam_r2_885c1d923d7292aa_image236.png" ContentType="image/png"/>
  <Override PartName="/ppt/notesSlides/pam_r2_7df4f7cf7376851a_notesSlide24.xml" ContentType="application/vnd.openxmlformats-officedocument.presentationml.notesSlide+xml"/>
  <Override PartName="/ppt/media/pam_r2_6d1bd0d97c0fe142_t4_6d1bd0d97c0fe142ec1f2e06.svg" ContentType="image/svg+xml"/>
  <Override PartName="/ppt/media/pam_r2_f60f72c92c069d92_t4_f60f72c92c069d92f87875a5.svg" ContentType="image/svg+xml"/>
  <Override PartName="/ppt/media/pam_r2_7864d5b2eb48ed1c_t4_7864d5b2eb48ed1c9161fe22.svg" ContentType="image/svg+xml"/>
  <Override PartName="/ppt/media/pam_r2_1bd9084287c663db_t4_1bd9084287c663db6da5e0a7.svg" ContentType="image/svg+xml"/>
  <Override PartName="/ppt/media/pam_r2_32f985cfe2d61f46_t4_32f985cfe2d61f4685b75566.svg" ContentType="image/svg+xml"/>
  <Override PartName="/ppt/media/pam_r2_93900550a47dccc1_image249.png" ContentType="image/png"/>
  <Override PartName="/ppt/media/pam_r2_488f8ca3541aab1c_image250.png" ContentType="image/png"/>
  <Override PartName="/ppt/media/pam_r2_e232f270c0de3743_t4_e232f270c0de3743fa1432c6.svg" ContentType="image/svg+xml"/>
  <Override PartName="/ppt/media/pam_r2_e19f416ebac7b7dd_t4_e19f416ebac7b7dd4205b7a8.svg" ContentType="image/svg+xml"/>
  <Override PartName="/ppt/media/pam_r2_5e30c100d17240b5_t4_click_5e30c100d17240b5f97e0fcd4b1e683912ee91ac69fc341a48037d731f3db8db.png" ContentType="image/png"/>
  <Override PartName="/ppt/media/pam_r2_321e0d296f794905_t4_click_321e0d296f79490576cae9b2161bccdcda167a6b2edb71342c17854a9b40e184.png" ContentType="image/png"/>
  <Override PartName="/ppt/media/pam_r2_cf06cd2a535efc5d_t4_click_cf06cd2a535efc5d181a2baba441f07af81151fa0ae04f600067a3f69af1334a.png" ContentType="image/png"/>
  <Override PartName="/ppt/media/pam_r2_274674484cd8728b_t4_click_274674484cd8728bb3eb52ca30c629a72b0351b3bc08abf86e5568466e73dde9.png" ContentType="image/png"/>
  <Override PartName="/ppt/media/pam_r2_b9711531985148b0_t4_click_b9711531985148b0204fe84d33e059dabe9eaa4bc242f4b69b0f1d5f0a93806a.png" ContentType="image/png"/>
  <Override PartName="/ppt/media/pam_r2_cb0280931f559687_t4_click_cb0280931f5596871850050e7f7c939a267ddcc0ce6f856285562271964b0e0f.png" ContentType="image/png"/>
  <Override PartName="/ppt/media/pam_r2_01b7d3af7c643866_t4_click_01b7d3af7c643866627b9646c51cbefb040591c3c71ce9c7ffb3659943e1d0c0.png" ContentType="image/png"/>
  <Override PartName="/ppt/media/pam_r2_105d36ef561718c1_t4_click_105d36ef561718c1b72c8258c346c31eea39eab8ca9f6130809b6376e3c386d9.png" ContentType="image/png"/>
  <Override PartName="/ppt/media/pam_r2_6bd1c545f0443e68_t4_click_6bd1c545f0443e68abe63ded8a95779031d0544352262c30caf558ba3360b8ba.png" ContentType="image/png"/>
  <Override PartName="/ppt/media/pam_r2_9484b210576b4111_t4_click_9484b210576b41111a72f0adb1bdb8ce185d03615ca6a993d4cd98ec77759f6c.png" ContentType="image/png"/>
  <Override PartName="/ppt/media/pam_r2_434a07144db23429_t4_click_434a07144db23429c0680f17cece8614fbe9c42bfa6b072d8bb09a582746cd8d.png" ContentType="image/png"/>
  <Override PartName="/ppt/media/pam_r2_f266a5c6698fbe7a_t4_click_f266a5c6698fbe7afac1d20308c4b2ca9ebd117c08b90f625e3f6b99d0ec8e60.png" ContentType="image/png"/>
  <Override PartName="/ppt/media/pam_r2_7072152fab0db766_t4_click_7072152fab0db766f03c95daa9d83311eb3a4b8eb72fff49778cc74b15754507.png" ContentType="image/png"/>
  <Override PartName="/ppt/media/pam_r2_21251d57ff088faa_t4_click_21251d57ff088faa97fd0adb0be9a5a923285a92fc83d01c84499dd3e4d29c18.png" ContentType="image/png"/>
  <Override PartName="/ppt/media/pam_r2_d094c82e541415d0_t4_click_d094c82e541415d0bbb94a9a83034b726f35461a26b30f56f6fe9f07c5b48dfc.png" ContentType="image/png"/>
  <Override PartName="/ppt/media/pam_r2_c95830cae490f844_t4_click_c95830cae490f844318668abc49c7746ad2d74b33a7f12a9f4b8c2aa089ea5d0.png" ContentType="image/png"/>
  <Override PartName="/ppt/media/pam_r2_c3033422aaff201d_t4_click_c3033422aaff201d895799604ed15808d9a5d6d71ece8c470a3115578ceceb82.png" ContentType="image/png"/>
  <Override PartName="/ppt/media/pam_r2_d0a67c843624d230_t4_click_d0a67c843624d23095b94445af64e721f4d4defff51dfe75dc9e08959f4186a7.png" ContentType="image/png"/>
  <Override PartName="/ppt/media/pam_r2_272d620bc2b55aa9_t4_click_272d620bc2b55aa9e20defff73c8db56451e02187ebe306154e4bf42fb5b994f.png" ContentType="image/png"/>
  <Override PartName="/ppt/media/pam_r2_f1b19d601f179a1d_t4_click_f1b19d601f179a1deef1b061059505334fb4b18710d751f78ac94b9258b8175b.png" ContentType="image/png"/>
  <Override PartName="/ppt/media/pam_r2_324803c0c5b13242_t4_click_324803c0c5b132425a0d6e2cd179d74bb5a6dfc59b74acd32d8f4a8d5720a7eb.png" ContentType="image/png"/>
  <Override PartName="/ppt/media/pam_r2_51ff72d86ad3af47_t4_click_51ff72d86ad3af476d882e87f89d24a94556edcc00bcbfb44f733f48d6b8eb5b.png" ContentType="image/png"/>
  <Override PartName="/ppt/media/pam_r2_d2d45a34beb391a7_t4_click_d2d45a34beb391a775fb28a0bc917a3a83076dc866f92fcd0554b14cd501fa0f.png" ContentType="image/png"/>
  <Override PartName="/ppt/media/pam_r2_769dffd46f69e6ab_t4_click_769dffd46f69e6abb5d4047f8d670e292dfda2d5aa1c28306681d79e6a884a23.png" ContentType="image/png"/>
  <Override PartName="/ppt/media/pam_r2_292780e0399a7bd4_t4_click_292780e0399a7bd47adb4f48b730e9fe7cd2f3ba84da28882faa2680395e2aa0.png" ContentType="image/png"/>
  <Override PartName="/ppt/media/pam_r2_dfbb54f2be3ace0e_t4_click_dfbb54f2be3ace0e9768d379e7f58944d9084ba33189a966ee8853808d66d463.png" ContentType="image/png"/>
  <Override PartName="/ppt/media/pam_r2_f391657715d39f15_t4_click_f391657715d39f1537848d6d026f5cde27fe7efab5d9ef7a82af5ae8333908d0.png" ContentType="image/png"/>
  <Override PartName="/ppt/media/pam_r2_117935d2e1fd37d7_image271.png" ContentType="image/png"/>
  <Override PartName="/ppt/media/pam_r2_a49a8a74ffe116f3_image259.png" ContentType="image/png"/>
  <Override PartName="/ppt/media/pam_r2_c2c0b73a2bdef542_image260.png" ContentType="image/png"/>
  <Override PartName="/ppt/media/pam_r2_36e7c847d43bda54_t4_36e7c847d43bda5483789b6c.svg" ContentType="image/svg+xml"/>
  <Override PartName="/ppt/media/pam_r2_95733091bf5d790c_t4_95733091bf5d790c581a5e8b.svg" ContentType="image/svg+xml"/>
  <Override PartName="/ppt/media/pam_r2_571ac5900da2311c_t4_571ac5900da2311c7c4588ce.svg" ContentType="image/svg+xml"/>
  <Override PartName="/ppt/media/pam_r2_bcd763fa2dfb44bc_t4_click_bcd763fa2dfb44bc374919ab9b4721f2b428f1023f605daf37b669dadb71cb6b.png" ContentType="image/png"/>
  <Override PartName="/ppt/media/pam_r2_beb2868e6005496c_t4_click_beb2868e6005496c01e1bd676783e71362488a7cfdf471db808df75228282c49.png" ContentType="image/png"/>
  <Override PartName="/ppt/media/pam_r2_6ef127720f7f42c8_t4_click_6ef127720f7f42c831363c4b13ed14dd73eb6550e4a4663f30117dc3829131d2.png" ContentType="image/png"/>
  <Override PartName="/ppt/media/pam_r2_92df0a80282aae77_t4_click_92df0a80282aae77824f77cd459f2d133897bdc1a5e6c377255a780c772cee71.png" ContentType="image/png"/>
  <Override PartName="/ppt/media/pam_r2_102e1f92d5f456f2_t4_click_102e1f92d5f456f25feb7211345da05e87d9d265868f7bff7ab979a3e855e4b4.png" ContentType="image/png"/>
  <Override PartName="/ppt/media/pam_r2_8a85c9dcc8178326_t4_click_8a85c9dcc81783264af2b4c64f188e3e6b4721e487db3d418c58a7b3eda67a38.png" ContentType="image/png"/>
  <Override PartName="/ppt/media/pam_r2_ab2bbe7bb4b6a19f_t4_click_ab2bbe7bb4b6a19fd54b5884117aeab33eacbd4e0c36836ef3ce922b37f87c4f.png" ContentType="image/png"/>
  <Override PartName="/ppt/media/pam_r2_68be19b648591c98_t4_click_68be19b648591c987e704ee8400287609954b007907073682b24665f9f91f6b0.png" ContentType="image/png"/>
  <Override PartName="/ppt/media/pam_r2_63f6074bad3cbaaa_t4_click_63f6074bad3cbaaaa8603295a1e3cee0381c43c21d2b60841e69cff025e78e72.png" ContentType="image/png"/>
  <Override PartName="/ppt/media/pam_r2_676f5b02e44652db_t4_click_676f5b02e44652db0410cb72ba4e466281f6076981f349770c77616863f64e84.png" ContentType="image/png"/>
  <Override PartName="/ppt/media/pam_r2_81b551f866c7865f_t4_click_81b551f866c7865f109bc4933e7360749e313f7ce12449a9811dd7e0f27c4568.png" ContentType="image/png"/>
  <Override PartName="/ppt/media/pam_r2_f072d6b59ea51f83_t4_click_f072d6b59ea51f83043d6053d502ab051a4827d3360ad9b5b5df4c06c61c738c.png" ContentType="image/png"/>
  <Override PartName="/ppt/media/pam_r2_74bae114946f1c63_t4_click_74bae114946f1c632a738ec42160b0d30bd9831ca118fa07e2a5d65ad3a5e6c1.png" ContentType="image/png"/>
  <Override PartName="/ppt/media/pam_r2_e7c17bcb2262a349_t4_click_e7c17bcb2262a3495b9e1e01ee451c467ff8b0bc75fea7d4b58c97cc1641267e.png" ContentType="image/png"/>
  <Override PartName="/ppt/media/pam_r2_6c965fb47228354b_t4_click_6c965fb47228354be63078c57e89c80c85474006d8b1edfca6e57b68c01bf4e4.png" ContentType="image/png"/>
  <Override PartName="/ppt/media/pam_r2_6b9b77f6e82a497d_image262.png" ContentType="image/png"/>
  <Override PartName="/ppt/media/pam_r2_0d9be6c818cd8e00_image263.png" ContentType="image/png"/>
  <Override PartName="/ppt/media/pam_r2_0c9b3e1f2f85aa6f_image267.png" ContentType="image/png"/>
  <Override PartName="/ppt/media/pam_r2_ec48fd1580bf174a_image268.png" ContentType="image/png"/>
  <Override PartName="/ppt/media/pam_r2_ef4334af06182758_t4_ef4334af0618275844a7452d.svg" ContentType="image/svg+xml"/>
  <Override PartName="/ppt/media/pam_r2_47600103ae554f5b_t4_47600103ae554f5b2e290acb.svg" ContentType="image/svg+xml"/>
  <Override PartName="/ppt/media/pam_r2_297cce123626b41d_t4_297cce123626b41d76142bb7.svg" ContentType="image/svg+xml"/>
  <Override PartName="/ppt/media/pam_r2_b10bc72c748d6506_t4_b10bc72c748d650666f56bfc.svg" ContentType="image/svg+xml"/>
  <Override PartName="/ppt/media/pam_r2_8af620a72baa02b7_t4_click_8af620a72baa02b7f1abecce8088138e9cde131c1ee312399270225492951459.png" ContentType="image/png"/>
  <Override PartName="/ppt/media/pam_r2_2d8ce19050d92123_t4_click_2d8ce19050d92123ea2e0f8277bcfe5b0d3a895daa61413ca6cbcab99ee37ef0.png" ContentType="image/png"/>
  <Override PartName="/ppt/media/pam_r2_0fd7614df28c581b_t4_click_0fd7614df28c581be3eaaeb26418465d83a218c6537df3b82abac1db09f39014.png" ContentType="image/png"/>
  <Override PartName="/ppt/media/pam_r2_65e7044953d39f44_t4_click_65e7044953d39f44af365d7c2636ad3f6209849013cbcf1784c478016a31f2e1.png" ContentType="image/png"/>
  <Override PartName="/ppt/media/pam_r2_b6fcee371b6a58ea_t4_click_b6fcee371b6a58ea87864839b53001a7296fe526813ec23d9e936e76024ae233.png" ContentType="image/png"/>
  <Override PartName="/ppt/media/pam_r2_5083a723f7def467_t4_click_5083a723f7def46738be496b42d6e56dec07457edb3ac15faaa988efcf87b089.png" ContentType="image/png"/>
  <Override PartName="/ppt/media/pam_r2_61688da9b76079cf_t4_click_61688da9b76079cf8c18bb565d6cca58f24b38fd974e8a946b8d2dff0035f8c5.png" ContentType="image/png"/>
  <Override PartName="/ppt/media/pam_r2_e58ec836e68c95d8_t4_click_e58ec836e68c95d881a5af79a5f6c6d38a90cb6d5d2bd4e0f07caa83190a85a8.png" ContentType="image/png"/>
  <Override PartName="/ppt/media/pam_r2_8c109bd09194e883_t4_click_8c109bd09194e8830fab88b8f903cb4701cdb93cff9b57db663eee7d1abf7a3b.png" ContentType="image/png"/>
  <Override PartName="/ppt/media/pam_r2_461cfbdac89f7197_t4_click_461cfbdac89f7197dbb27fbd9a157f98965e687fb6f650c3346cc08839b966b8.png" ContentType="image/png"/>
  <Override PartName="/ppt/media/pam_r2_d352665047d48f5c_t4_click_d352665047d48f5ce30135d6049fc738c2e2f2a078bed8e7f9a21cf61fa2c20e.png" ContentType="image/png"/>
  <Override PartName="/ppt/media/pam_r2_26be8f62684a70f0_t4_click_26be8f62684a70f04ef7878823e0932b1b82a166e5a8fea739b87d2022447e48.png" ContentType="image/png"/>
  <Override PartName="/ppt/media/pam_r2_a863a73ebc5d8160_t4_click_a863a73ebc5d816024ca1c7be395b93cd90f8a007d83ec6b0f134cbd74fdcd28.png" ContentType="image/png"/>
  <Override PartName="/ppt/media/pam_r2_5c3094915271e69c_t4_click_5c3094915271e69c6f9729e4086a84a95033c9356627386c2cce00b4df524c8a.png" ContentType="image/png"/>
  <Override PartName="/ppt/media/pam_r2_1b07a6e9f580c56d_t4_click_1b07a6e9f580c56d5f5dd4e7acd6597be9af8bbbe450a07b5c412f69f7fb0ca0.png" ContentType="image/png"/>
  <Override PartName="/ppt/media/pam_r2_6d2a200f9a0919d2_t4_click_6d2a200f9a0919d223f5ee1508d5eb843edbab049abdc9934b98cdc2ff44c034.png" ContentType="image/png"/>
  <Override PartName="/ppt/media/pam_r2_5d856aaf81610a73_t4_click_5d856aaf81610a7321b362ea34b88f52ee0d2cbda29ba3de47d9e2d23c87af1c.png" ContentType="image/png"/>
  <Override PartName="/ppt/media/pam_r2_01852e7e301d65fa_t4_click_01852e7e301d65faa7e13d003e6e74a40cf88cf3e1b9d218b5bdfe67ed41c7cd.png" ContentType="image/png"/>
  <Override PartName="/ppt/media/pam_r2_051dc17e48747511_t4_click_051dc17e487475118c600e69aa088eafce6e2102c1d6c5988bba76c8b3ce3df6.png" ContentType="image/png"/>
  <Override PartName="/ppt/media/pam_r2_c57be657376af099_t4_click_c57be657376af0997a28b33cba9e92e58583cb38143de361521795d89fffe338.png" ContentType="image/png"/>
  <Override PartName="/ppt/media/pam_r2_ecd72235a5ad5689_t4_click_ecd72235a5ad56890c3f778dddd369800ad9ed342d5d1f919deab42f8a47f6cd.png" ContentType="image/png"/>
  <Override PartName="/ppt/media/pam_r2_b392332acea5b21b_image278.png" ContentType="image/png"/>
  <Override PartName="/ppt/media/pam_r2_74ea432be654a667_image279.png" ContentType="image/png"/>
  <Override PartName="/ppt/media/pam_r2_1400d8ba7839818b_t4_1400d8ba7839818b86b3801a.svg" ContentType="image/svg+xml"/>
  <Override PartName="/ppt/media/pam_r2_575f055cff09bcd6_t4_575f055cff09bcd61c0f2aad.svg" ContentType="image/svg+xml"/>
  <Override PartName="/ppt/media/pam_r2_5f3aebf9f1960955_t4_5f3aebf9f1960955f89ef56b.svg" ContentType="image/svg+xml"/>
  <Override PartName="/ppt/media/pam_r2_d1891fca78216c5e_t4_d1891fca78216c5e1a7aa8d3.svg" ContentType="image/svg+xml"/>
  <Override PartName="/ppt/media/pam_r2_694f4a2e7f9ef756_t4_click_694f4a2e7f9ef756deb52e6bd527213b16fbada349d6e064d292f8c4938624f3.png" ContentType="image/png"/>
  <Override PartName="/ppt/media/pam_r2_a7c7998c84d9146e_t4_click_a7c7998c84d9146e34df5d8a26447faec5747c9897d8d372351ea45f8c46708a.png" ContentType="image/png"/>
  <Override PartName="/ppt/media/pam_r2_7f51b6726ca59969_t4_click_7f51b6726ca5996960858c6dd024eec91ad57c21cd68d2008f61a43469f9b136.png" ContentType="image/png"/>
  <Override PartName="/ppt/media/pam_r2_0a0f869b0d6d3bd0_t4_click_0a0f869b0d6d3bd01fbee09cdce33975ea0ca756b1aef312eeeeddb0f4d316ab.png" ContentType="image/png"/>
  <Override PartName="/ppt/media/pam_r2_4b7043369c74f75f_t4_click_4b7043369c74f75f045d6da59d7493afb5ac0870f1777ee344dac84ad9849389.png" ContentType="image/png"/>
  <Override PartName="/ppt/media/pam_r2_733ffbcbae644b1f_t4_click_733ffbcbae644b1fe956919bf53d72ef784d38a63f0e73e13cf29a821ac39be1.png" ContentType="image/png"/>
  <Override PartName="/ppt/media/pam_r2_bc3607bd901c7330_t4_click_bc3607bd901c7330d699caddaf560aee5ce91db4791f8b4e45abe12bca49a05a.png" ContentType="image/png"/>
  <Override PartName="/ppt/media/pam_r2_12bddc4143166436_t4_click_12bddc4143166436e683a7e0cca58261a26d1eb2d9dbf594fcd5f547e404d6fc.png" ContentType="image/png"/>
  <Override PartName="/ppt/media/pam_r2_250fab1f8efd6ee0_t4_click_250fab1f8efd6ee011e335124996401b35d26b0f1cbcba51b59935bf7eb25b36.png" ContentType="image/png"/>
  <Override PartName="/ppt/media/pam_r2_ec4533c991ed3e3c_t4_click_ec4533c991ed3e3ce1f715bc77d0fa6277dedbbb88dd6c0808821482700bd27e.png" ContentType="image/png"/>
  <Override PartName="/ppt/media/pam_r2_fe6173fee0cea7b5_t4_click_fe6173fee0cea7b5fec9856773a2953f67805b95ba5e0f03297c3e30d700fd5e.png" ContentType="image/png"/>
  <Override PartName="/ppt/media/pam_r2_ae0e99dfafded72f_t4_click_ae0e99dfafded72f9feee6602e234d7823d7de910aeff1c4b5ac51438a174bb3.png" ContentType="image/png"/>
  <Override PartName="/ppt/media/pam_r2_4f6d4dca42331d49_t4_click_4f6d4dca42331d4986a3f77078d91b5e5f72d49828f7b0c325d89ac5dabfd394.png" ContentType="image/png"/>
  <Override PartName="/ppt/media/pam_r2_5d46a62e0b123f88_t4_click_5d46a62e0b123f88310ed9a3b52c11b928cd4aa57b6d05ad16837faf360b1b64.png" ContentType="image/png"/>
  <Override PartName="/ppt/media/pam_r2_1826d287b90ecfde_t4_click_1826d287b90ecfde549eb2c732aac044799fd17ec910ecc2e1754da72f5fd2d3.png" ContentType="image/png"/>
  <Override PartName="/ppt/media/pam_r2_5c9cff11c5486cb7_image284.png" ContentType="image/png"/>
  <Override PartName="/ppt/media/pam_r2_8c1042d5ead0f594_image285.png" ContentType="image/png"/>
  <Override PartName="/ppt/media/pam_r2_d52bc09a129a94d8_t4_d52bc09a129a94d8d7f4f021.svg" ContentType="image/svg+xml"/>
  <Override PartName="/ppt/media/pam_r2_e18a4b896de5ad6a_t4_click_e18a4b896de5ad6a43d5c2d3bd25882460fd7456102a343b52719c6a272989c1.png" ContentType="image/png"/>
  <Override PartName="/ppt/media/pam_r2_0665e7824a0e6325_t4_click_0665e7824a0e6325e16243422228735391cabdfb2e8735185da0ad8d430505c6.png" ContentType="image/png"/>
  <Override PartName="/ppt/media/pam_r2_9ddfa70d309054bf_t4_click_9ddfa70d309054bf75446fa150a29b854f5e6ca32ebbf84e4f237b636d473805.png" ContentType="image/png"/>
  <Override PartName="/ppt/media/pam_r2_78248214f2b04f27_t4_click_78248214f2b04f27b3411ecab278d1325e22f777f796796f6c3a419333365f0b.png" ContentType="image/png"/>
  <Override PartName="/ppt/media/pam_r2_bffc9e7baf9f55e0_t4_click_bffc9e7baf9f55e0dc6cbd11ebdebb018e845127b8b8ed077f7a6d75242e5b2a.png" ContentType="image/png"/>
  <Override PartName="/ppt/media/pam_r2_38523d4b661bde20_t4_click_38523d4b661bde2020d07e92dd9561653e3a81ebf4bfcc4525ac9253e99f120f.png" ContentType="image/png"/>
  <Override PartName="/ppt/media/pam_r2_48604cc6e97a1741_t4_click_48604cc6e97a1741815568eefe910ed594f7bd10e874019f641881ab7cb25ef0.png" ContentType="image/png"/>
  <Override PartName="/ppt/media/pam_r2_90bc5c9cde8e692e_t4_click_90bc5c9cde8e692ecb5cf723a0fa7392c0a99e8d456e8724e817584b5aad0f69.png" ContentType="image/png"/>
  <Override PartName="/ppt/media/pam_r2_63ec9de57c03d053_t4_click_63ec9de57c03d053d2efa1392c76566447877a649f78dc60d939f6c4d5ac87d5.png" ContentType="image/png"/>
  <Override PartName="/ppt/media/pam_r2_2b14816a4910bd53_t4_click_2b14816a4910bd53977989c2409aad5ec76b328337be9f89b83f877d841b5e1a.png" ContentType="image/png"/>
  <Override PartName="/ppt/media/pam_r2_fc08750badf64d7d_t4_click_fc08750badf64d7dba56f546f1e01cbdd2d86456281d03be5393a5be2b0d055b.png" ContentType="image/png"/>
  <Override PartName="/ppt/media/pam_r2_b57a1ca2d5af21b2_t4_click_b57a1ca2d5af21b29814bc4bae268b6d1dfafb87f088ecfe20c17662445ca669.png" ContentType="image/png"/>
  <Override PartName="/ppt/media/pam_r2_d07d01d6d7254da8_t4_click_d07d01d6d7254da866e4bf5867ed728e24164112ae3b111af9d03ff7fb14e5d3.png" ContentType="image/png"/>
  <Override PartName="/ppt/media/pam_r2_33d74ec0b8e430fc_t4_click_33d74ec0b8e430fc6fce9f9c1eaa40396fecbe76917fd2bf05710e7633bcdf93.png" ContentType="image/png"/>
  <Override PartName="/ppt/media/pam_r2_0103837c0efe854b_t4_click_0103837c0efe854ba49965bf7c644930e80624c53a89bfda41f5fd7fbb2bcfd9.png" ContentType="image/png"/>
  <Override PartName="/ppt/media/pam_r2_928b65b28488a2ff_t4_click_928b65b28488a2ffe94146582f3ee93e728f36c54bd7917bad52c2a5f678de3b.png" ContentType="image/png"/>
  <Override PartName="/ppt/media/pam_r2_5011604c8d84cbcf_t4_click_5011604c8d84cbcffad4154e26dc7454896d7325944d8f9bf9f568d7b0591811.png" ContentType="image/png"/>
  <Override PartName="/ppt/media/pam_r2_55f1819a881e2968_t4_click_55f1819a881e296873b43f77e7f4a71613063034ea3e6e418fece835a2bc3082.png" ContentType="image/png"/>
  <Override PartName="/ppt/media/pam_r2_00350b7ba34b40a8_t4_click_00350b7ba34b40a83f8c06e98f415d8a52ec31eeb3189f66cb8c6bac1c0c5c84.png" ContentType="image/png"/>
  <Override PartName="/ppt/media/pam_r2_5bf82fe94a2fc2a9_t4_click_5bf82fe94a2fc2a910a96d646572a8e7047b5118a200058bd90b6973aabffff7.png" ContentType="image/png"/>
  <Override PartName="/ppt/media/pam_r2_0c5018c05d658710_t4_click_0c5018c05d658710d6940a1a7256764244115e74832c4818ee4a83f8d957a29b.png" ContentType="image/png"/>
  <Override PartName="/ppt/media/pam_r2_f399e984b57d040a_t4_click_f399e984b57d040a3ed9e658d908e1c097df9add1c5f2d962576053df94a71fd.png" ContentType="image/png"/>
  <Override PartName="/ppt/media/pam_r2_f410577314418e18_t4_click_f410577314418e1858d91742e1080b6059530c1bb17071e3ed0998fe4e66e594.png" ContentType="image/png"/>
  <Override PartName="/ppt/media/pam_r2_af670b7d75454714_t4_click_af670b7d7545471472cc6244b0b36f3a6e3fe8ef1960692e2d8a9a7eecee48a6.png" ContentType="image/png"/>
  <Override PartName="/ppt/media/pam_r2_7d49a25fb5dfaaa4_t4_click_7d49a25fb5dfaaa4bf8f060d94664b539a9321d6b32a75bbfaf99a6eaaf9fab8.png" ContentType="image/png"/>
  <Override PartName="/ppt/media/pam_r2_05ef040b942507d5_image306.png" ContentType="image/png"/>
  <Override PartName="/ppt/media/pam_r2_088341b91f5aa10f_image294.png" ContentType="image/png"/>
  <Override PartName="/ppt/media/pam_r2_65b65b882ea8a756_image295.png" ContentType="image/png"/>
  <Override PartName="/ppt/media/pam_r2_2586172967e2426a_t4_2586172967e2426ae942fa78.svg" ContentType="image/svg+xml"/>
  <Override PartName="/ppt/media/pam_r2_23fbe9a16866bd9c_t4_23fbe9a16866bd9ca5df479b.svg" ContentType="image/svg+xml"/>
  <Override PartName="/ppt/media/pam_r2_907149dbbd0afdba_t4_907149dbbd0afdbaa7243c7c.svg" ContentType="image/svg+xml"/>
  <Override PartName="/ppt/media/pam_r2_11220d2d3fc18eb3_t4_click_11220d2d3fc18eb369ccabe2f40924504ad4c8d390b39822f25f84447de20200.png" ContentType="image/png"/>
  <Override PartName="/ppt/media/pam_r2_8c9d2939785f5f78_t4_click_8c9d2939785f5f78553428adbd3aa5ff835105fcc48ae3ad72dbba07213081fd.png" ContentType="image/png"/>
  <Override PartName="/ppt/media/pam_r2_dae94c8c3f5de2da_t4_click_dae94c8c3f5de2da857c9959ace78c85797f5dd5f3b573d59737d1674b7c03fb.png" ContentType="image/png"/>
  <Override PartName="/ppt/media/pam_r2_26bbf4f37a35c4c4_t4_click_26bbf4f37a35c4c45ee54e50df16ca38889253c15916895f9788f40987cbecf7.png" ContentType="image/png"/>
  <Override PartName="/ppt/media/pam_r2_5d3ba80786d10fed_t4_click_5d3ba80786d10fed072e8e20dd9c9f44ac1ddd82e2ccc93a1587e93aa25cfe48.png" ContentType="image/png"/>
  <Override PartName="/ppt/media/pam_r2_2bd6f26abe48c971_t4_click_2bd6f26abe48c971b7c9cd11631435219ae3b8dc39ccb2711e7300f648500792.png" ContentType="image/png"/>
  <Override PartName="/ppt/media/pam_r2_1eb61fd9043f17cd_t4_click_1eb61fd9043f17cd52ea779a98cf9da100b0e2331f5105dc1be2744179959e6d.png" ContentType="image/png"/>
  <Override PartName="/ppt/media/pam_r2_bff08d27162e2c60_t4_click_bff08d27162e2c60e54ef6f115f8118e884489495867b96153fae5002d0848e2.png" ContentType="image/png"/>
  <Override PartName="/ppt/media/pam_r2_d9799075533b2445_t4_click_d9799075533b2445b9782ccf65ed9e46ad410dbcd1a3dbadedefe04283ca9b95.png" ContentType="image/png"/>
  <Override PartName="/ppt/media/pam_r2_da441c7b46567486_t4_click_da441c7b46567486cd5070fe580d8756ce09828de43162114522cdb7a42bd89f.png" ContentType="image/png"/>
  <Override PartName="/ppt/media/pam_r2_b1bba903f6c8d0a0_t4_click_b1bba903f6c8d0a0652d5b3e1767537a87533904b4b167be6ef4e3f12fee470e.png" ContentType="image/png"/>
  <Override PartName="/ppt/media/pam_r2_d665385a33f0a984_t4_click_d665385a33f0a9845f2e381689abe6a5ff84d04c0a453bfd743300effc20af2b.png" ContentType="image/png"/>
  <Override PartName="/ppt/media/pam_r2_ac2c5003ce2a1dd8_t4_click_ac2c5003ce2a1dd8320efaaf9e6bc00c3c76f254931d48a35d34691117ff9aa1.png" ContentType="image/png"/>
  <Override PartName="/ppt/media/pam_r2_83b111c3edcc010d_t4_click_83b111c3edcc010d3c54996c81c59b612db42d20fea7036d6bde8627fb048705.png" ContentType="image/png"/>
  <Override PartName="/ppt/media/pam_r2_d3b8940be82b51f5_t4_click_d3b8940be82b51f5997010da596186643c77f3f9935e09d5f57259716b1df2d0.png" ContentType="image/png"/>
  <Override PartName="/ppt/media/pam_r2_a76669e86fed2ecb_image297.png" ContentType="image/png"/>
  <Override PartName="/ppt/media/pam_r2_bca2d0ce2a768655_image298.png" ContentType="image/png"/>
  <Override PartName="/ppt/media/pam_r2_fb21f747dd579a2c_image302.png" ContentType="image/png"/>
  <Override PartName="/ppt/media/pam_r2_77e6fe52e65bdbb7_image303.png" ContentType="image/png"/>
  <Override PartName="/ppt/media/pam_r2_0b772cd7a82be25f_t4_0b772cd7a82be25f6d2a2f44.svg" ContentType="image/svg+xml"/>
  <Override PartName="/ppt/media/pam_r2_3b015fd28445c43a_t4_3b015fd28445c43ab55a87b6.svg" ContentType="image/svg+xml"/>
  <Override PartName="/ppt/media/pam_r2_48017247b303708d_t4_click_48017247b303708d4bc4493b16ad474f8f4732d9b05367967e95192cea153ef0.png" ContentType="image/png"/>
  <Override PartName="/ppt/media/pam_r2_7e94ca00ba6da0b9_t4_click_7e94ca00ba6da0b931128af6a1eaa5de7f60980f7c336bab36513d9ad37e82ba.png" ContentType="image/png"/>
  <Override PartName="/ppt/media/pam_r2_ef12c11b1b2df35d_t4_click_ef12c11b1b2df35d6b977222e20e7f0a0e2d1648ccb98d4a5248ac29124744a3.png" ContentType="image/png"/>
  <Override PartName="/ppt/media/pam_r2_ab510087e068c408_t4_click_ab510087e068c4080c12d03c3a2ec34c50f61031cff85999c50e98189d1711df.png" ContentType="image/png"/>
  <Override PartName="/ppt/media/pam_r2_e349b5dbd7e768da_t4_click_e349b5dbd7e768da327398c1e43ac1d27553252955dd356615635cfabb256e8d.png" ContentType="image/png"/>
  <Override PartName="/ppt/media/pam_r2_9d94367baa665cc5_t4_click_9d94367baa665cc511d036c885d409de59eed82cceef5abdfa693b8aa28f2464.png" ContentType="image/png"/>
  <Override PartName="/ppt/media/pam_r2_ff0f5ef1dd72c184_t4_click_ff0f5ef1dd72c184c12d4c83367e9bd5752c90e2734ab7fe9b4e33711415efd7.png" ContentType="image/png"/>
  <Override PartName="/ppt/media/pam_r2_9c53fa9d1e4c282c_t4_click_9c53fa9d1e4c282c706a08192d4903aed5b18348091186990fd073704198e053.png" ContentType="image/png"/>
  <Override PartName="/ppt/media/pam_r2_4184845ce96172b3_t4_click_4184845ce96172b3ff5caec3cbe1783e311a2d9f8ed23a7e0b202e8595991f88.png" ContentType="image/png"/>
  <Override PartName="/ppt/media/pam_r2_cd9ec7dbd0adfb36_t4_click_cd9ec7dbd0adfb360e39767a1c736a509d12f69f49ce0515395944f0cca98f4f.png" ContentType="image/png"/>
  <Override PartName="/ppt/media/pam_r2_f6e7cdb407143832_t4_click_f6e7cdb407143832c71ffa6d0e8034f3bc2eaf5ea44ccca4694aa1db23c923f6.png" ContentType="image/png"/>
  <Override PartName="/ppt/media/pam_r2_310ffa7fabd80465_t4_click_310ffa7fabd804652890a53d5b3372d0c3c06c61cc406526acb5629f7d9e87b8.png" ContentType="image/png"/>
  <Override PartName="/ppt/media/pam_r2_c6dd211f931dab57_t4_click_c6dd211f931dab576c83a4a3ca352d8625b1bf4dc2323f829d8a7483a35070ad.png" ContentType="image/png"/>
  <Override PartName="/ppt/media/pam_r2_273fb69942694538_t4_click_273fb6994269453810fe10cbaadcccc7076025de7f15abf6787b04ddb4d87611.png" ContentType="image/png"/>
  <Override PartName="/ppt/media/pam_r2_4a246b5e40277f84_t4_click_4a246b5e40277f84c98adeefdfa51e9015ccad511f39542adc8d2e1f8c64f554.png" ContentType="image/png"/>
  <Override PartName="/ppt/media/pam_r2_d8ed7c67af4c07d5_t4_click_d8ed7c67af4c07d536067b9d86085b16eac59ebc75cc209cdbee6bf659e66e9c.png" ContentType="image/png"/>
  <Override PartName="/ppt/media/pam_r2_fa7ef4c8c1e18f40_t4_click_fa7ef4c8c1e18f40547e901f477498ea8a0e71ebcab2e8fd6d5bef2312a5a76f.png" ContentType="image/png"/>
  <Override PartName="/ppt/media/pam_r2_30ebf2d2c389360b_t4_click_30ebf2d2c389360bb145e7ecebb18fdc2f5198e6a069eb044f0c37a7acb87192.png" ContentType="image/png"/>
  <Override PartName="/ppt/media/pam_r2_ec674d2978f09c14_t4_click_ec674d2978f09c14f7cdccfb210419d531d8463c09d6a10b26895c87e4726428.png" ContentType="image/png"/>
  <Override PartName="/ppt/media/pam_r2_f72174bdca5bf16a_image313.png" ContentType="image/png"/>
  <Override PartName="/ppt/media/pam_r2_3cac7fa8b33aa949_image314.png" ContentType="image/png"/>
  <Override PartName="/ppt/media/pam_r2_13cd00a74088797c_t4_13cd00a74088797c258aa323.svg" ContentType="image/svg+xml"/>
  <Override PartName="/ppt/media/pam_r2_bb4d748d49d7262f_t4_bb4d748d49d7262f56b7189f.svg" ContentType="image/svg+xml"/>
  <Override PartName="/ppt/media/pam_r2_dce904ccde22d445_t4_dce904ccde22d44524dbc6e4.svg" ContentType="image/svg+xml"/>
  <Override PartName="/ppt/media/pam_r2_3f71e4559b84b4b9_t4_3f71e4559b84b4b941308a4d.svg" ContentType="image/svg+xml"/>
  <Override PartName="/ppt/media/pam_r2_265e3e14d868bd27_t4_click_265e3e14d868bd2707bf38188fe76ab2a41e0511a25b00b324b8f257e90b5d41.png" ContentType="image/png"/>
  <Override PartName="/ppt/media/pam_r2_4eb774382beca5be_t4_click_4eb774382beca5be3f75a0a8b9a7f29409481f83e43e066805d8d8cfde8b0af8.png" ContentType="image/png"/>
  <Override PartName="/ppt/media/pam_r2_c9608a083172ee44_t4_click_c9608a083172ee448202491bf6f4f907794af20736c9f622a640c041f0f116d8.png" ContentType="image/png"/>
  <Override PartName="/ppt/media/pam_r2_3c0fae4987705514_t4_click_3c0fae49877055140cf16ef1a1abd51e9f2af29d071836b6103db3a2a60f8f1b.png" ContentType="image/png"/>
  <Override PartName="/ppt/media/pam_r2_f546641d99aaaef0_t4_click_f546641d99aaaef0fc6661986cfccc37e2457f4f993e35e5033bc81153180c6f.png" ContentType="image/png"/>
  <Override PartName="/ppt/media/pam_r2_1665289a9ab5ad69_t4_click_1665289a9ab5ad69f9522be9232172752cf26985c65d4525b5fba995be96f029.png" ContentType="image/png"/>
  <Override PartName="/ppt/media/pam_r2_eb335fa4f8a2cc99_t4_click_eb335fa4f8a2cc9916df14a2cc9a32ce64b18520e1ba8a0d92b43b48ad56a94b.png" ContentType="image/png"/>
  <Override PartName="/ppt/media/pam_r2_e35c6ef031a72958_t4_click_e35c6ef031a729585aae0d6f6c8ee0b43bbf4a17c9d9f2eefa00b3a428b637d9.png" ContentType="image/png"/>
  <Override PartName="/ppt/media/pam_r2_a55383caf9426b0c_t4_click_a55383caf9426b0c59fa59737d290c42773c0d1ccbae28b902ec8c5048ff004e.png" ContentType="image/png"/>
  <Override PartName="/ppt/media/pam_r2_e63dec6f8bdfbd21_t4_click_e63dec6f8bdfbd21e1d31c95e6976f64cb17f09fa383ecc981e18d7a8a38d6e5.png" ContentType="image/png"/>
  <Override PartName="/ppt/media/pam_r2_33dddc493e17d3e4_t4_click_33dddc493e17d3e40a277381691984aa744241f484d159b553d1aa93c3ace950.png" ContentType="image/png"/>
  <Override PartName="/ppt/media/pam_r2_6ec30630784f506c_t4_click_6ec30630784f506c2aa9445cfa2871e5446875ad91c05f1ba3f5f030212330a0.png" ContentType="image/png"/>
  <Override PartName="/ppt/media/pam_r2_eeab54c46dad4396_t4_click_eeab54c46dad43968a0c115733163a7881f69908d7c8c8de5e96a2c692f3be9a.png" ContentType="image/png"/>
  <Override PartName="/ppt/media/pam_r2_b6263f549f4151cb_t4_click_b6263f549f4151cb8af1d218b53dda9cc91b7fa1913c427f21cb5127657c1d7d.png" ContentType="image/png"/>
  <Override PartName="/ppt/media/pam_r2_c9dfb0e670017f95_t4_click_c9dfb0e670017f958b1c855ab5d9c5b4460c86dd36745fa63071a3f4a422819b.png" ContentType="image/png"/>
  <Override PartName="/ppt/media/pam_r2_b3041101703901d5_image319.png" ContentType="image/png"/>
  <Override PartName="/ppt/media/pam_r2_2bcb2a1abe33fcb3_image320.png" ContentType="image/png"/>
  <Override PartName="/ppt/media/pam_r2_af66b631b1e0a499_t4_af66b631b1e0a49911e90cf8.svg" ContentType="image/svg+xml"/>
  <Override PartName="/ppt/media/pam_r2_4f101e4bc5f5bccb_t4_click_4f101e4bc5f5bccb4bd647808a1285d42e48aa28a968e82bbf385f850ec7ceef.png" ContentType="image/png"/>
  <Override PartName="/ppt/media/pam_r2_56e2ea81e17acb29_t4_click_56e2ea81e17acb293923ad0b60f36a1b5433039bb9600e7e12540690858f328e.png" ContentType="image/png"/>
  <Override PartName="/ppt/media/pam_r2_1663ce0d5e52629e_t4_click_1663ce0d5e52629ea86f8dd499a411fe3f01ec1750e93de72ea5c020000b7775.png" ContentType="image/png"/>
  <Override PartName="/ppt/media/pam_r2_4b0f571822e45afd_t4_click_4b0f571822e45afdbcc7fc7af5792dec1118726f0fa96ab8815d791a959b9fc1.png" ContentType="image/png"/>
  <Override PartName="/ppt/media/pam_r2_a055b703c2988798_t4_click_a055b703c2988798b7889042a55a2e72f1b44975d8b89ee9cf30e2ff6797ebdb.png" ContentType="image/png"/>
  <Override PartName="/ppt/media/pam_r2_bdb26cd8debefec5_t4_click_bdb26cd8debefec5c1f25ace11ec903d04071956e41683f81d313bcb4a2b5b1f.png" ContentType="image/png"/>
  <Override PartName="/ppt/media/pam_r2_32d26e0850b64320_t4_click_32d26e0850b6432035cd56bea34fc10549ffcae3e9e9a70777a60a7189e074a7.png" ContentType="image/png"/>
  <Override PartName="/ppt/media/pam_r2_9b39ec1873b42aca_t4_click_9b39ec1873b42aca070fd447dc1a23cc044da9fb841215a704a000baced79b94.png" ContentType="image/png"/>
  <Override PartName="/ppt/media/pam_r2_702fe7f177ba335d_t4_click_702fe7f177ba335d0aa126c0934ba5cdbe64ab969e6b66ac02ee29e4ec6a144d.png" ContentType="image/png"/>
  <Override PartName="/ppt/media/pam_r2_3456ee8e197ee825_t4_click_3456ee8e197ee825ba6909b024a09fde22c27b55399627b18260ef96b965b19b.png" ContentType="image/png"/>
  <Override PartName="/ppt/media/pam_r2_a13f13e8c271c2db_t4_click_a13f13e8c271c2db4c5a5882b10c195c03b265f97152027b2c342248b9c28b6c.png" ContentType="image/png"/>
  <Override PartName="/ppt/media/pam_r2_15fe41c344d8bace_t4_click_15fe41c344d8bace9303d2a5f3dba609f3dd48433d8e0cdbc8b9375f5f040484.png" ContentType="image/png"/>
  <Override PartName="/ppt/media/pam_r2_3ff5d9c21e5c4c32_t4_click_3ff5d9c21e5c4c32f53f00e762c041b1a34febf960cc80ab91d33dbac2ac4fd6.png" ContentType="image/png"/>
  <Override PartName="/ppt/media/pam_r2_9de181cd076fd1a8_t4_click_9de181cd076fd1a81df8f78b7c6919bb4d2ed20ad932568191373ef5aa5bb3d2.png" ContentType="image/png"/>
  <Override PartName="/ppt/media/pam_r2_321934062b4d089d_t4_click_321934062b4d089d209e5b365e92490f38e1c3886410c30a48cc4f9ea221c6cc.png" ContentType="image/png"/>
  <Override PartName="/ppt/media/pam_r2_a4b90a44c5548a41_t4_click_a4b90a44c5548a41e112a1316be35dc9ed472e4803aae419635fdf5e27f40aea.png" ContentType="image/png"/>
  <Override PartName="/ppt/media/pam_r2_d905c2333f4533c5_t4_click_d905c2333f4533c5675cde5c28c6fa2d95c9e4f2f86641ddd69c22e09867eeff.png" ContentType="image/png"/>
  <Override PartName="/ppt/media/pam_r2_59b20eeb69db0a99_t4_click_59b20eeb69db0a990528bbd5e0f05ac005ce41c745143c2778c38b762d4a3ccc.png" ContentType="image/png"/>
  <Override PartName="/ppt/media/pam_r2_03ad5fa48101f928_t4_click_03ad5fa48101f928f2a2ad3a469999b37004e607aeec1389c782c0425f06f40e.png" ContentType="image/png"/>
  <Override PartName="/ppt/media/pam_r2_7fd4eccdad9b2f40_t4_click_7fd4eccdad9b2f40eedb846a263ffdc05d0cf0cc8a3091760c446036ab8dd7f6.png" ContentType="image/png"/>
  <Override PartName="/ppt/media/pam_r2_c9563c5e92619f5a_t4_click_c9563c5e92619f5a55d6287464d94b7922ab899f193f9e4847339072f6d38c2a.png" ContentType="image/png"/>
  <Override PartName="/ppt/media/pam_r2_ec265d6876749e7d_t4_click_ec265d6876749e7dd0e68808b5dd71e191db254dbfef6ab5ce9ca0ee9916ba88.png" ContentType="image/png"/>
  <Override PartName="/ppt/media/pam_r2_6070c3c64ffd3629_t4_click_6070c3c64ffd3629e7e864e5c9545b1c666fb35a25c7a80ad0dc4ff3d6adeef9.png" ContentType="image/png"/>
  <Override PartName="/ppt/media/pam_r2_f16e54f8490f0d77_image341.png" ContentType="image/png"/>
  <Override PartName="/ppt/media/pam_r2_0b9541dc034955e2_image329.png" ContentType="image/png"/>
  <Override PartName="/ppt/media/pam_r2_260409dc83e56d96_image330.png" ContentType="image/png"/>
  <Override PartName="/ppt/media/pam_r2_65a80d11887bfb9c_t4_65a80d11887bfb9c36b269b1.svg" ContentType="image/svg+xml"/>
  <Override PartName="/ppt/media/pam_r2_cc841394872dd08b_t4_cc841394872dd08b1a9c7d5a.svg" ContentType="image/svg+xml"/>
  <Override PartName="/ppt/media/pam_r2_8064afa76f7f1a87_t4_8064afa76f7f1a878a062ed7.svg" ContentType="image/svg+xml"/>
  <Override PartName="/ppt/media/pam_r2_1133196fb598f8e7_t4_click_1133196fb598f8e7043df2c99d7be55c1cff40090e060b0275865936486d78e3.png" ContentType="image/png"/>
  <Override PartName="/ppt/media/pam_r2_52b1dd69caf34791_t4_click_52b1dd69caf3479115ff5f3474f9eed32501d8f05535fe6d40854078e150df68.png" ContentType="image/png"/>
  <Override PartName="/ppt/media/pam_r2_0ff97d998cbfe7f9_t4_click_0ff97d998cbfe7f93dbe8ab3c3c99ee327fa8b73827cef07ff6b19669022cb1d.png" ContentType="image/png"/>
  <Override PartName="/ppt/media/pam_r2_ad28baa3e21eeeb1_t4_click_ad28baa3e21eeeb15138cf8c69a460ae74b0377cb92e31ca971ff29100146c4e.png" ContentType="image/png"/>
  <Override PartName="/ppt/media/pam_r2_5467260ec24e6be3_t4_click_5467260ec24e6be3416bb9a50c8eedeee8718beb0e7b4fa2116a661f3a8eecb4.png" ContentType="image/png"/>
  <Override PartName="/ppt/media/pam_r2_d42f56b1372beb42_t4_click_d42f56b1372beb420629930e6ab953bc608129cf4c9e0437bda5b73ac7b25e4d.png" ContentType="image/png"/>
  <Override PartName="/ppt/media/pam_r2_43c3f8db9db17626_t4_click_43c3f8db9db17626c8b8470df6a8eb3380e9257eb9878e23a65527fc5bbf0f3a.png" ContentType="image/png"/>
  <Override PartName="/ppt/media/pam_r2_9e4f592f6ff7aaf1_t4_click_9e4f592f6ff7aaf1604be7156d98a7eefaf83c6d51fea829d2f9532c87950df2.png" ContentType="image/png"/>
  <Override PartName="/ppt/media/pam_r2_5c23c1286f547800_t4_click_5c23c1286f547800de8d002cf231eae93355c52942657c5849f341630af769dc.png" ContentType="image/png"/>
  <Override PartName="/ppt/media/pam_r2_071eb32c82c47b1e_t4_click_071eb32c82c47b1e6644e2d638d2cabac84e2cfbd566e6bf48010be2302a344b.png" ContentType="image/png"/>
  <Override PartName="/ppt/media/pam_r2_c132dbb87d38b20f_t4_click_c132dbb87d38b20f14f0ab1656be64b9c381a62cfb3b4ea30c9c7ca020896b3c.png" ContentType="image/png"/>
  <Override PartName="/ppt/media/pam_r2_5c97ca9db07e67cc_t4_click_5c97ca9db07e67cc13a1e5bd942d4da4c901acb1c7da06fd033d4c6ca4dbbe66.png" ContentType="image/png"/>
  <Override PartName="/ppt/media/pam_r2_ebc95f9a72b1dea1_t4_click_ebc95f9a72b1dea1f3727b860a7975d2c838dc99a89c7a769b73492969edfb71.png" ContentType="image/png"/>
  <Override PartName="/ppt/media/pam_r2_6cd954951e53c92e_t4_click_6cd954951e53c92e7ddc41ffdd624acb9dc71fabac321611eb531ab2adb31265.png" ContentType="image/png"/>
  <Override PartName="/ppt/media/pam_r2_0d36958b1e9b47c0_t4_click_0d36958b1e9b47c0316c71ba8df59c6ea57436f0343dbf3e3bd64f7ef7858411.png" ContentType="image/png"/>
  <Override PartName="/ppt/media/pam_r2_239f43a497547818_image332.png" ContentType="image/png"/>
  <Override PartName="/ppt/media/pam_r2_92fcfca9c5832b70_image333.png" ContentType="image/png"/>
  <Override PartName="/ppt/media/pam_r2_47befa876cfab9e4_image337.png" ContentType="image/png"/>
  <Override PartName="/ppt/media/pam_r2_f9375742020a961f_image338.png" ContentType="image/png"/>
  <Override PartName="/ppt/media/pam_r2_1f721b0f1d0e6605_t4_1f721b0f1d0e66053612c9a8.svg" ContentType="image/svg+xml"/>
  <Override PartName="/ppt/media/pam_r2_692951bd28dc1dfa_t4_692951bd28dc1dfaa2c468c3.svg" ContentType="image/svg+xml"/>
  <Override PartName="/ppt/media/pam_r2_aabb8d15ecfeb3bf_t4_aabb8d15ecfeb3bfb2c3c3c1.svg" ContentType="image/svg+xml"/>
  <Override PartName="/ppt/media/pam_r2_93977dfb40aac956_t4_click_93977dfb40aac956a89508af21cfa643aa5f3718d531cd4ded369aebd2bf4554.png" ContentType="image/png"/>
  <Override PartName="/ppt/media/pam_r2_e63bf7489fc3744b_t4_click_e63bf7489fc3744ba2cc3c0d14bb5781081d167d6e94d5d970017649bf5245cb.png" ContentType="image/png"/>
  <Override PartName="/ppt/media/pam_r2_0f7dbcaf93a5d04e_t4_click_0f7dbcaf93a5d04ed82f8396e9266b4f20471315f58d5a8806059ec97a15d5f8.png" ContentType="image/png"/>
  <Override PartName="/ppt/media/pam_r2_bb9e67dbeeb7af91_t4_click_bb9e67dbeeb7af91447cc2558c07ae9cb47b326d6ec1cf82eff64ffe5be5565f.png" ContentType="image/png"/>
  <Override PartName="/ppt/media/pam_r2_4ae5d2d8e9947488_t4_click_4ae5d2d8e9947488993408847154a3b4f27faf337d365a63ad78891701149800.png" ContentType="image/png"/>
  <Override PartName="/ppt/media/pam_r2_e2809207e373314e_t4_click_e2809207e373314e5f4c8ecff24387f05d3f3e932eafd44cc03da796490155eb.png" ContentType="image/png"/>
  <Override PartName="/ppt/media/pam_r2_33137425f8b3f365_t4_click_33137425f8b3f3658c772ae71c5b25c6a08e06c1ca81bc226b95a8fb4265a9fa.png" ContentType="image/png"/>
  <Override PartName="/ppt/media/pam_r2_b8c8e08792fa4cc0_t4_click_b8c8e08792fa4cc054f88d9bfb092adafabe59798c122947ae7a70c32e65d4a2.png" ContentType="image/png"/>
  <Override PartName="/ppt/media/pam_r2_7c013e030b881a7c_t4_click_7c013e030b881a7cb34e7f20c3e3f0e34a991349435231d53c627d57aa206e49.png" ContentType="image/png"/>
  <Override PartName="/ppt/media/pam_r2_6320da445a9b7bc6_t4_click_6320da445a9b7bc620d436c8450bc09270b43d6b64789da85aaa51163b3a2b10.png" ContentType="image/png"/>
  <Override PartName="/ppt/media/pam_r2_f5c36fb9684d299f_t4_click_f5c36fb9684d299f95310d7a8024a02f1fa124e1f6d219e0f0b4464bb5babda7.png" ContentType="image/png"/>
  <Override PartName="/ppt/media/pam_r2_b85071cde7322e86_t4_click_b85071cde7322e8613e476b55d58f817506f71f4af16c1490d4954f5bb93b05a.png" ContentType="image/png"/>
  <Override PartName="/ppt/media/pam_r2_65d9670ff6d1e4dd_t4_click_65d9670ff6d1e4dd277c77bdbcea4dd8235a64b95678134b0f9460ac06a016db.png" ContentType="image/png"/>
  <Override PartName="/ppt/media/pam_r2_fc2e16e432f9ce79_t4_click_fc2e16e432f9ce7984a7d39381c1d99ed54c27c83872b59315cba3706e0eb91b.png" ContentType="image/png"/>
  <Override PartName="/ppt/media/pam_r2_c32e8f6334436e5f_t4_click_c32e8f6334436e5f95a4bcc9481e47d847430d3cb56e07357e15d145aa77f6d3.png" ContentType="image/png"/>
  <Override PartName="/ppt/media/pam_r2_9248d99cd577338c_t4_click_9248d99cd577338c225bcb92c40e549e11d391d390ec74b811d446a8ff8f360e.png" ContentType="image/png"/>
  <Override PartName="/ppt/media/pam_r2_8c7fe5b90ec0b263_t4_click_8c7fe5b90ec0b26379c161edad405e793141b128107c6e147cbc5332d8dbd3d9.png" ContentType="image/png"/>
  <Override PartName="/ppt/media/pam_r2_9684a9bd4034e41b_image348.png" ContentType="image/png"/>
  <Override PartName="/ppt/media/pam_r2_dace4eed794deeb8_image349.png" ContentType="image/png"/>
  <Override PartName="/ppt/media/pam_r2_e67884b198dd0bc7_t4_e67884b198dd0bc7948065f8.svg" ContentType="image/svg+xml"/>
  <Override PartName="/ppt/media/pam_r2_2dfedf2e7d8c65c7_t4_2dfedf2e7d8c65c7b84cab09.svg" ContentType="image/svg+xml"/>
  <Override PartName="/ppt/media/pam_r2_db672cd99f70a38c_t4_db672cd99f70a38cc2df3c10.svg" ContentType="image/svg+xml"/>
  <Override PartName="/ppt/media/pam_r2_a7b2058e9bca5f92_t4_a7b2058e9bca5f924df9eb4b.svg" ContentType="image/svg+xml"/>
  <Override PartName="/ppt/media/pam_r2_9390cdb9e769be1e_t4_click_9390cdb9e769be1e681e7f6e98c7770d8c873e0d80ed1787b71b18fc5a5272e9.png" ContentType="image/png"/>
  <Override PartName="/ppt/media/pam_r2_4836dc69952a874b_t4_click_4836dc69952a874b3a15721f87493f447300f04498ac2fc3ebd4c16ba9aa8473.png" ContentType="image/png"/>
  <Override PartName="/ppt/media/pam_r2_fdbc78284dc5f5da_t4_click_fdbc78284dc5f5da2521fb1f1fb2ea99cafbecc2999e7a73c882ee130c39c0c7.png" ContentType="image/png"/>
  <Override PartName="/ppt/media/pam_r2_006e4dcdb22202c2_t4_click_006e4dcdb22202c2dd315bdaf894483937c6868768f35b281fcea4ce88e0e4cd.png" ContentType="image/png"/>
  <Override PartName="/ppt/media/pam_r2_5df15e23480f4f1b_t4_click_5df15e23480f4f1ba73100a854f6d59b7a282996200916b67f8c874f19253da8.png" ContentType="image/png"/>
  <Override PartName="/ppt/media/pam_r2_90d11157239038f9_t4_click_90d11157239038f96fb4998fd10fd8c6492fd0c49689bafbe4c350a77ed0c6bd.png" ContentType="image/png"/>
  <Override PartName="/ppt/media/pam_r2_a4866e6053bb3939_t4_click_a4866e6053bb3939722623f3d38ffdfc381ed295286fd814b3d0a53438f285d2.png" ContentType="image/png"/>
  <Override PartName="/ppt/media/pam_r2_dd24bbd85eff183a_t4_click_dd24bbd85eff183a7fa405c9ac7c1410602b8a0801d9bf96ec2a12728e67c5a7.png" ContentType="image/png"/>
  <Override PartName="/ppt/media/pam_r2_f0c95c60451157ee_t4_click_f0c95c60451157ee4a181c9129fe963a066a918e22e437d9769420b2fedd6e6e.png" ContentType="image/png"/>
  <Override PartName="/ppt/media/pam_r2_f0162bea99029f93_t4_click_f0162bea99029f9304c82f9c7434e016dc4c1d809e95d56f1ed25868be39838b.png" ContentType="image/png"/>
  <Override PartName="/ppt/media/pam_r2_af71881c8de5605b_t4_click_af71881c8de5605bcba9ed3d14a62d4cf465bd494d17616bf75d5cd7875e4065.png" ContentType="image/png"/>
  <Override PartName="/ppt/media/pam_r2_a708f25ccbcc179d_t4_click_a708f25ccbcc179d866c4ffdca8e565c9cced6079732aec7e4a3dfd1e6e15d58.png" ContentType="image/png"/>
  <Override PartName="/ppt/media/pam_r2_aaf5feead1992de7_t4_click_aaf5feead1992de797c24b6aff83c727cfa4600a3681e2cb64d344f87c734836.png" ContentType="image/png"/>
  <Override PartName="/ppt/media/pam_r2_5ba7efeaf3148d84_t4_click_5ba7efeaf3148d8415da55d633505bc9a634a7932ee975d3c9dc32eddd9c9c89.png" ContentType="image/png"/>
  <Override PartName="/ppt/media/pam_r2_b6b3983d3fd704db_t4_click_b6b3983d3fd704db27ceea51543968a0e05e4c8db42afc9464401d781ca42df6.png" ContentType="image/png"/>
  <Override PartName="/ppt/media/pam_r2_2cc72822119bff1f_image354.png" ContentType="image/png"/>
  <Override PartName="/ppt/media/pam_r2_ee5389048e8cf3a6_image355.png" ContentType="image/png"/>
  <Override PartName="/ppt/media/pam_r2_921f3dd10db685d3_t4_921f3dd10db685d3dbc423c4.svg" ContentType="image/svg+xml"/>
  <Override PartName="/ppt/media/pam_r2_dc17ebe30a3d4237_t4_click_dc17ebe30a3d423730b887f677cf036ba247871041d192dba3344a7f3ebfaf00.png" ContentType="image/png"/>
  <Override PartName="/ppt/media/pam_r2_2fbac14b45384259_t4_click_2fbac14b45384259e19772b608268d1449552021ef04b0e6448a4d0a572c2f69.png" ContentType="image/png"/>
  <Override PartName="/ppt/media/pam_r2_66422a76c26b499b_t4_click_66422a76c26b499b62879c78c5ce0d92d18d0c7b1f6ac436675564909843c4c9.png" ContentType="image/png"/>
  <Override PartName="/ppt/media/pam_r2_840194073760d050_t4_click_840194073760d0501805edfad65da3ec68f15d599d67a3ca309e0b73ce630776.png" ContentType="image/png"/>
  <Override PartName="/ppt/media/pam_r2_e1e136a18e43d5e1_t4_click_e1e136a18e43d5e1827113c4975d1628d1a13ce40470777529fe9e28a2f9db4a.png" ContentType="image/png"/>
  <Override PartName="/ppt/media/pam_r2_1a20887fd8839dc8_t4_click_1a20887fd8839dc80739e9f14f94801e907836a6bbb66e70c83c2070be4ce933.png" ContentType="image/png"/>
  <Override PartName="/ppt/media/pam_r2_59309655706d6159_t4_click_59309655706d6159c6cdfc5af89a115b46df2dcf31a1eefb46e2d5c68d8040e6.png" ContentType="image/png"/>
  <Override PartName="/ppt/media/pam_r2_22253570e24d6bd6_t4_click_22253570e24d6bd6a586c1b70e983efb56bdf4abba64c6e863558a7bfd1985e6.png" ContentType="image/png"/>
  <Override PartName="/ppt/media/pam_r2_4fcb7fa480f581de_t4_click_4fcb7fa480f581deb5dd36b3ba315b5d8f4cf8bb83f76a058612ee15f30018ce.png" ContentType="image/png"/>
  <Override PartName="/ppt/media/pam_r2_d391dfc5fd6f3ec9_t4_click_d391dfc5fd6f3ec9274d36d6857657d50b52facf07ddb4c86033a1f3a7e13589.png" ContentType="image/png"/>
  <Override PartName="/ppt/media/pam_r2_c8a843424bd2d8e6_t4_click_c8a843424bd2d8e66cdd981fd4cf36b82904ccd708346109ebaf787ac07220e3.png" ContentType="image/png"/>
  <Override PartName="/ppt/media/pam_r2_63fd64d195ba590d_t4_click_63fd64d195ba590d55f0a7ca96716a7fb27de0e904d8705956cbed122078e167.png" ContentType="image/png"/>
  <Override PartName="/ppt/media/pam_r2_c10d40d201b23e16_t4_click_c10d40d201b23e161c6e11b11d71b90f735fb4871cbe1c5debcd67da2f43a5e5.png" ContentType="image/png"/>
  <Override PartName="/ppt/media/pam_r2_a287166d138d830f_t4_click_a287166d138d830f3552a085ef486294eff8caa2089590b59ad7b6cc5d1bd9ff.png" ContentType="image/png"/>
  <Override PartName="/ppt/media/pam_r2_b35ac770f8c3008d_t4_click_b35ac770f8c3008d1e54db7408e71476524e2d026a319d5bc3962be69d368efc.png" ContentType="image/png"/>
  <Override PartName="/ppt/media/pam_r2_dcf8c66cde9443f7_t4_click_dcf8c66cde9443f758c8c337f16e19d3aefffe8a2d65be92b382d1a6fcc79f4e.png" ContentType="image/png"/>
  <Override PartName="/ppt/media/pam_r2_412f814dfc9028ab_t4_click_412f814dfc9028abb0ae55a3b722d82291c671ad91b8ecd758c6827f69087fce.png" ContentType="image/png"/>
  <Override PartName="/ppt/media/pam_r2_68fcf657dfbbac00_t4_click_68fcf657dfbbac0002f54be5e23e58ef1bd3575b7a215c5dfb6a2ca7bfe8fef1.png" ContentType="image/png"/>
  <Override PartName="/ppt/media/pam_r2_93e653bc931063bc_t4_click_93e653bc931063bc7d674bb057648dd98d35aa2f4cc77a2d336ac552a14f10de.png" ContentType="image/png"/>
  <Override PartName="/ppt/media/pam_r2_27b004bbe10d26fb_t4_click_27b004bbe10d26fbb387bcd77431c734055d79d1a441b33d8b872ad2301c421e.png" ContentType="image/png"/>
  <Override PartName="/ppt/media/pam_r2_4383fe0e9bd30a70_t4_click_4383fe0e9bd30a70ef9150dc38a81bfa7b802ba33be9b61b7c53e142a2f4ec6b.png" ContentType="image/png"/>
  <Override PartName="/ppt/media/pam_r2_240c8654eed49be0_t4_click_240c8654eed49be0cc76cde03a73c826704a23aa5fcc0843120ffdf90c6c009d.png" ContentType="image/png"/>
  <Override PartName="/ppt/media/pam_r2_11307018cb6d886a_t4_click_11307018cb6d886a05f516655eab481fe255c7feeecde5459f4e8d14685ff0d2.png" ContentType="image/png"/>
  <Override PartName="/ppt/media/pam_r2_a54abfca0e5eb0fc_t4_click_a54abfca0e5eb0fc68bd228f380ff4389b0065ea8ec41f7157f2f95c3a3a1e11.png" ContentType="image/png"/>
  <Override PartName="/ppt/media/pam_r2_f04ae3f4127347c4_t4_click_f04ae3f4127347c4b98f8a8b7d39437ad2c06f59e593ce65a80900fdfc3f5a50.png" ContentType="image/png"/>
  <Override PartName="/ppt/media/pam_r2_477d214768ea41cd_t4_click_477d214768ea41cd9edad2a22dfc15a97296efd8fa7129727da0a556abd79117.png" ContentType="image/png"/>
  <Override PartName="/ppt/media/pam_r2_86d4742ac441f9f9_t4_click_86d4742ac441f9f90a04d16bf9c0125efd9d9b34629803cb84196fff46804779.png" ContentType="image/png"/>
  <Override PartName="/ppt/media/pam_r2_2f1132a499ea96d4_t4_click_2f1132a499ea96d4037d8df99064c3140678c7efc418bb107a87dfb7122dcb53.png" ContentType="image/png"/>
  <Override PartName="/ppt/media/pam_r2_6bbea05c27f9556c_t4_click_6bbea05c27f9556ca79b1842437d28f7bfa7c8b8a167e4bb4751232628d8adcc.png" ContentType="image/png"/>
  <Override PartName="/ppt/media/pam_r2_f46cc3e640beaada_image376.png" ContentType="image/png"/>
  <Override PartName="/ppt/media/pam_r2_8c55ddaf5a1ecba1_image364.png" ContentType="image/png"/>
  <Override PartName="/ppt/media/pam_r2_fbc9ddab269c3ac0_image365.png" ContentType="image/png"/>
  <Override PartName="/ppt/media/pam_r2_3b997a3a8caf8288_t4_3b997a3a8caf8288f35a8823.svg" ContentType="image/svg+xml"/>
  <Override PartName="/ppt/media/pam_r2_690326c3f8a56f0c_t4_690326c3f8a56f0c3a1ee5e9.svg" ContentType="image/svg+xml"/>
  <Override PartName="/ppt/media/pam_r2_3cd81472c0140a43_t4_3cd81472c0140a43360e9069.svg" ContentType="image/svg+xml"/>
  <Override PartName="/ppt/media/pam_r2_1cc33d4fb0ad7b3f_t4_click_1cc33d4fb0ad7b3fa900e7dc5970efa11cd9cc2b9f792b5bb05f88422e42a366.png" ContentType="image/png"/>
  <Override PartName="/ppt/media/pam_r2_4549c750a8493408_t4_click_4549c750a84934081839154e7f7ffbb2540205b271010b9b185a58a4905c57b8.png" ContentType="image/png"/>
  <Override PartName="/ppt/media/pam_r2_ccb9bf85b6defb13_t4_click_ccb9bf85b6defb13ce57c250571eb4d3c560663b7868b0d0e500f4f417c5ce24.png" ContentType="image/png"/>
  <Override PartName="/ppt/media/pam_r2_18f1d747765c7c66_t4_click_18f1d747765c7c66a125575c1fe9af77e27d734071e161044c6b4577065f0cc5.png" ContentType="image/png"/>
  <Override PartName="/ppt/media/pam_r2_f22fa081bc1e6bdf_t4_click_f22fa081bc1e6bdfc6c8c23ddace691e84f236f754909b675bd4d58c8ec05a0f.png" ContentType="image/png"/>
  <Override PartName="/ppt/media/pam_r2_ed5c2edaed2768bd_t4_click_ed5c2edaed2768bdb7aa950ffedd1354b6f57ef507bce8e231c945da523774bd.png" ContentType="image/png"/>
  <Override PartName="/ppt/media/pam_r2_ec2f3110a29757e6_t4_click_ec2f3110a29757e67dd8b949980af00862f37218e1ce28f84123d1caaf771e84.png" ContentType="image/png"/>
  <Override PartName="/ppt/media/pam_r2_ce625a7a37c38b6b_t4_click_ce625a7a37c38b6b350d8094822a65fc427b7a9a2e09e6aec1072bc7a23f9c86.png" ContentType="image/png"/>
  <Override PartName="/ppt/media/pam_r2_64289f36d4d7251f_t4_click_64289f36d4d7251fad1cc66d724c0daa062a4d928674a4291f4a315ecf4e95f7.png" ContentType="image/png"/>
  <Override PartName="/ppt/media/pam_r2_8cf4e9823f9acd50_t4_click_8cf4e9823f9acd504e62e70294388cc4fa6f0b3cacc84489fd62ef6699846f18.png" ContentType="image/png"/>
  <Override PartName="/ppt/media/pam_r2_4c6505f768a6054a_t4_click_4c6505f768a6054a3445b63208d13c6071bcdeb1f25947157c91a2c67b60ee53.png" ContentType="image/png"/>
  <Override PartName="/ppt/media/pam_r2_60cf64ce8c0cc296_t4_click_60cf64ce8c0cc29694b5b15f5122c917e1a14568108b1d1b9b52011116a8f108.png" ContentType="image/png"/>
  <Override PartName="/ppt/media/pam_r2_4adf8d753acbdcc7_t4_click_4adf8d753acbdcc70dc6d266a622632d50c87d032fc0dc4f71b7ab5cd000d348.png" ContentType="image/png"/>
  <Override PartName="/ppt/media/pam_r2_23d5730955055ea2_t4_click_23d5730955055ea28eb9a6029b1ef0c3a2c27b995d3d92106c45ab128db8982d.png" ContentType="image/png"/>
  <Override PartName="/ppt/media/pam_r2_62f57d12db612a04_t4_click_62f57d12db612a0439970fa5ab8e775cde457413d67129fdb2cdce9b28954b96.png" ContentType="image/png"/>
  <Override PartName="/ppt/media/pam_r2_4cb21de3b7251c33_image367.png" ContentType="image/png"/>
  <Override PartName="/ppt/media/pam_r2_87a419953f0914c2_image368.png" ContentType="image/png"/>
  <Override PartName="/ppt/media/pam_r2_11770eff8e95dc1b_image372.png" ContentType="image/png"/>
  <Override PartName="/ppt/media/pam_r2_08a5a2b6b4de8eef_image373.png" ContentType="image/png"/>
  <Override PartName="/ppt/media/pam_r2_0110e7367f39ae70_t4_0110e7367f39ae705e85cb50.svg" ContentType="image/svg+xml"/>
  <Override PartName="/ppt/media/pam_r2_af3423b9af778bbb_t4_af3423b9af778bbb326a7c0e.svg" ContentType="image/svg+xml"/>
  <Override PartName="/ppt/media/pam_r2_627094478238bcba_t4_627094478238bcba2997ade8.svg" ContentType="image/svg+xml"/>
  <Override PartName="/ppt/media/pam_r2_6026b012edffbb2e_t4_click_6026b012edffbb2ea33d68029044afa5e1b59da7f276cdf83031cfc97833a827.png" ContentType="image/png"/>
  <Override PartName="/ppt/media/pam_r2_4a27c7a89ef48dc3_t4_click_4a27c7a89ef48dc34392f56c6daa2cf063b29bbadaf12450fec642ffb9e0f46e.png" ContentType="image/png"/>
  <Override PartName="/ppt/media/pam_r2_64a3903a93f2ef8b_t4_click_64a3903a93f2ef8ba6e558c96320912477b35e4ccce96b6f14f60271a4048ff8.png" ContentType="image/png"/>
  <Override PartName="/ppt/media/pam_r2_a439f6567e2d747d_t4_click_a439f6567e2d747d0847d82888d261b34d50463b1cc5fa43eca088984eef97aa.png" ContentType="image/png"/>
  <Override PartName="/ppt/media/pam_r2_91fffedb660ed02b_t4_click_91fffedb660ed02b2c59333e0b95aac7aa0efcdfc46c5aae4f062d584ae63e9b.png" ContentType="image/png"/>
  <Override PartName="/ppt/media/pam_r2_670174584e11f159_t4_click_670174584e11f159e1deee6f4a0691c7ba381d985499dc8aa7a0f86babab7c08.png" ContentType="image/png"/>
  <Override PartName="/ppt/media/pam_r2_435a4f369ca3676b_t4_click_435a4f369ca3676ba95a8babaf374f85f7594764ad1e6443e9ceebe7fa302273.png" ContentType="image/png"/>
  <Override PartName="/ppt/media/pam_r2_2bb0802b1750a5ad_t4_click_2bb0802b1750a5ade5205fde8997f935ae808af78716f4a4976f891fb2223fb6.png" ContentType="image/png"/>
  <Override PartName="/ppt/media/pam_r2_04dd30b9af8743ce_t4_click_04dd30b9af8743cecc9e575c6120bbe77a0ca728dd1810379dd5fad7dcfbfd53.png" ContentType="image/png"/>
  <Override PartName="/ppt/media/pam_r2_6be972e76d2c254a_t4_click_6be972e76d2c254a6855ff74c3ba4198721418fec12a1c774a34ba5db610b319.png" ContentType="image/png"/>
  <Override PartName="/ppt/media/pam_r2_c19ec0910d370757_t4_click_c19ec0910d370757658386b3597e3644cde05a907cc9ceef4478e1bfaa9ffae7.png" ContentType="image/png"/>
  <Override PartName="/ppt/media/pam_r2_e9d5e5018c8bb319_t4_click_e9d5e5018c8bb319ae6ab8758d9186e44fed02c5d6947bfc3ee8c20cfee6a59d.png" ContentType="image/png"/>
  <Override PartName="/ppt/media/pam_r2_cb98bc1e360c226d_t4_click_cb98bc1e360c226dd0c91f35133afb7baf2056b8a5844007f09c6509c1055eba.png" ContentType="image/png"/>
  <Override PartName="/ppt/media/pam_r2_f61286995414a442_t4_click_f61286995414a4426694ec12c4ad6890776a28cb5b2b638a3521140052c73eb1.png" ContentType="image/png"/>
  <Override PartName="/ppt/media/pam_r2_7628462531c19f85_t4_click_7628462531c19f856a42989dfe5c50f9e07e134f9587c0de9aa2e665a3fada1f.png" ContentType="image/png"/>
  <Override PartName="/ppt/media/pam_r2_cd7a8e03b4378e77_t4_click_cd7a8e03b4378e773034a4a4b5bf46eb3a63416cefe9a3e335aa69d7eb6f36a5.png" ContentType="image/png"/>
  <Override PartName="/ppt/media/pam_r2_5ce6cc93f554c2a3_t4_click_5ce6cc93f554c2a392a0d6c2d4a9c7856322fa8099f4cd72cf4d411d9a40e14d.png" ContentType="image/png"/>
  <Override PartName="/ppt/media/pam_r2_5acdf65c614f92c1_t4_click_5acdf65c614f92c17261825cf0e865e4cc4224b31b8f86d54dd472212f8b9e58.png" ContentType="image/png"/>
  <Override PartName="/ppt/media/pam_r2_6e94795b254c9bf2_t4_click_6e94795b254c9bf2086b06c2b34963a173da8a39d9bb374cffbe509fc5a3d54f.png" ContentType="image/png"/>
  <Override PartName="/ppt/media/pam_r2_e12444e0e2ecfde7_t4_click_e12444e0e2ecfde72bfb67f6354546bf5e1be30049d6610899592709a9257421.png" ContentType="image/png"/>
  <Override PartName="/ppt/media/pam_r2_481f2c4b2cb0fc3e_t4_click_481f2c4b2cb0fc3e30eea1c2c62474a0825e1b3b103b105e63459b59f890ccc0.png" ContentType="image/png"/>
  <Override PartName="/ppt/media/pam_r2_e71408de472c482d_t4_click_e71408de472c482d36c07534998da969788c6930c6164c4599485674bcd657ce.png" ContentType="image/png"/>
  <Override PartName="/ppt/media/pam_r2_9cbadaf5c2381a6a_t4_click_9cbadaf5c2381a6a2eaf701330c9a5db03d0a4138984f43a9a84f5ecf35e1900.png" ContentType="image/png"/>
  <Override PartName="/ppt/media/pam_r2_08adc1f70f4c3760_image383.png" ContentType="image/png"/>
  <Override PartName="/ppt/media/pam_r2_17c1047735899aea_image384.png" ContentType="image/png"/>
  <Override PartName="/ppt/media/pam_r2_adf6f9cbdc7fb0e8_t4_adf6f9cbdc7fb0e8036555e9.svg" ContentType="image/svg+xml"/>
  <Override PartName="/ppt/media/pam_r2_137f6261cdb99032_t4_137f6261cdb9903297e872f0.svg" ContentType="image/svg+xml"/>
  <Override PartName="/ppt/media/pam_r2_f25b55266d1bf7d2_t4_f25b55266d1bf7d2c4c1c469.svg" ContentType="image/svg+xml"/>
  <Override PartName="/ppt/media/pam_r2_7ac37fcd893e2f31_t4_7ac37fcd893e2f314ed89b4d.svg" ContentType="image/svg+xml"/>
  <Override PartName="/ppt/media/pam_r2_8f510532467e3b98_t4_click_8f510532467e3b98edcccae724b5a0b90b9124c44a44bbcc643119a86648b320.png" ContentType="image/png"/>
  <Override PartName="/ppt/media/pam_r2_899f466d11256cac_t4_click_899f466d11256cac719bdf37debc14b54175f0b06a42aca1c1aff2b739c5492f.png" ContentType="image/png"/>
  <Override PartName="/ppt/media/pam_r2_c9b31aa7ac8cac1e_t4_click_c9b31aa7ac8cac1eff528a056cd1d2d1a1488a73a9744c8b07d432ea3ad78060.png" ContentType="image/png"/>
  <Override PartName="/ppt/media/pam_r2_aa0c28acf4e3d29a_t4_click_aa0c28acf4e3d29a9d092b1caff0bd5be0a77f40b2b155734145b71806b6faa1.png" ContentType="image/png"/>
  <Override PartName="/ppt/media/pam_r2_39aed96a3427262d_t4_click_39aed96a3427262de1e351aaf18de5d119b1223e41fd85a2d79fda755244e0d3.png" ContentType="image/png"/>
  <Override PartName="/ppt/media/pam_r2_8e82aa7d96cbe802_t4_click_8e82aa7d96cbe8022b055bac80e09d41eb6d52b5cbd1fce85f01cf15772df0b6.png" ContentType="image/png"/>
  <Override PartName="/ppt/media/pam_r2_29ac2ad45371a69f_t4_click_29ac2ad45371a69fe85d107b557df565502e690607cb992327d41d1eeb28f8b3.png" ContentType="image/png"/>
  <Override PartName="/ppt/media/pam_r2_a7940400e42ccb5d_t4_click_a7940400e42ccb5d466e60d5a708260041b01dc64c7a4b6991348b8e5aec5436.png" ContentType="image/png"/>
  <Override PartName="/ppt/media/pam_r2_1f5b02136d40cf22_t4_click_1f5b02136d40cf22d6b5d2c471140de11ff05033a8abe0c323a4321fd78a32d7.png" ContentType="image/png"/>
  <Override PartName="/ppt/media/pam_r2_2dfa1bf83ed14dcf_t4_click_2dfa1bf83ed14dcf8f58b7a18ba13915bdbd51f6615b71deaea334751c7956fd.png" ContentType="image/png"/>
  <Override PartName="/ppt/media/pam_r2_4a72322145f126fa_t4_click_4a72322145f126fa6258d8182eaa66c66bf464298f643826d8c021a200221db8.png" ContentType="image/png"/>
  <Override PartName="/ppt/media/pam_r2_df8d146585946a00_t4_click_df8d146585946a0093928d9886616bd5deed14128cb78206485265f75bc7e572.png" ContentType="image/png"/>
  <Override PartName="/ppt/media/pam_r2_1b70c58c295fc822_t4_click_1b70c58c295fc8224359de1c773c138179583ad4e9ebf8e4163d5bc0ca5717cc.png" ContentType="image/png"/>
  <Override PartName="/ppt/media/pam_r2_a7b7c1f1d437eab4_t4_click_a7b7c1f1d437eab4e5aad2deaba356f3541226b586d43840e2f9b4446bf6b3a0.png" ContentType="image/png"/>
  <Override PartName="/ppt/media/pam_r2_cd2f5d1df3c2ec26_t4_click_cd2f5d1df3c2ec263274a74c72d0e5c953a2e3ef0cbfebd9503cc7f8b16c6fb8.png" ContentType="image/png"/>
  <Override PartName="/ppt/media/pam_r2_048e203472eee24a_t4_click_048e203472eee24a52fe12fa7929c1d9044de0d03f31df8dc404c728b374f187.png" ContentType="image/png"/>
  <Override PartName="/ppt/media/pam_r2_69d4a9449760cb95_t4_click_69d4a9449760cb95bcd3b8c6438d90253887bd831b6a3c734ae9300c5ee7b8ee.png" ContentType="image/png"/>
  <Override PartName="/ppt/media/pam_r2_527db61b8311dd19_t4_click_527db61b8311dd19d11320f6737696a39db45b06c68ddf8248e87eec48329378.png" ContentType="image/png"/>
  <Override PartName="/ppt/media/pam_r2_b7d090ba7f0bc85f_t4_click_b7d090ba7f0bc85f831e684274a85ab79f6a9a6c25133a5a5124740583c5e414.png" ContentType="image/png"/>
  <Override PartName="/ppt/media/pam_r2_98ce0ed493d0a6d8_t4_click_98ce0ed493d0a6d8fcb4abe451cc720b67547ce1cd972e904228cfebeb7547ef.png" ContentType="image/png"/>
  <Override PartName="/ppt/media/pam_r2_3b89b6e0043e4dc0_t4_click_3b89b6e0043e4dc0209395673758a3c5805b86665a424747db2e4273431c4548.png" ContentType="image/png"/>
  <Override PartName="/ppt/media/pam_r2_b1b29b4e5fe66221_t4_click_b1b29b4e5fe662212f869c5fc414c12e4d27448ec6dfee40bcb26e2d744b6a16.png" ContentType="image/png"/>
  <Override PartName="/ppt/media/pam_r2_8d6a96103c0edbc1_t4_click_8d6a96103c0edbc151e7abc4e980c9f796e1382c47b0aa900eb29f38e1fea7cd.png" ContentType="image/png"/>
  <Override PartName="/ppt/media/pam_r2_ecd25be4249f9432_t4_click_ecd25be4249f9432ccf03e535b6e37aa1df09f27bbe3be6826902c080bd13121.png" ContentType="image/png"/>
  <Override PartName="/ppt/media/pam_r2_126cfb8266793f6e_t4_click_126cfb8266793f6ef1ed2077f6aa7b33f6bf1be29a927c3dec48c0b9ff658048.png" ContentType="image/png"/>
  <Override PartName="/ppt/media/pam_r2_be0c168d6340808b_t4_click_be0c168d6340808b1741166a965bd8a2a917e17a26739ca527e82cf8c620d8c4.png" ContentType="image/png"/>
  <Override PartName="/ppt/media/pam_r2_5dd4dd7cb2f4617b_t4_click_5dd4dd7cb2f4617be54af7dd95c2a4769f3e6908f70041b3b03641999fbdb703.png" ContentType="image/png"/>
  <Override PartName="/ppt/media/pam_r2_6529fa92d44567e3_t4_click_6529fa92d44567e3620a3847b91181b7c1cd1dcd72f45eb0ad0c231737000ee4.png" ContentType="image/png"/>
  <Override PartName="/ppt/media/pam_r2_fa61e929c7cf6e6e_t4_click_fa61e929c7cf6e6e92f2006055c45994934d260ab7cc3f82d3d7e4fe129e907a.png" ContentType="image/png"/>
  <Override PartName="/ppt/media/pam_r2_c06287cbcc717693_t4_click_c06287cbcc71769388e427f7605a4bacbdc1f41402330c54e7369b9487240e36.png" ContentType="image/png"/>
  <Override PartName="/ppt/media/pam_r2_b8e3fa93707189fb_t4_click_b8e3fa93707189fbcb373d28249caa95d9c3bcf19802a92a90dbf0361a3b5d43.png" ContentType="image/png"/>
  <Override PartName="/ppt/media/pam_r2_15a6eda3e955ed47_t4_click_15a6eda3e955ed47d48a7fc664d8ee57dc6efafbd97a21a7b5fe67b77d1b6acd.png" ContentType="image/png"/>
  <Override PartName="/ppt/media/pam_r2_6ead9b00aebb296b_t4_click_6ead9b00aebb296b38d794e07b49e391b7513827d2b31716c6aaf08179ec1b32.png" ContentType="image/png"/>
  <Override PartName="/ppt/media/pam_r2_f1ef18e20aba5fc1_t4_click_f1ef18e20aba5fc1c870d7daade3da558ff2d6c4b38063db846c6e07a684b43a.png" ContentType="image/png"/>
  <Override PartName="/ppt/media/pam_r2_cba9baeacfbd9412_t4_click_cba9baeacfbd9412149ecc3386c86b9519f5a5be5e1f27c40369e3653360e815.png" ContentType="image/png"/>
  <Override PartName="/ppt/media/pam_r2_3b0f306573041e52_t4_click_3b0f306573041e529629791fe903236b56759b4c4e2391ac004818d2e199fed9.png" ContentType="image/png"/>
  <Override PartName="/ppt/media/pam_r2_63f19e3ed32e295d_t4_click_63f19e3ed32e295d51fdd9d2a836753de06eaa4dc8b0f3a5f77ae2f0527a0852.png" ContentType="image/png"/>
  <Override PartName="/ppt/media/pam_r2_d537fd2dbca885e9_t4_click_d537fd2dbca885e93358339ecd3a50a28a21683bfbcd5f15243e0f2c6d00361e.png" ContentType="image/png"/>
  <Override PartName="/ppt/media/pam_r2_869a5afbb129c7d7_t4_click_869a5afbb129c7d7cdffbd6003a4ec00ec84278ba0d268fb9ba5c919c8c10506.png" ContentType="image/png"/>
  <Override PartName="/ppt/media/pam_r2_34c3cdf938e4101e_t4_click_34c3cdf938e4101eec4a43b04bf6d1668df143fe4df76e046dbcad070d700576.png" ContentType="image/png"/>
  <Override PartName="/ppt/media/pam_r2_ca52f9fa660ec57c_t4_click_ca52f9fa660ec57cc4dd517819965fc4444394759331f94baa6d5e4f096478ce.png" ContentType="image/png"/>
  <Override PartName="/ppt/media/pam_r2_a7f679d671ced2d4_t4_click_a7f679d671ced2d431f5e1fef079983e6bc6b5f9c714fbf35133b1434e53f891.png" ContentType="image/png"/>
  <Override PartName="/ppt/media/pam_r2_27d6fcfebd117033_t4_click_27d6fcfebd117033485b469ebfe4129a8eb7b14032fc7b8082b36866344a6d00.png" ContentType="image/png"/>
  <Override PartName="/ppt/media/pam_r2_08fe2c3bde1d3521_t4_click_08fe2c3bde1d352112f32d70a98eea9ef031503281249bb2fd4b50d5e44906fc.png" ContentType="image/png"/>
  <Override PartName="/ppt/media/pam_r2_c391df0a514d0a51_t4_click_c391df0a514d0a514eab6e9f4df1c0d5d98180215185311ee7d8211bde628949.png" ContentType="image/png"/>
  <Override PartName="/ppt/media/pam_r2_208433912de21331_t4_click_208433912de21331b35c6969540368665fb3701ccbf342ccebb345d53d6771ea.png" ContentType="image/png"/>
  <Override PartName="/ppt/media/pam_r2_94721ffaef2b197b_t4_click_94721ffaef2b197b3ae539e268153b2f67edd6192f25f1980f3fb1ea050910b5.png" ContentType="image/png"/>
  <Override PartName="/ppt/media/pam_r2_6813a8306f0e82a1_t4_click_6813a8306f0e82a1fc3179578af26276173b188dfc8f26aa0a06fc49fd15d191.png" ContentType="image/png"/>
  <Override PartName="/ppt/media/pam_r2_6b939f0ee91543d7_t4_click_6b939f0ee91543d70dbac9cde61f2c8963fd8ad301d8082b22beeb635dd17dd0.png" ContentType="image/png"/>
  <Override PartName="/ppt/media/pam_r2_8348216a1b57429f_t4_click_8348216a1b57429f0079db14a9c7691d84dd866dc2b29c0ee545026600067f5b.png" ContentType="image/png"/>
  <Override PartName="/ppt/media/pam_r2_823330930762b616_t4_click_823330930762b616efdc6b4bb9eee278812511a1ab85538a3717ff4f5bbe062b.png" ContentType="image/png"/>
  <Override PartName="/ppt/media/pam_r2_1fb99f0918787faf_image389.png" ContentType="image/png"/>
  <Override PartName="/ppt/media/pam_r2_7b405eb427618c7e_image390.png" ContentType="image/png"/>
  <Override PartName="/ppt/media/pam_r2_d3e8f75c8ce97537_t4_d3e8f75c8ce975376ee60a56.svg" ContentType="image/svg+xml"/>
  <Override PartName="/ppt/media/pam_r2_8d45ec469f10ea6c_t4_click_8d45ec469f10ea6cc994cb64b9ffaeb46588528b98454d971c7ea90ea09bb5e3.png" ContentType="image/png"/>
  <Override PartName="/ppt/media/pam_r2_65ee3d1eb9209ee5_t4_click_65ee3d1eb9209ee56ebcb0d75de2b8773bba64c535e17a5e7e2e96c4dfeb1963.png" ContentType="image/png"/>
  <Override PartName="/ppt/media/pam_r2_d0576017a95c8311_t4_click_d0576017a95c83119126486ed38c6cad532f7a7605aa7850d7ba6c360a6453d0.png" ContentType="image/png"/>
  <Override PartName="/ppt/media/pam_r2_ac1aff822b5bd0f8_t4_click_ac1aff822b5bd0f8314d98dda9e29c8f5e3cd1deea0df2eb902e42e5ebfb71f2.png" ContentType="image/png"/>
  <Override PartName="/ppt/media/pam_r2_9b0248a4517d871e_t4_click_9b0248a4517d871e74db6cf0aa95bc25c253b6087b3d8ad5d7202faeb80042e5.png" ContentType="image/png"/>
  <Override PartName="/ppt/media/pam_r2_6c72e8d10ff8cc8b_t4_click_6c72e8d10ff8cc8b507a35414d6054ea9ce0ba03bee6e9dc3ce4e86fe91f9554.png" ContentType="image/png"/>
  <Override PartName="/ppt/media/pam_r2_aae474716316b3da_t4_click_aae474716316b3dab1e15ead4e186d9e29510a24078115601a4fbc59d986949f.png" ContentType="image/png"/>
  <Override PartName="/ppt/media/pam_r2_42c8fb88c581ea82_t4_click_42c8fb88c581ea820c17ef1a848568a012eb668838749c47d5149172d4f3ed48.png" ContentType="image/png"/>
  <Override PartName="/ppt/media/pam_r2_f6e217f7bea65555_t4_click_f6e217f7bea65555b0359c95a5f74df3fff3e945e210e97e7448e757819480bb.png" ContentType="image/png"/>
  <Override PartName="/ppt/media/pam_r2_f61b5993981e59a6_t4_click_f61b5993981e59a61cc5e1e7ab249226b4b8947911daf210cd137fa518fbf3f9.png" ContentType="image/png"/>
  <Override PartName="/ppt/media/pam_r2_0e3ef185d65c955d_t4_click_0e3ef185d65c955d5182a1aad3d78f54f84aa46b398666da2a8c1d4406314149.png" ContentType="image/png"/>
  <Override PartName="/ppt/media/pam_r2_d0fa7a8ac4263b77_t4_click_d0fa7a8ac4263b77194246aacc363c48058ba60fb4c9f130e8a4dcd1d7f33ee9.png" ContentType="image/png"/>
  <Override PartName="/ppt/media/pam_r2_68b623c639b52f78_t4_click_68b623c639b52f7877ff149926dab414b38923df0378f1ea68a4e0178ef4f768.png" ContentType="image/png"/>
  <Override PartName="/ppt/media/pam_r2_429dfd63f6fbb0bb_t4_click_429dfd63f6fbb0bb9b1ec12b594a751d93362ca16bb27af63c434e24236d0c1e.png" ContentType="image/png"/>
  <Override PartName="/ppt/media/pam_r2_ce15dcc0ea7bb06c_t4_click_ce15dcc0ea7bb06c086d08451ba5590da8dfed9b86ca01c804757c4f96f65663.png" ContentType="image/png"/>
  <Override PartName="/ppt/media/pam_r2_b31cceb05218595b_t4_click_b31cceb05218595b61643e5cab21409f54b71f689d614130229a616289afdb25.png" ContentType="image/png"/>
  <Override PartName="/ppt/media/pam_r2_826b95918c844912_t4_click_826b95918c8449129c6bf8ae91616514c1f4f424fd5549a661751c471ce558e2.png" ContentType="image/png"/>
  <Override PartName="/ppt/media/pam_r2_a9dc452afae4fd6e_t4_click_a9dc452afae4fd6e7a57eccf1ca5ffd2aee60e3c1aa08167d74e92e349f68962.png" ContentType="image/png"/>
  <Override PartName="/ppt/media/pam_r2_d4fb8e1e7560be2d_t4_click_d4fb8e1e7560be2d0e7dcd701e7758d5d14b3039157377b73db67f25bcf991af.png" ContentType="image/png"/>
  <Override PartName="/ppt/media/pam_r2_e9a0507a4253fada_t4_click_e9a0507a4253fada57e2f48d83a74e1d395d87f0e81799dad5cbd82f08125dfc.png" ContentType="image/png"/>
  <Override PartName="/ppt/media/pam_r2_759863c17768fa32_t4_click_759863c17768fa328e174be34fc1b8e214bc87e2fd33cd935b1b037c73bf7171.png" ContentType="image/png"/>
  <Override PartName="/ppt/media/pam_r2_371df35467906435_t4_click_371df35467906435635bb3d4755e6a610e5884a1e9db07889f65eb74bb4961e7.png" ContentType="image/png"/>
  <Override PartName="/ppt/media/pam_r2_72d594aec6ea4703_t4_click_72d594aec6ea4703f20343fbfa5c79574b709e4a540211223f151700c7d37e93.png" ContentType="image/png"/>
  <Override PartName="/ppt/media/pam_r2_ba13cda7ed7197e7_t4_click_ba13cda7ed7197e7255c0c74cdaa828ad5340eeb2fb967b4e169a4f69bec126d.png" ContentType="image/png"/>
  <Override PartName="/ppt/media/pam_r2_2259fab264732c5b_t4_click_2259fab264732c5b42b4d4a4df5b08daeb99c94833c360b6b02b1cae642918d6.png" ContentType="image/png"/>
  <Override PartName="/ppt/media/pam_r2_337a647ab2fad460_t4_click_337a647ab2fad4606f01a8133bbb6d0baab8af0b4e3646c4f14838fa619c6ba7.png" ContentType="image/png"/>
  <Override PartName="/ppt/media/pam_r2_ae9651502a68ac78_t4_click_ae9651502a68ac78eb8b2f75874b1bec1486d9dfac20794ffde86056fdf31bc0.png" ContentType="image/png"/>
  <Override PartName="/ppt/media/pam_r2_13f7ba6ef1011db6_t4_click_13f7ba6ef1011db61f0158139cb387077aeab8df61c1ea07247a6a1a58a17687.png" ContentType="image/png"/>
  <Override PartName="/ppt/media/pam_r2_a74d9593c8e3aaab_t4_click_a74d9593c8e3aaab2c867a233315ba3bb8753eb781c81d3f2ba68db673068f87.png" ContentType="image/png"/>
  <Override PartName="/ppt/media/pam_r2_e8a10c21da324f57_t4_click_e8a10c21da324f57e02e022d2c617506f3984024760fede1bd3d88144b32dc5a.png" ContentType="image/png"/>
  <Override PartName="/ppt/media/pam_r2_25bc7ebe5888a449_t4_click_25bc7ebe5888a44939cfe47aba97f8d6f26c46db895bac95dc7dcba7c8793071.png" ContentType="image/png"/>
  <Override PartName="/ppt/media/pam_r2_e777fb3955795817_t4_click_e777fb3955795817a37b85092547fc73b21c9b28d03e67deace97e0455f13994.png" ContentType="image/png"/>
  <Override PartName="/ppt/media/pam_r2_a93c96f04e4efc36_t4_click_a93c96f04e4efc36d4801e28c6ec41b8c2f9abcb97f22f4189e7fa7cd2cd1c5b.png" ContentType="image/png"/>
  <Override PartName="/ppt/media/pam_r2_4a31c263029289ef_image411.png" ContentType="image/png"/>
  <Override PartName="/ppt/media/pam_r2_d21fad8f6e51126c_image399.png" ContentType="image/png"/>
  <Override PartName="/ppt/media/pam_r2_c46c90e892545bf6_image400.png" ContentType="image/png"/>
  <Override PartName="/ppt/media/pam_r2_35b60c5893655639_t4_35b60c5893655639a9dcbd7d.svg" ContentType="image/svg+xml"/>
  <Override PartName="/ppt/media/pam_r2_c69848f52550b2cf_t4_c69848f52550b2cf6dd0e672.svg" ContentType="image/svg+xml"/>
  <Override PartName="/ppt/media/pam_r2_2c7b8ad7fca7f489_t4_2c7b8ad7fca7f4897a301d9f.svg" ContentType="image/svg+xml"/>
  <Override PartName="/ppt/media/pam_r2_3873d23dfc4cc00d_t4_click_3873d23dfc4cc00d6183cea942e0ac5140dc0764638fb356dde8740424b85495.png" ContentType="image/png"/>
  <Override PartName="/ppt/media/pam_r2_bc91661f53fb7a8d_t4_click_bc91661f53fb7a8daa8913d74e1da5cd4440308e27f3940548f74504aeecd19b.png" ContentType="image/png"/>
  <Override PartName="/ppt/media/pam_r2_8fa97d6e85108e1d_t4_click_8fa97d6e85108e1d99ae55942c8c9154074c6c655be0fc76b266a4bc3768a588.png" ContentType="image/png"/>
  <Override PartName="/ppt/media/pam_r2_b754705325e2641f_t4_click_b754705325e2641fbad540db71210ae1c9e62dbbe5008deb9b76327daa1844aa.png" ContentType="image/png"/>
  <Override PartName="/ppt/media/pam_r2_4ef23f40e139ad03_t4_click_4ef23f40e139ad03dd9dabed4b772545a1a58f439f3e11f16217a7e8cf2f3e77.png" ContentType="image/png"/>
  <Override PartName="/ppt/media/pam_r2_9b2510eafd7fc451_t4_click_9b2510eafd7fc4518330083b5ec483840a92e16f8e83743788fce494ef528f38.png" ContentType="image/png"/>
  <Override PartName="/ppt/media/pam_r2_8fe7ddec92ca4694_t4_click_8fe7ddec92ca469423a736006e99f494ad98ff742ff95d52216cc289a9c5dd67.png" ContentType="image/png"/>
  <Override PartName="/ppt/media/pam_r2_f0735b930d51981f_t4_click_f0735b930d51981ff3f65323c999ae286d0ec76a463d0d064b4c159ab5f52894.png" ContentType="image/png"/>
  <Override PartName="/ppt/media/pam_r2_95ddda66493dbdbc_t4_click_95ddda66493dbdbc9ecb85314fbd7cbc8c0a2a3283173c82f781688be7534584.png" ContentType="image/png"/>
  <Override PartName="/ppt/media/pam_r2_0f6a2ce10caaba26_t4_click_0f6a2ce10caaba2694f4799fd129f3b816fc0658f539e00d099c76e118b79ebb.png" ContentType="image/png"/>
  <Override PartName="/ppt/media/pam_r2_f039b97105d5b259_t4_click_f039b97105d5b25984745dbefed457ce93fe8fe3f53583e7f548d27fe18491cc.png" ContentType="image/png"/>
  <Override PartName="/ppt/media/pam_r2_99f1659d5e929a5c_t4_click_99f1659d5e929a5cdbab550adc41471ad7ee4d15e37d0b4a985d36df20a85456.png" ContentType="image/png"/>
  <Override PartName="/ppt/media/pam_r2_df02764b2fe2f5f0_t4_click_df02764b2fe2f5f0321bb93f18a2b69e8af79b0f6b3b23c94bfa3939114cffd9.png" ContentType="image/png"/>
  <Override PartName="/ppt/media/pam_r2_6953a07e0a05defc_t4_click_6953a07e0a05defc11281615e6d88bbe76aecbb058eabb3650d9c8ae7524824c.png" ContentType="image/png"/>
  <Override PartName="/ppt/media/pam_r2_5c1610037a5a0e82_t4_click_5c1610037a5a0e8267561cbb0dfb51a32277d294934ee5ea4d8cc69fbeed228d.png" ContentType="image/png"/>
  <Override PartName="/ppt/media/pam_r2_1706802608f08f5f_image402.png" ContentType="image/png"/>
  <Override PartName="/ppt/media/pam_r2_b77b9f93d3af0c71_image403.png" ContentType="image/png"/>
  <Override PartName="/ppt/media/pam_r2_ab6b5e6c12aa4b66_image407.png" ContentType="image/png"/>
  <Override PartName="/ppt/media/pam_r2_6be8bb5cd087c86a_image408.png" ContentType="image/png"/>
  <Override PartName="/ppt/media/pam_r2_76ce090c974c2f88_t4_76ce090c974c2f88168a3d3c.svg" ContentType="image/svg+xml"/>
  <Override PartName="/ppt/media/pam_r2_5b524bcf28be2490_t4_5b524bcf28be2490d81f124d.svg" ContentType="image/svg+xml"/>
  <Override PartName="/ppt/media/pam_r2_a5090d35b7e5e567_t4_a5090d35b7e5e5670ec8c851.svg" ContentType="image/svg+xml"/>
  <Override PartName="/ppt/media/pam_r2_35aefc56d7947932_t4_35aefc56d7947932cafcabda.svg" ContentType="image/svg+xml"/>
  <Override PartName="/ppt/media/pam_r2_0182260e8bb17ac2_t4_click_0182260e8bb17ac22f09678872a5edb9e95b22cb682257a951e89a41a8107397.png" ContentType="image/png"/>
  <Override PartName="/ppt/media/pam_r2_c3cf1ecfba586a2d_t4_click_c3cf1ecfba586a2d74d3d70710e5ffb034a9468dcbfc99d215ef6e1a9ad16267.png" ContentType="image/png"/>
  <Override PartName="/ppt/media/pam_r2_ba9ad844ee954e23_t4_click_ba9ad844ee954e2344a00579e5b632de79584a397f1c641a13615f4211d21704.png" ContentType="image/png"/>
  <Override PartName="/ppt/media/pam_r2_62f4c09b4fa300fe_t4_click_62f4c09b4fa300fe78b070ec669632f7887cc1627d8ba665a02711eccee07190.png" ContentType="image/png"/>
  <Override PartName="/ppt/media/pam_r2_bd04fb626b574683_t4_click_bd04fb626b5746832548baeb9705ec5409416779e53fc7db0d653c5f25866bc4.png" ContentType="image/png"/>
  <Override PartName="/ppt/media/pam_r2_b0a31b2e269e6207_t4_click_b0a31b2e269e620704b7924fae09b728488c60a527051b71ed7c30a06d8f953b.png" ContentType="image/png"/>
  <Override PartName="/ppt/media/pam_r2_107c41eca6bd2aa1_t4_click_107c41eca6bd2aa1d67b3e05c5fc9df49c8fbe5f4fe875a1207a673abdd1cd41.png" ContentType="image/png"/>
  <Override PartName="/ppt/media/pam_r2_694988b5c1baa71a_t4_click_694988b5c1baa71a6adc1ff63fbe8ea9fb5bf7ce9e830e9ba3a9d76c440c9417.png" ContentType="image/png"/>
  <Override PartName="/ppt/media/pam_r2_be9edca918500a4d_t4_click_be9edca918500a4d278768081b8e2dc1fce9d283f096bb1f5b008c3652503f0f.png" ContentType="image/png"/>
  <Override PartName="/ppt/media/pam_r2_549035fe7bde6997_t4_click_549035fe7bde6997e3ac5ddd5afa230a24c131592add987fff1ab4d6e4117163.png" ContentType="image/png"/>
  <Override PartName="/ppt/media/pam_r2_0fd084d73b9465ed_t4_click_0fd084d73b9465edee229604e097cbe68d27b6cdeaa491500969be4f0880f495.png" ContentType="image/png"/>
  <Override PartName="/ppt/media/pam_r2_f6a3f8a01666aa66_t4_click_f6a3f8a01666aa6658eff5a601c371f249689752d52b6ecdbf4252ab7e5cb115.png" ContentType="image/png"/>
  <Override PartName="/ppt/media/pam_r2_f30da20e438818ee_t4_click_f30da20e438818eeb251338cff676b89e8c515ab37918bd4ff02c87954866133.png" ContentType="image/png"/>
  <Override PartName="/ppt/media/pam_r2_2183725641e4d6a5_t4_click_2183725641e4d6a5e09a5310ff123f5d9af8ac96bbbffe25cef8f3cc66292f9c.png" ContentType="image/png"/>
  <Override PartName="/ppt/media/pam_r2_11cb5a80a5123271_t4_click_11cb5a80a51232713f5ed0ade0b915840e173092aa90da0f54d54f16e3d9b6ce.png" ContentType="image/png"/>
  <Override PartName="/ppt/media/pam_r2_49ac025ce3a84011_t4_click_49ac025ce3a840112f337d3fa56d187a6fa430e6a0ae32291d6923656f6d3019.png" ContentType="image/png"/>
  <Override PartName="/ppt/media/pam_r2_bce64136f97d3df0_t4_click_bce64136f97d3df02aba78e2a9bdb6e915bb7da83030495586fa88dd49e29122.png" ContentType="image/png"/>
  <Override PartName="/ppt/media/pam_r2_a3ddf61c83192849_t4_click_a3ddf61c8319284948ddd57ca21c47529fa1c76f74e932d5cf6530020f7eade8.png" ContentType="image/png"/>
  <Override PartName="/ppt/media/pam_r2_eb7f5f184712c5c9_t4_click_eb7f5f184712c5c931240cc60743d53aa41cce2e034a569d8cf8b63df35a8c5b.png" ContentType="image/png"/>
  <Override PartName="/ppt/media/pam_r2_d50a8d0a055b98fb_t4_click_d50a8d0a055b98fb541bdddece314e7ba958068581dfa4b3e875e55be400a09d.png" ContentType="image/png"/>
  <Override PartName="/ppt/media/pam_r2_6f36ee5162e69703_t4_click_6f36ee5162e69703b9d94ba943f12f799fa6f2104953ec9c44561aff8c86c184.png" ContentType="image/png"/>
  <Override PartName="/ppt/media/pam_r2_031d6802ec22c39a_t4_click_031d6802ec22c39a552ffb9c738dd9980de8f20dc81c517631d7aeb839df5e95.png" ContentType="image/png"/>
  <Override PartName="/ppt/media/pam_r2_dee7818cb61ccd13_t4_click_dee7818cb61ccd1339ead360e458c6c5a96c62e8ea3e52066d18e4e12187f1bf.png" ContentType="image/png"/>
  <Override PartName="/ppt/media/pam_r2_10b06ac27f5f4fb6_t4_click_10b06ac27f5f4fb6e28b7a7752239f408a56fe0834987a1687c3a5f79f79f762.png" ContentType="image/png"/>
  <Override PartName="/ppt/media/pam_r2_54304f6727e7caa4_t4_click_54304f6727e7caa4f73cf367be876c1aa7de07285e9b17b39cba9f81b3c35e30.png" ContentType="image/png"/>
  <Override PartName="/ppt/media/pam_r2_d44ad33a3856dbd1_t4_click_d44ad33a3856dbd123b0dffaecefa505fbcc78254616e0540707aaec12649467.png" ContentType="image/png"/>
  <Override PartName="/ppt/media/pam_r2_3603df2d73630fdc_t4_click_3603df2d73630fdc07e80de1396c44eba7707a4530daada23a3dc0f4aa7fd621.png" ContentType="image/png"/>
  <Override PartName="/ppt/media/pam_r2_79ff153b99b3572c_t4_click_79ff153b99b3572cce4808dad3a05cf03f20320ae628a565b3d8f6555168343a.png" ContentType="image/png"/>
  <Override PartName="/ppt/media/pam_r2_5fd9af3a586886e3_t4_click_5fd9af3a586886e3e03cbfe4a90ca5e8b593771f3f5954150e5277ac3f38db0f.png" ContentType="image/png"/>
  <Override PartName="/ppt/media/pam_r2_4c37fdf0b7fe1677_image418.png" ContentType="image/png"/>
  <Override PartName="/ppt/media/pam_r2_019e21f246f2b8c4_t4_019e21f246f2b8c4bd164279.svg" ContentType="image/svg+xml"/>
  <Override PartName="/ppt/media/pam_r2_61a1884ad4955fa0_t4_61a1884ad4955fa0ff850104.svg" ContentType="image/svg+xml"/>
  <Override PartName="/ppt/media/pam_r2_3371c50b120e0d15_t4_3371c50b120e0d152654bf81.svg" ContentType="image/svg+xml"/>
  <Override PartName="/ppt/media/pam_r2_2b8b86637e456d76_t4_click_2b8b86637e456d76532f6a319cc91389cf613ede46e93f0a652a355b5a0d3527.png" ContentType="image/png"/>
  <Override PartName="/ppt/media/pam_r2_a19f03c46c1d3bdd_t4_click_a19f03c46c1d3bdd1bf98cc8d09da245ff719360bf1263ab92a8d2e43c6fa7fd.png" ContentType="image/png"/>
  <Override PartName="/ppt/media/pam_r2_c0e870b19faf24ec_t4_click_c0e870b19faf24ecd20f0c446b6459de4e03125c788b610db35a645dc0cb3d18.png" ContentType="image/png"/>
  <Override PartName="/ppt/media/pam_r2_1008a71672190da6_t4_click_1008a71672190da6e87106ea1b1bf9083cc2887863867abc499d1174171b3987.png" ContentType="image/png"/>
  <Override PartName="/ppt/media/pam_r2_007dc16234a71d3e_t4_click_007dc16234a71d3e8bf2f880faff86fda3ffcf6b9c745fb24670d593535b7dc7.png" ContentType="image/png"/>
  <Override PartName="/ppt/media/pam_r2_bd0b1c9be31b7ce1_t4_click_bd0b1c9be31b7ce15c857e7311f6ef1e0f60328ccdafb94f81388f1a1059b8e9.png" ContentType="image/png"/>
  <Override PartName="/ppt/media/pam_r2_6f847e858569dd32_t4_click_6f847e858569dd320cab4b02e38d370488959edb6d11b39ff30020f4f41671a6.png" ContentType="image/png"/>
  <Override PartName="/ppt/media/pam_r2_505b87511d17a2c4_t4_click_505b87511d17a2c4d994533ec844bdd235264ee049dd18f168a97cbdc309fd73.png" ContentType="image/png"/>
  <Override PartName="/ppt/media/pam_r2_6adf1525268baad6_t4_click_6adf1525268baad67ebe54b04ed49ff6905c1a055428e2e13223e887b47aa03d.png" ContentType="image/png"/>
  <Override PartName="/ppt/media/pam_r2_d806971fc9f29a5d_t4_click_d806971fc9f29a5d5b547e92c1bebc42746e4f80cc4fc155530f95e155559d1f.png" ContentType="image/png"/>
  <Override PartName="/ppt/media/pam_r2_45360dd0905b290e_t4_click_45360dd0905b290ea5bf1d1baad173b295d75d4ffb802a2c8533307092a94e25.png" ContentType="image/png"/>
  <Override PartName="/ppt/media/pam_r2_f93f92cda24de0db_t4_click_f93f92cda24de0db87df96ffbb9f519407093595169abb3254613fc377d4fe59.png" ContentType="image/png"/>
  <Override PartName="/ppt/media/pam_r2_40ed6e2c80e13a94_t4_click_40ed6e2c80e13a947b638afd60a8fbdb6da91fad5b78d11c2939640adf9715dc.png" ContentType="image/png"/>
  <Override PartName="/ppt/media/pam_r2_6c8a58142e8c0ae8_t4_click_6c8a58142e8c0ae87a20e9e4f24804e918aa542a44c8a351e3cbf82590fa2c29.png" ContentType="image/png"/>
  <Override PartName="/ppt/media/pam_r2_ec58f3250580004b_t4_click_ec58f3250580004bd7bbeafa97245a555dc5d20e55a8ace4ec4732df07997d2c.png" ContentType="image/png"/>
  <Override PartName="/ppt/media/pam_r2_28adf662ae220043_image424.png" ContentType="image/png"/>
  <Override PartName="/ppt/media/pam_r2_9358132f3d799e0e_image425.png" ContentType="image/png"/>
  <Override PartName="/ppt/media/pam_r2_3210b7627a2a4680_t4_3210b7627a2a4680ed042d2a.svg" ContentType="image/svg+xml"/>
  <Override PartName="/ppt/media/pam_r2_07ee47780ecbc5ff_t4_click_07ee47780ecbc5ff1ca162cb414b83b80d13caa42ee1017ea503dc853b655660.png" ContentType="image/png"/>
  <Override PartName="/ppt/media/pam_r2_1ab90155f2f4debc_t4_click_1ab90155f2f4debc364fb69e6b5275e9a265c68ab840279d2b21a556918d5a21.png" ContentType="image/png"/>
  <Override PartName="/ppt/media/pam_r2_5f5b576e72ce90a8_t4_click_5f5b576e72ce90a8ec4edfdbce577f0f254919ef9d876f6211851918243c0db1.png" ContentType="image/png"/>
  <Override PartName="/ppt/media/pam_r2_4a18a5a83db0e95a_t4_click_4a18a5a83db0e95a69aad8631435300653c54aaa5fa83d9939513894297d803e.png" ContentType="image/png"/>
  <Override PartName="/ppt/media/pam_r2_64cdca49fd2d161d_t4_click_64cdca49fd2d161d842a27d48b42ef36af5120c62325681417487db1b4648a97.png" ContentType="image/png"/>
  <Override PartName="/ppt/media/pam_r2_bbd297ed809e4ddf_t4_click_bbd297ed809e4ddf8f3ac953c2db8487b85edec0fe7bf8c85e60e6b9c6ef64fb.png" ContentType="image/png"/>
  <Override PartName="/ppt/media/pam_r2_1d5c391b4e85be37_t4_click_1d5c391b4e85be37e7775c9895d0e2990cad77c63a03de3e0626cdc9cc51d9dd.png" ContentType="image/png"/>
  <Override PartName="/ppt/media/pam_r2_d57e3452c4e3a1b1_t4_click_d57e3452c4e3a1b15436171a3250874d4c5e50d966cd2f33ba10f0fdeac029af.png" ContentType="image/png"/>
  <Override PartName="/ppt/media/pam_r2_d83684634cb10a46_t4_click_d83684634cb10a46ac230d84eb669c7152e7410dab3c486d577d4a94b8fe075c.png" ContentType="image/png"/>
  <Override PartName="/ppt/media/pam_r2_04beb99f34b0dc73_t4_click_04beb99f34b0dc73fc880167d7f694e1c604eb38990444d139b0b856774d3c82.png" ContentType="image/png"/>
  <Override PartName="/ppt/media/pam_r2_d4d729d713c015cd_t4_click_d4d729d713c015cd41f9b2c18f37177b660c4724ed86920cee1747d1ccd8de18.png" ContentType="image/png"/>
  <Override PartName="/ppt/media/pam_r2_3cfa6f994e486c36_t4_click_3cfa6f994e486c36eeb84c6dbe8e4bbb9173f51b7d4557ed84ee2a82508f1208.png" ContentType="image/png"/>
  <Override PartName="/ppt/media/pam_r2_915dba767dd56fa4_t4_click_915dba767dd56fa48a45acdc0cf89fd2985bd2d657eefa63baaac3fd787a7fda.png" ContentType="image/png"/>
  <Override PartName="/ppt/media/pam_r2_d5597ce2343edbab_t4_click_d5597ce2343edbabf9e2b39bda6ccb4d81dd2434dcc02a4956df1309a7c83116.png" ContentType="image/png"/>
  <Override PartName="/ppt/media/pam_r2_5abcf859ee31f5cb_t4_click_5abcf859ee31f5cb63cde0d9ec1206f3e743be9a8963f683876e5d71d262ca1a.png" ContentType="image/png"/>
  <Override PartName="/ppt/media/pam_r2_8c9c08a8933eeb50_t4_click_8c9c08a8933eeb504e229f533926e3243c123e675edad4c320382065d943425e.png" ContentType="image/png"/>
  <Override PartName="/ppt/media/pam_r2_ea7a225a4447f09f_t4_click_ea7a225a4447f09fa7b1e74214a390f6a7a2d9bbaccbbc2cf067a7fd78cfb083.png" ContentType="image/png"/>
  <Override PartName="/ppt/media/pam_r2_dfa72d5d84b2fc4e_t4_click_dfa72d5d84b2fc4e18e8277d8f38876a466e7aa17fd798cef5d2ccdcf8268919.png" ContentType="image/png"/>
  <Override PartName="/ppt/media/pam_r2_bd6fdd57f37a1a5b_t4_click_bd6fdd57f37a1a5b164d80ee56db69e107e37567bd97844195e4b09dc84067fc.png" ContentType="image/png"/>
  <Override PartName="/ppt/media/pam_r2_7b040f7c179ad343_t4_click_7b040f7c179ad34398ac5fbf3e012bfc0bcc7d179fd872d1629ab2a8db2440bf.png" ContentType="image/png"/>
  <Override PartName="/ppt/media/pam_r2_6403c192017cea0e_t4_click_6403c192017cea0e742f043e9cca2506d530a0e35c217eb1f1a750ace423135a.png" ContentType="image/png"/>
  <Override PartName="/ppt/media/pam_r2_0c1bf4a37af62b4f_t4_click_0c1bf4a37af62b4f10b62177f2ee5bf4f6b0d98cb2ad91f2ddc300a8ad2075db.png" ContentType="image/png"/>
  <Override PartName="/ppt/media/pam_r2_529f7aae0ac5c30e_t4_click_529f7aae0ac5c30eb780ff0ef9c419f983a5d162115012135ca631229c0800ca.png" ContentType="image/png"/>
  <Override PartName="/ppt/media/pam_r2_2d8cc6586e722c0a_t4_click_2d8cc6586e722c0af8e78384bb2985c6f4f2cae195db9f5837ca361a6df76894.png" ContentType="image/png"/>
  <Override PartName="/ppt/media/pam_r2_803100e814806220_t4_click_803100e81480622011c245baa3551df7c07165c816cfa91f501ef1f5637dd347.png" ContentType="image/png"/>
  <Override PartName="/ppt/media/pam_r2_219c3ac40eaa9643_t4_click_219c3ac40eaa9643c8dc7db8216f7fed62a88ddba63467c88ed23b4d899f904f.png" ContentType="image/png"/>
  <Override PartName="/ppt/media/pam_r2_a0ecab03608040e1_t4_click_a0ecab03608040e19ac4ec8f321e34f554ce278b642194f29db9accd5896ade3.png" ContentType="image/png"/>
  <Override PartName="/ppt/media/pam_r2_432749c5194f36c5_t4_click_432749c5194f36c52850ce324fe1a2549dc2ce43c5701a614705b0d12fe26b32.png" ContentType="image/png"/>
  <Override PartName="/ppt/media/pam_r2_57aee1f869aa59b5_t4_click_57aee1f869aa59b50119eb6f5316ceffd80ca4f8b0bf199fdc18e337919ccb95.png" ContentType="image/png"/>
  <Override PartName="/ppt/media/pam_r2_3006f0cf6dfddcb7_t4_click_3006f0cf6dfddcb7452fea8a6cf00a67539323cd4c4007e087211708080f5f4d.png" ContentType="image/png"/>
  <Override PartName="/ppt/media/pam_r2_481be5f9cd342d3d_t4_click_481be5f9cd342d3d2b530c2f5b3fc84c18f8c30e9e8615471fda2193b18e051d.png" ContentType="image/png"/>
  <Override PartName="/ppt/media/pam_r2_964a0a8b6d258680_t4_click_964a0a8b6d258680b7f0880ea4c42d5830042128b6501bb94563f7ed5daf6275.png" ContentType="image/png"/>
  <Override PartName="/ppt/media/pam_r2_7b6a72cb0c3cd9bc_t4_click_7b6a72cb0c3cd9bcbf78f7d4ac8fa0a732f7e2bff1cdb6d6de665d159ef0cf87.png" ContentType="image/png"/>
  <Override PartName="/ppt/media/pam_r2_52378d29454995f3_t4_click_52378d29454995f3f5a9b46ed24c933df49fd55fe9fa8dabf1d84cdb81f739af.png" ContentType="image/png"/>
  <Override PartName="/ppt/media/pam_r2_efb3b5f164f44bee_t4_click_efb3b5f164f44bee0fd697c7f8ed047aeb70cec947f661fc39e16fdc87edbafd.png" ContentType="image/png"/>
  <Override PartName="/ppt/media/pam_r2_4ff970a6ed1b8f5e_image446.png" ContentType="image/png"/>
  <Override PartName="/ppt/media/pam_r2_e3050f8f2a2fa46d_image434.png" ContentType="image/png"/>
  <Override PartName="/ppt/media/pam_r2_8119f8f9a2477950_image435.png" ContentType="image/png"/>
  <Override PartName="/ppt/media/pam_r2_4e379cc223cd6821_t4_4e379cc223cd68214a1c2da1.svg" ContentType="image/svg+xml"/>
  <Override PartName="/ppt/media/pam_r2_dfa95355e0553547_t4_dfa95355e05535473520677c.svg" ContentType="image/svg+xml"/>
  <Override PartName="/ppt/media/pam_r2_47ca55c87cace5fa_t4_47ca55c87cace5fa84ae5c83.svg" ContentType="image/svg+xml"/>
  <Override PartName="/ppt/media/pam_r2_5dde16b8f16a6dbd_t4_click_5dde16b8f16a6dbdfc8836f55021f5512b6f9fdceee32a641bf88a95c53273f5.png" ContentType="image/png"/>
  <Override PartName="/ppt/media/pam_r2_df9b3c1c725ade52_t4_click_df9b3c1c725ade52dfbd7df4195ab8d08d79a929967c42ca94db8c6ea3f5503c.png" ContentType="image/png"/>
  <Override PartName="/ppt/media/pam_r2_ec91c19aa4da9214_t4_click_ec91c19aa4da9214e0365bc24019a0dc538cf9f0bd6aa27926220b85d4f0c42e.png" ContentType="image/png"/>
  <Override PartName="/ppt/media/pam_r2_c8a1d07610099371_t4_click_c8a1d0761009937141b00ff39c7975ccba67756b4a0935901aaeb190749425ff.png" ContentType="image/png"/>
  <Override PartName="/ppt/media/pam_r2_fece6b9fa02052fa_t4_click_fece6b9fa02052faba61693a9611e0209a891c8e3ea14f68af7a7625af6dfc5a.png" ContentType="image/png"/>
  <Override PartName="/ppt/media/pam_r2_6b74e95660111337_t4_click_6b74e95660111337b1f5d93624bf6fc210201e4cc9e2fec20c6b852f4a3a6bbf.png" ContentType="image/png"/>
  <Override PartName="/ppt/media/pam_r2_f0cb5aeb099e09c7_t4_click_f0cb5aeb099e09c7d7d5b624996e466329ea1ad5068edea4ee24c4b9d02edf24.png" ContentType="image/png"/>
  <Override PartName="/ppt/media/pam_r2_876ab1e7cf95b125_t4_click_876ab1e7cf95b1250555235869846cc1f375e3fdb985eb0f4ee8268e940922a7.png" ContentType="image/png"/>
  <Override PartName="/ppt/media/pam_r2_7dd584f9e27c4589_t4_click_7dd584f9e27c45898454520f265efa8a34432fb2f80b90e6425546144a0d2b40.png" ContentType="image/png"/>
  <Override PartName="/ppt/media/pam_r2_f6cf0d0fe8a35bef_t4_click_f6cf0d0fe8a35bef9884bf228c0e4015ba07b6f79487faad03a2e5ef519b8426.png" ContentType="image/png"/>
  <Override PartName="/ppt/media/pam_r2_d7d2520bbc825961_t4_click_d7d2520bbc8259611a1c6f4895cdeb82f4c42dc7166e668507b3c261169efb58.png" ContentType="image/png"/>
  <Override PartName="/ppt/media/pam_r2_9506495ffe478f42_t4_click_9506495ffe478f4287bd83d444e8f91cb3f368c7e6f37e842b345339715166cc.png" ContentType="image/png"/>
  <Override PartName="/ppt/media/pam_r2_0a43eeec414ce412_t4_click_0a43eeec414ce412445bba1361e5fee58482968ba90c8a74ef3e4e64ac79c34f.png" ContentType="image/png"/>
  <Override PartName="/ppt/media/pam_r2_fbc68f4754b285ff_t4_click_fbc68f4754b285ff6bf428cd924e3ff877e26a382c4a413ea7899dd1b8a180e2.png" ContentType="image/png"/>
  <Override PartName="/ppt/media/pam_r2_d3b4445c295f4ce3_t4_click_d3b4445c295f4ce338d940c16390be5a709c16fa23d97b3420ba0a79d3df0332.png" ContentType="image/png"/>
  <Override PartName="/ppt/media/pam_r2_37362672bff5edde_image437.png" ContentType="image/png"/>
  <Override PartName="/ppt/media/pam_r2_5c5384542288fa3e_image438.png" ContentType="image/png"/>
  <Override PartName="/ppt/media/pam_r2_fbbb6cdc760a46fb_image442.png" ContentType="image/png"/>
  <Override PartName="/ppt/media/pam_r2_6a95345694ea34ae_image443.png" ContentType="image/png"/>
  <Override PartName="/ppt/media/pam_r2_07984e666b0c2ff9_t4_07984e666b0c2ff9fce331b4.svg" ContentType="image/svg+xml"/>
  <Override PartName="/ppt/media/pam_r2_cd5fdcbaac531eda_t4_cd5fdcbaac531edac302fea5.svg" ContentType="image/svg+xml"/>
  <Override PartName="/ppt/media/pam_r2_69c6949f4334d691_t4_69c6949f4334d691466f32f1.svg" ContentType="image/svg+xml"/>
  <Override PartName="/ppt/media/pam_r2_ca9e8b5693a848d7_t4_click_ca9e8b5693a848d76d45bbbb8b5c46a91c30cbed0dc664cbdd2880b82ff129fa.png" ContentType="image/png"/>
  <Override PartName="/ppt/media/pam_r2_df4df1a3f35bf01e_t4_click_df4df1a3f35bf01e9b442ddecbe819386653bbcdd91818e7eba109b326c6cf24.png" ContentType="image/png"/>
  <Override PartName="/ppt/media/pam_r2_ee1fb0e4e1aada11_t4_click_ee1fb0e4e1aada113fc1f8c2fb41216d1942b2b012c199482bf07c6b0e94908d.png" ContentType="image/png"/>
  <Override PartName="/ppt/media/pam_r2_f7fffde0ab65619a_t4_click_f7fffde0ab65619a85b965d4b7ff93085875ff83a397cf17eaaa7a1cfc4a142c.png" ContentType="image/png"/>
  <Override PartName="/ppt/media/pam_r2_1c87db2385aba41c_t4_click_1c87db2385aba41cd3dffaddc8123996b88ffcf69485a6f03d191a28df5fd0a5.png" ContentType="image/png"/>
  <Override PartName="/ppt/media/pam_r2_3096f89e20ef0dc5_t4_click_3096f89e20ef0dc5e18a3d23c7fa6a02ce8e9d371ca1dbcb8c8ec9eaa132bf8f.png" ContentType="image/png"/>
  <Override PartName="/ppt/media/pam_r2_f56656055954eb63_t4_click_f56656055954eb639a6c2d3ea5f277852d25f7d72b06334446648643211f8452.png" ContentType="image/png"/>
  <Override PartName="/ppt/media/pam_r2_e9b10dc33eabc33e_t4_click_e9b10dc33eabc33eaef1e3a38003194061df628fee7479eacb677a0747f8a5a7.png" ContentType="image/png"/>
  <Override PartName="/ppt/media/pam_r2_269cd88de6ba7a49_t4_click_269cd88de6ba7a494b9e2604433be8a5243a3f5d1b2d40d555453a0c09455a7f.png" ContentType="image/png"/>
  <Override PartName="/ppt/media/pam_r2_081a6b2887afd1e5_t4_click_081a6b2887afd1e5fd9f4d33cb54d0859e76b8c9c4bd77a02f976c418a15b0c2.png" ContentType="image/png"/>
  <Override PartName="/ppt/media/pam_r2_566d9962b382b797_t4_click_566d9962b382b7974fc9f9919d826ceeda2c291ec49331be873f91b25798d662.png" ContentType="image/png"/>
  <Override PartName="/ppt/media/pam_r2_0486861f013566b4_t4_click_0486861f013566b4e8c60ce05443746d7ae28885b4dd5cb48bf0d614068da1e4.png" ContentType="image/png"/>
  <Override PartName="/ppt/media/pam_r2_bf07ffb32e9f4e88_t4_click_bf07ffb32e9f4e88d488ba475a2ea9b22a0c45cb7e6c245e50a79731a17737f5.png" ContentType="image/png"/>
  <Override PartName="/ppt/media/pam_r2_7cfa8474f2aabf88_t4_click_7cfa8474f2aabf881e7529e7387196761a41f3baac2c12646930282f277d4973.png" ContentType="image/png"/>
  <Override PartName="/ppt/media/pam_r2_927f58b0f69b0888_t4_click_927f58b0f69b08889fe6b56b68b546612759753767cf35d109ee70fb4fae904b.png" ContentType="image/png"/>
  <Override PartName="/ppt/media/pam_r2_64d0729a26b90eab_t4_click_64d0729a26b90eab93ad9327664a17e522dbdff87546a6ac15cf34333634f5ed.png" ContentType="image/png"/>
  <Override PartName="/ppt/media/pam_r2_84894c4b767c4081_t4_click_84894c4b767c4081941653f7cdbad6601ae3451ea2432985530d0dd762a6c9b3.png" ContentType="image/png"/>
  <Override PartName="/ppt/media/pam_r2_ad801840f999f436_t4_click_ad801840f999f436d919bcb59edf6387b93e2dd0794d7b03728c03b67f8828be.png" ContentType="image/png"/>
  <Override PartName="/ppt/media/pam_r2_aa2ab03a0bf3e2ee_t4_click_aa2ab03a0bf3e2ee8d18853fa1e2b2c54faf975ce030350e37ab765a238db535.png" ContentType="image/png"/>
  <Override PartName="/ppt/media/pam_r2_16d24664609d3efc_t4_click_16d24664609d3efc0b8eefe7188d544ebf7fc4535901096613b85254ae28ca0a.png" ContentType="image/png"/>
  <Override PartName="/ppt/media/pam_r2_bd0608f34b6de422_t4_click_bd0608f34b6de422b76b55d26629f0a48ccdff188a69718307f3ae8e3843b06c.png" ContentType="image/png"/>
  <Override PartName="/ppt/media/pam_r2_99c0569294937f8f_t4_click_99c0569294937f8f53dc1b205f73a674b428ce5eff6e91b1549425981da42c6a.png" ContentType="image/png"/>
  <Override PartName="/ppt/media/pam_r2_1596d4ffeedf91aa_t4_click_1596d4ffeedf91aa3115f8d80a41cce19b0d8dd3965f29ad1a74701c3b457232.png" ContentType="image/png"/>
  <Override PartName="/ppt/media/pam_r2_9848c318959d749a_t4_click_9848c318959d749ad843d0923bc67f92069b2f76b515055ffb4fc7c8a4b15ad9.png" ContentType="image/png"/>
  <Override PartName="/ppt/media/pam_r2_66c07c16d90a482b_t4_click_66c07c16d90a482bec98a6c0743285a17e7f5756cff7dbb7e9ef5b4fd87251fd.png" ContentType="image/png"/>
  <Override PartName="/ppt/media/pam_r2_e2ed5a12abd05d63_t4_click_e2ed5a12abd05d63b3a6e71fc5602e99a3990fd4a023e49faa848b5235d91fa5.png" ContentType="image/png"/>
  <Override PartName="/ppt/media/pam_r2_27b818e020eb8a64_t4_click_27b818e020eb8a640c54b3fe925343c64a30bf8a9e7008cf05e6fd8b47366461.png" ContentType="image/png"/>
  <Override PartName="/ppt/media/pam_r2_cc4f892a7ee1381e_t4_click_cc4f892a7ee1381e9db43d9f08d798d6f5efbcf50bde1b9a13f77297430475b6.png" ContentType="image/png"/>
  <Override PartName="/ppt/media/pam_r2_7834822652cdc5ce_t4_click_7834822652cdc5cecc01815adc2909c188343e7499b46f07077c778c73cb484a.png" ContentType="image/png"/>
  <Override PartName="/ppt/media/pam_r2_40c6ca2f4b5d49d4_t4_click_40c6ca2f4b5d49d4fab3ec38e922feebc2562c6fcacd08d8be8b861d7d658ea4.png" ContentType="image/png"/>
  <Override PartName="/ppt/media/pam_r2_89ae03564bd05224_t4_click_89ae03564bd05224758485cc00baa265919256aeb1b9adef60858b4eaa4c63cf.png" ContentType="image/png"/>
  <Override PartName="/ppt/media/pam_r2_19c2ce42e287b00d_image453.png" ContentType="image/png"/>
  <Override PartName="/ppt/media/pam_r2_14f5dc829cf33ce3_image454.png" ContentType="image/png"/>
  <Override PartName="/ppt/media/pam_r2_f8fb144588f7eb94_t4_f8fb144588f7eb9402730500.svg" ContentType="image/svg+xml"/>
  <Override PartName="/ppt/media/pam_r2_c82e98ef44c02d38_t4_c82e98ef44c02d38dd9094cb.svg" ContentType="image/svg+xml"/>
  <Override PartName="/ppt/media/pam_r2_d8c920d841716b16_t4_d8c920d841716b16c6cf312d.svg" ContentType="image/svg+xml"/>
  <Override PartName="/ppt/media/pam_r2_2c98824f0a088840_t4_2c98824f0a0888401bf2bb3f.svg" ContentType="image/svg+xml"/>
  <Override PartName="/ppt/media/pam_r2_4b5a2012118b15a3_t4_click_4b5a2012118b15a37113d1f9eb1df171c77c1303113e6194acaa08cbc62877bb.png" ContentType="image/png"/>
  <Override PartName="/ppt/media/pam_r2_400f02695b99638e_t4_click_400f02695b99638ef85b78a8caa063a30a430f3f72fab705ac59156b54015067.png" ContentType="image/png"/>
  <Override PartName="/ppt/media/pam_r2_da554d7f77056f59_t4_click_da554d7f77056f5906758507cb2a163c7c59118ed034dc82d0455951dfcdadaf.png" ContentType="image/png"/>
  <Override PartName="/ppt/media/pam_r2_92e83e4faaf4b71a_t4_click_92e83e4faaf4b71a36d2de513ce54a2c0ca30a4396319d340093d98669753251.png" ContentType="image/png"/>
  <Override PartName="/ppt/media/pam_r2_2b6e78b5daede580_t4_click_2b6e78b5daede5800c65e770e29d077ede33170c08d743d21b88e13a353d3d2c.png" ContentType="image/png"/>
  <Override PartName="/ppt/media/pam_r2_73784b952ff85558_t4_click_73784b952ff8555806ae1eae420f08729a252fcf324fbfe13b248fba4b09deca.png" ContentType="image/png"/>
  <Override PartName="/ppt/media/pam_r2_ae5238dc1436d3d1_t4_click_ae5238dc1436d3d11c2f7a80f551a446e5c0f1ea4b777f10749d23a082bb0257.png" ContentType="image/png"/>
  <Override PartName="/ppt/media/pam_r2_927c4ba437784ad6_t4_click_927c4ba437784ad6e97a1c4ce2887b8ee6de03df90c44267c6a9d1b8128b343a.png" ContentType="image/png"/>
  <Override PartName="/ppt/media/pam_r2_6d68dbd002defb30_t4_click_6d68dbd002defb303a67a8984bfcd93a10a4cc156c4a785e0fc216040daeb65f.png" ContentType="image/png"/>
  <Override PartName="/ppt/media/pam_r2_ae27f8455d66a945_t4_click_ae27f8455d66a945a371cb1b19450c1246c9324305ff57676a7bfe74da5fff5b.png" ContentType="image/png"/>
  <Override PartName="/ppt/media/pam_r2_a5165251bb4fbc29_t4_click_a5165251bb4fbc29cd973da6c03f250126137bf514afbc4aa9bec79bb35012bf.png" ContentType="image/png"/>
  <Override PartName="/ppt/media/pam_r2_5ea2dc5786174d8b_t4_click_5ea2dc5786174d8b8088863d9d4462a38e10d7658ebe2d833be7eb303273ee74.png" ContentType="image/png"/>
  <Override PartName="/ppt/media/pam_r2_3a45bd017e4c0321_t4_click_3a45bd017e4c032150ec2e277a74fcbc8023329bc3f16119c010c11e129a6d4a.png" ContentType="image/png"/>
  <Override PartName="/ppt/media/pam_r2_21befd454737173a_t4_click_21befd454737173ab65462e54a65e893eb45948531b70f649ca57c2cd76ebf6a.png" ContentType="image/png"/>
  <Override PartName="/ppt/media/pam_r2_7466f3d7b37916c5_t4_click_7466f3d7b37916c5bface79434726c4c3d0fa50b718d8ca54e6375cff48d6ba2.png" ContentType="image/png"/>
  <Override PartName="/ppt/media/pam_r2_4e8a909d7a4fa4b9_image459.png" ContentType="image/png"/>
  <Override PartName="/ppt/media/pam_r2_19ac20eb5369913b_image460.png" ContentType="image/png"/>
  <Override PartName="/ppt/media/pam_r2_37f6ee9f868b5ca6_t4_click_37f6ee9f868b5ca64fd27c1866d0933f4d89547189b7f3830f2ff8ccb49e7e96.png" ContentType="image/png"/>
  <Override PartName="/ppt/media/pam_r2_acb65aa89d9f4c24_t4_click_acb65aa89d9f4c249f840d1385199da01926e1da3039767ed7dd6c4d7cbc9837.png" ContentType="image/png"/>
  <Override PartName="/ppt/media/pam_r2_b936dd4632c3392d_t4_click_b936dd4632c3392de0ae619c0aa0808bbeb360183c8d9d18af0ae51370c6d32d.png" ContentType="image/png"/>
  <Override PartName="/ppt/media/pam_r2_aa0105534b4d54d8_t4_click_aa0105534b4d54d80637873930da195dfcbc376e9b9f5131ef0cfad1380a2d2c.png" ContentType="image/png"/>
  <Override PartName="/ppt/media/pam_r2_4e8b9e05ffd19af2_t4_click_4e8b9e05ffd19af2b3e7465e8946917e4eb4d4a398560affbb895e58030a51e8.png" ContentType="image/png"/>
  <Override PartName="/ppt/media/pam_r2_015dfcbc1476b737_t4_click_015dfcbc1476b7377bc370b46819fa9894702f7e14a4505405430dc8790a6518.png" ContentType="image/png"/>
  <Override PartName="/ppt/media/pam_r2_0b760fc4f8758a52_t4_click_0b760fc4f8758a52f2d9b10046ad7931cdc1ea8ac2fab75f07c4415bf788baf3.png" ContentType="image/png"/>
  <Override PartName="/ppt/media/pam_r2_60e7b91dcaa9b621_t4_click_60e7b91dcaa9b621d233129882d4f8f3e0bff908254dbc54e8bb25b4ae98d6dc.png" ContentType="image/png"/>
  <Override PartName="/ppt/media/pam_r2_9751c9a15bb4be78_t4_click_9751c9a15bb4be7891e8e373da5b34369e084dd1d102cfb88d94f59fd096367d.png" ContentType="image/png"/>
  <Override PartName="/ppt/media/pam_r2_b5b4a28d3b116912_t4_click_b5b4a28d3b116912c590db715f83a240964dd7ce127990a294c665f9a77003e9.png" ContentType="image/png"/>
  <Override PartName="/ppt/media/pam_r2_3650e46c1459766c_t4_click_3650e46c1459766c8e5bbf92b685356dc7e405eb270d1c2a82f00ee5d5b229c7.png" ContentType="image/png"/>
  <Override PartName="/ppt/media/pam_r2_2c941deb75d17737_t4_click_2c941deb75d177378a8fa7149dd03b5aa6136efd15d4d7ecf1c9af90894dc3fd.png" ContentType="image/png"/>
  <Override PartName="/ppt/media/pam_r2_17127eb71f28993b_t4_click_17127eb71f28993bbdfd45748d00f3fa35d181b775b252fa19821fd311a97a00.png" ContentType="image/png"/>
  <Override PartName="/ppt/media/pam_r2_720d3a8e45f6ce0c_t4_click_720d3a8e45f6ce0c7945563f6c2e9ff0b41495ddcfd54801430ddbea96e5a31c.png" ContentType="image/png"/>
  <Override PartName="/ppt/media/pam_r2_83d115d20add7500_t4_click_83d115d20add7500a0e212b4488d0574bdf868855f684c4b34e2e8abf96d1f79.png" ContentType="image/png"/>
  <Override PartName="/ppt/media/pam_r2_ecd79dda3db42501_t4_click_ecd79dda3db42501ad8ad2c7418b044f25b4dc28fcdd6c6a7fa18cbeb3921546.png" ContentType="image/png"/>
  <Override PartName="/ppt/media/pam_r2_16450aaeebbcb80c_t4_click_16450aaeebbcb80cd318a3bdb477c10aea1cb43bdc72911600745b8fba61433d.png" ContentType="image/png"/>
  <Override PartName="/ppt/media/pam_r2_1c978941394ba37d_t4_click_1c978941394ba37d815082359c78decdb8ab343843df8a32d2aa3ac460e33d46.png" ContentType="image/png"/>
  <Override PartName="/ppt/media/pam_r2_1487c55ef9044656_t4_click_1487c55ef9044656d325b2c3f7eabfc314d13d0807d3a700091673a96e021c0c.png" ContentType="image/png"/>
  <Override PartName="/ppt/media/pam_r2_b9ce76342134d718_t4_click_b9ce76342134d718f414f2a6b799ddac3f0d138ec9a64b00a17c51f3c4152298.png" ContentType="image/png"/>
  <Override PartName="/ppt/media/pam_r2_f03032ee9ac9557c_t4_click_f03032ee9ac9557c9c1c132c30b18c6010b83b34ee97c0d5bb9e324bc224f4d3.png" ContentType="image/png"/>
  <Override PartName="/ppt/media/pam_r2_863a8ba814270a8a_t4_click_863a8ba814270a8af4beda8d4bad34910c4be5ee2d16fe1f060283c288ae2899.png" ContentType="image/png"/>
  <Override PartName="/ppt/media/pam_r2_125e472ff6f4636a_t4_click_125e472ff6f4636a34dfb70f671a0e5e8d0785623164903744f422cbb247b3be.png" ContentType="image/png"/>
  <Override PartName="/ppt/media/pam_r2_9e0239009d49d778_t4_click_9e0239009d49d778defa4518cec3c4e442bcdf79ab51ac609501e3171aeda503.png" ContentType="image/png"/>
  <Override PartName="/ppt/media/pam_r2_c14a7bd8489b8116_t4_click_c14a7bd8489b81169bc5569566de26e017405b608cf9a4a25bf44fd37f26e045.png" ContentType="image/png"/>
  <Override PartName="/ppt/media/pam_r2_4759a6bb34d7e3ee_t4_click_4759a6bb34d7e3eec33e53d33e901836c5706a13ada0f56cac920a742507a410.png" ContentType="image/png"/>
  <Override PartName="/ppt/media/pam_r2_64bb7e9254041e58_t4_click_64bb7e9254041e58bcce1d80d92bcb589e05fd3454e2c9d9d79dcd253d9c4793.png" ContentType="image/png"/>
  <Override PartName="/ppt/media/pam_r2_ecf6ef9a33b32ecd_t4_click_ecf6ef9a33b32ecd4f6539077da129fceb650acb7103f0c162e770f166f8457f.png" ContentType="image/png"/>
  <Override PartName="/ppt/media/pam_r2_f15107860b01e0cf_t4_click_f15107860b01e0cfd2575e3bce6471cdd89277db3c47ee7693e595cc7f1b968b.png" ContentType="image/png"/>
  <Override PartName="/ppt/media/pam_r2_3c944543e6fdd2e5_t4_click_3c944543e6fdd2e5e1867cef3e5950fd0a48e3ee87e51dd31759caf2866832ee.png" ContentType="image/png"/>
  <Override PartName="/ppt/media/pam_r2_843cbc20097bf78d_t4_click_843cbc20097bf78d4c1cb8f7a9b8178f95be2d3fbd94fb067eed184c56b5584f.png" ContentType="image/png"/>
  <Override PartName="/ppt/media/pam_r2_ce60bb3425046713_t4_click_ce60bb3425046713dc9c1ee39add843bb8a8ffe092bdcbae19de22ec9606c31d.png" ContentType="image/png"/>
  <Override PartName="/ppt/media/pam_r2_5c73b6408673d9e2_t4_click_5c73b6408673d9e2affcf465179a50a1908c1c05ea52414290494baa77e85b18.png" ContentType="image/png"/>
  <Override PartName="/ppt/media/pam_r2_8d818583e49f11c1_t4_click_8d818583e49f11c1fb5328233c6d964b5231af5ec240e1a7aa23aefbff28ab70.png" ContentType="image/png"/>
  <Override PartName="/ppt/media/pam_r2_a18483f8b4e716cd_t4_click_a18483f8b4e716cdec3a6137959595af7cddb74b785eaacfd1fab5ad5b08f43c.png" ContentType="image/png"/>
  <Override PartName="/ppt/media/pam_r2_8223f1100217d5e0_image481.png" ContentType="image/png"/>
  <Override PartName="/ppt/media/pam_r2_dd0591b3e58d2859_image469.png" ContentType="image/png"/>
  <Override PartName="/ppt/media/pam_r2_815169f4b30bf465_image470.png" ContentType="image/png"/>
  <Override PartName="/ppt/media/pam_r2_795ed67c1c19862f_t4_795ed67c1c19862f5dc40c0a.svg" ContentType="image/svg+xml"/>
  <Override PartName="/ppt/media/pam_r2_8a95bb896049d5ee_t4_8a95bb896049d5eee90cb8fb.svg" ContentType="image/svg+xml"/>
  <Override PartName="/ppt/media/pam_r2_21d638094f7ddb82_t4_21d638094f7ddb822448ed2c.svg" ContentType="image/svg+xml"/>
  <Override PartName="/ppt/media/pam_r2_ecaa2f8915d79b76_t4_click_ecaa2f8915d79b7639c07e25bf742ace9f40c8fe676e8bb22f519228f5142072.png" ContentType="image/png"/>
  <Override PartName="/ppt/media/pam_r2_7df1e100f6532723_t4_click_7df1e100f65327232b43202be0a48bb45e2943b4bb5dfbe5f4c178b37f4438e0.png" ContentType="image/png"/>
  <Override PartName="/ppt/media/pam_r2_bc843a5c4824eb25_t4_click_bc843a5c4824eb251cb802abc2dcfaaa5ddcb56b7d79a5d05e6576d479b15537.png" ContentType="image/png"/>
  <Override PartName="/ppt/media/pam_r2_003964def82b4e8f_t4_click_003964def82b4e8f00e56b97c014b4ee196952f2cb763ecf1e46194905c91844.png" ContentType="image/png"/>
  <Override PartName="/ppt/media/pam_r2_7c4a836c27197941_t4_click_7c4a836c27197941ef4c564d6928154ca404d6808a2db83be24173257523071e.png" ContentType="image/png"/>
  <Override PartName="/ppt/media/pam_r2_05d544377ade43ab_t4_click_05d544377ade43abd1f2ee4368ff918df90eae4f2f71e511c29edab3c66581b3.png" ContentType="image/png"/>
  <Override PartName="/ppt/media/pam_r2_59f8a53fcaec8e4c_t4_click_59f8a53fcaec8e4c2531438d2f1929837f69160c79ebbd27a8934d2e3f347d43.png" ContentType="image/png"/>
  <Override PartName="/ppt/media/pam_r2_e0d78537733c54d0_t4_click_e0d78537733c54d0180f1838fa3a9243c1dd729b515f7d2313503b3605e8d6db.png" ContentType="image/png"/>
  <Override PartName="/ppt/media/pam_r2_3182a8ac0895d7ec_t4_click_3182a8ac0895d7ec41322b762ce38072a61b44979fe1b70ec0ae5aab36820c77.png" ContentType="image/png"/>
  <Override PartName="/ppt/media/pam_r2_6090c776873ed471_t4_click_6090c776873ed4716476bbc8c925cb69f03397283d8616c4273703c430333774.png" ContentType="image/png"/>
  <Override PartName="/ppt/media/pam_r2_3765a1af0e9f8be2_t4_click_3765a1af0e9f8be2bb693b78725c1e465e40814f7e04286e68d73097dc40e457.png" ContentType="image/png"/>
  <Override PartName="/ppt/media/pam_r2_9f623c4373a6f1d5_t4_click_9f623c4373a6f1d5d1388f43b1ea9ae23caced2e516b9baaa9bf0c5c9104533a.png" ContentType="image/png"/>
  <Override PartName="/ppt/media/pam_r2_49a44803b0aab861_t4_click_49a44803b0aab8617564bc2744436e24eb9a4cecc1af4ed1b748d9a0e8a54cb7.png" ContentType="image/png"/>
  <Override PartName="/ppt/media/pam_r2_5ea7d8c77a3dd0dd_t4_click_5ea7d8c77a3dd0dd8dee61bd073f0734e05e006b557f759aeba8a66d63b8cfcb.png" ContentType="image/png"/>
  <Override PartName="/ppt/media/pam_r2_31d833854a9715d4_t4_click_31d833854a9715d4fcdfe98f31238b0b8f021d5a39a3e70bd9ad39dcfe723f7e.png" ContentType="image/png"/>
  <Override PartName="/ppt/media/pam_r2_3a76786af0c848c2_image472.png" ContentType="image/png"/>
  <Override PartName="/ppt/media/pam_r2_dc6e5377d3118b2e_image473.png" ContentType="image/png"/>
  <Override PartName="/ppt/media/pam_r2_31a44fc0a32d595c_image477.png" ContentType="image/png"/>
  <Override PartName="/ppt/media/pam_r2_af62607325aa8d13_image478.png" ContentType="image/png"/>
  <Override PartName="/ppt/media/pam_r2_ca3c3f4536346b84_t4_ca3c3f4536346b84e888b1de.svg" ContentType="image/svg+xml"/>
  <Override PartName="/ppt/media/pam_r2_be363db5415eb67b_t4_be363db5415eb67bf3067683.svg" ContentType="image/svg+xml"/>
  <Override PartName="/ppt/media/pam_r2_fad9d9274b5508a6_t4_fad9d9274b5508a614e46e2f.svg" ContentType="image/svg+xml"/>
  <Override PartName="/ppt/media/pam_r2_16488c478fea130f_t4_16488c478fea130f182c9c83.svg" ContentType="image/svg+xml"/>
  <Override PartName="/ppt/media/pam_r2_cf2b0cf7e3ed5a78_t4_click_cf2b0cf7e3ed5a78d05b83086cdeaa76e53964e85323948e5f7cdd1fb1646adb.png" ContentType="image/png"/>
  <Override PartName="/ppt/media/pam_r2_9390e4e24e6db344_t4_click_9390e4e24e6db3442f75830a836b6d90c98fead722a96389d7788ebde469860e.png" ContentType="image/png"/>
  <Override PartName="/ppt/media/pam_r2_8b6523a6ea232059_t4_click_8b6523a6ea23205909ba111a6ff1dd581e1546d22a5c3b5fe8bb3e31ee5f367e.png" ContentType="image/png"/>
  <Override PartName="/ppt/media/pam_r2_14abaa3e8d9492ca_t4_click_14abaa3e8d9492ca9d03551a467dad7924e2837177b1214e5dfd4bd8ba17adb1.png" ContentType="image/png"/>
  <Override PartName="/ppt/media/pam_r2_89bd5eca3ec963ad_t4_click_89bd5eca3ec963ad944a56b8a3461f3dbc98558fb28d597c12613ecbeec01826.png" ContentType="image/png"/>
  <Override PartName="/ppt/media/pam_r2_1108e3679556414e_t4_click_1108e3679556414e727197df4b304a67b2425cee64720bbd8917543aa4c267bd.png" ContentType="image/png"/>
  <Override PartName="/ppt/media/pam_r2_d6348466db27e60a_t4_click_d6348466db27e60a769e8a33c5cfb22ea4789c74c7cc545227efb860a071ea20.png" ContentType="image/png"/>
  <Override PartName="/ppt/media/pam_r2_a74428efd62b2588_t4_click_a74428efd62b2588c451105746984e454e6e1f2a9c7c54e3e68e812075744e62.png" ContentType="image/png"/>
  <Override PartName="/ppt/media/pam_r2_11a98b28ede63b3a_t4_click_11a98b28ede63b3acd1ea081f8088fa302fc6146354c5b71fed96058b68d9770.png" ContentType="image/png"/>
  <Override PartName="/ppt/media/pam_r2_eb804b00a15f8c7a_t4_click_eb804b00a15f8c7a0c151c29c7837a5e6afde3d7cb02ffa1b9023f32323cfb96.png" ContentType="image/png"/>
  <Override PartName="/ppt/media/pam_r2_f3888ef7760f98ef_t4_click_f3888ef7760f98ef3a8e87efb09f466308f18d70de38f36c86e0e5de21f07940.png" ContentType="image/png"/>
  <Override PartName="/ppt/media/pam_r2_d6e5de886850bd92_t4_click_d6e5de886850bd928201e5a26e51e2c1d7d88b69f0fce4313c73dc74ed7d54e3.png" ContentType="image/png"/>
  <Override PartName="/ppt/media/pam_r2_3d3a68cfa8d670a5_t4_click_3d3a68cfa8d670a56898ce9b7cc358fddb017ef3a9bc517b6302df6dc51f32c8.png" ContentType="image/png"/>
  <Override PartName="/ppt/media/pam_r2_9cad5cc24bdb60d9_t4_click_9cad5cc24bdb60d937f64acb9f2cb44dbdc44f0471acdc2018d027ec23d0e54d.png" ContentType="image/png"/>
  <Override PartName="/ppt/media/pam_r2_5072d3bb4beedc72_t4_click_5072d3bb4beedc72d07221b46417abfd15c16885c08f2a23aafd2dca0d74ae63.png" ContentType="image/png"/>
  <Override PartName="/ppt/media/pam_r2_85d6f23b78f300fe_t4_click_85d6f23b78f300fe6e258a292286d3e3dc8d26611c4e0ffd33dcbfc628bdf8e9.png" ContentType="image/png"/>
  <Override PartName="/ppt/media/pam_r2_c7f597a32bff32d7_t4_click_c7f597a32bff32d709a9b1a4e9a8203ed28bdf84d7d04d800612efd68f43c0e4.png" ContentType="image/png"/>
  <Override PartName="/ppt/media/pam_r2_22b21e1407f6fbd6_t4_click_22b21e1407f6fbd68e6358e55d6a37bf64e5d03d5c10afa903be5bab1408e8ae.png" ContentType="image/png"/>
  <Override PartName="/ppt/media/pam_r2_001c2c37789b75b6_t4_click_001c2c37789b75b677a156b75699ecc0108b52f85941eb163c37b79d756662c0.png" ContentType="image/png"/>
  <Override PartName="/ppt/media/pam_r2_6f0bca5b7ce3987d_t4_click_6f0bca5b7ce3987d3d1d75ef80d76e208c44e109e16c88d052191e8fea5b03f4.png" ContentType="image/png"/>
  <Override PartName="/ppt/media/pam_r2_437354f1ccc6dca3_t4_click_437354f1ccc6dca39be151415f146c03d368ea393f109f8597ff85a62c0a9df8.png" ContentType="image/png"/>
  <Override PartName="/ppt/media/pam_r2_c06120aeb907e716_t4_click_c06120aeb907e7165ffd84cf72e449fe113e7d0d7e248d5860bad9a5a0f6d61e.png" ContentType="image/png"/>
  <Override PartName="/ppt/media/pam_r2_5501d7f212d2ddc7_t4_click_5501d7f212d2ddc76cac0c5b9909a57f81efad376095742370983d8b64fa3a52.png" ContentType="image/png"/>
  <Override PartName="/ppt/media/pam_r2_82807e222ade5522_t4_click_82807e222ade5522a7e0b40468e187f1817144dc6e0a05bc1d224892fdcbdb0a.png" ContentType="image/png"/>
  <Override PartName="/ppt/media/pam_r2_dfb4f68da2eae537_t4_click_dfb4f68da2eae537b0c71868f1ebf39e3901b2009d2b9f0d9adbe56b32eeecd7.png" ContentType="image/png"/>
  <Override PartName="/ppt/media/pam_r2_31ab0702a48c725f_t4_click_31ab0702a48c725fe95d50333ae49084968e7fb4c459642d4823b0171d0b1026.png" ContentType="image/png"/>
  <Override PartName="/ppt/media/pam_r2_d553eeac7a38959f_t4_click_d553eeac7a38959f82c919fa545b7768056e67c9f448eb8b4f1c468faabd6ca4.png" ContentType="image/png"/>
  <Override PartName="/ppt/media/pam_r2_a6a0ed64a922d16f_t4_click_a6a0ed64a922d16f42730cc8d3978c1f4c2376ddf0330fe3ad2e62a6c5a67db1.png" ContentType="image/png"/>
  <Override PartName="/ppt/media/pam_r2_58190f6387cd3d5d_image488.png" ContentType="image/png"/>
  <Override PartName="/ppt/media/pam_r2_2544eb1e1adb0c01_image489.png" ContentType="image/png"/>
  <Override PartName="/ppt/media/pam_r2_ebc8cab6d066cdac_t4_ebc8cab6d066cdac29268b06.svg" ContentType="image/svg+xml"/>
  <Override PartName="/ppt/media/pam_r2_4590441255ba5f58_t4_4590441255ba5f58904e47fe.svg" ContentType="image/svg+xml"/>
  <Override PartName="/ppt/media/pam_r2_fda494ca984923f1_t4_fda494ca984923f11899a5e2.svg" ContentType="image/svg+xml"/>
  <Override PartName="/ppt/media/pam_r2_7af3405b2d10c721_t4_7af3405b2d10c72126203b75.svg" ContentType="image/svg+xml"/>
  <Override PartName="/ppt/media/pam_r2_bb699c1f375b3c80_t4_click_bb699c1f375b3c8095ce35d3d3ba1f90d4aa177cf8e7bacf505cd5024d2c8224.png" ContentType="image/png"/>
  <Override PartName="/ppt/media/pam_r2_d13a5707f2a83f36_t4_click_d13a5707f2a83f360c8081a775e9f2b939db82a7d9565863809db6e6c7e210ab.png" ContentType="image/png"/>
  <Override PartName="/ppt/media/pam_r2_3c2bcb8e70c15785_t4_click_3c2bcb8e70c15785e77234354e4026e67b152729a884960be539298973e8e142.png" ContentType="image/png"/>
  <Override PartName="/ppt/media/pam_r2_364bda3eed05ef61_t4_click_364bda3eed05ef6172cd81567947ad36b7637aaba1535e9afa1916cb91eb7633.png" ContentType="image/png"/>
  <Override PartName="/ppt/media/pam_r2_20e9ea2dfdefcd23_t4_click_20e9ea2dfdefcd23db2c8a34fa1e4aad8c63e13cea6f90ba4164bd261b83357b.png" ContentType="image/png"/>
  <Override PartName="/ppt/media/pam_r2_c07a0f0bbade20f9_t4_click_c07a0f0bbade20f9ba27fc2bd4ccb91c771d14671426bc85cdb942c962bb1b08.png" ContentType="image/png"/>
  <Override PartName="/ppt/media/pam_r2_8c5ac0d30b44d628_t4_click_8c5ac0d30b44d6283fa74ed12e112017cbadca87af63eca54f886d40299203db.png" ContentType="image/png"/>
  <Override PartName="/ppt/media/pam_r2_d4102c2c8e4af6ea_t4_click_d4102c2c8e4af6ea7d9033cbd1245cd00e6c5d88bd2d4b3468ba7c29d758487c.png" ContentType="image/png"/>
  <Override PartName="/ppt/media/pam_r2_726a1b1e0ecedbdb_t4_click_726a1b1e0ecedbdb43e576da61f05a94cea75dfda3ca053d98b438d8b64e0821.png" ContentType="image/png"/>
  <Override PartName="/ppt/media/pam_r2_7ca8c82eb3fdbf61_t4_click_7ca8c82eb3fdbf613007425a20c0a79c3348c342b7aa083fa743551ae6491d40.png" ContentType="image/png"/>
  <Override PartName="/ppt/media/pam_r2_30b64a83e6a3462b_t4_click_30b64a83e6a3462be7d3faa92fd4c6ce0630bdbcdbcc53265f947ae9ce0c174b.png" ContentType="image/png"/>
  <Override PartName="/ppt/media/pam_r2_3ed61272a7b80645_t4_click_3ed61272a7b80645f7b3c214344fe4770b7cbc6a0bb6a1fb34a8218f0510d62e.png" ContentType="image/png"/>
  <Override PartName="/ppt/media/pam_r2_542b83c88d31d0ac_t4_click_542b83c88d31d0ac9d1e97b5d8dee6e7050d682b7d4e239507460405ff71a524.png" ContentType="image/png"/>
  <Override PartName="/ppt/media/pam_r2_5b16d09ccf11f796_t4_click_5b16d09ccf11f796113528fe7f30a20d3bb24f375f1a2d06928250ba46b0bc63.png" ContentType="image/png"/>
  <Override PartName="/ppt/media/pam_r2_1c58131eb61947c3_t4_click_1c58131eb61947c31944db19337abf12c524bbf19ea2629f2ef41200e98d02c7.png" ContentType="image/png"/>
  <Override PartName="/ppt/media/pam_r2_8b259ade4e28840f_image494.png" ContentType="image/png"/>
  <Override PartName="/ppt/media/pam_r2_035c132b88432e3d_image495.png" ContentType="image/png"/>
  <Override PartName="/ppt/media/pam_r2_d5df7dc24539573c_t4_d5df7dc24539573c1c52c25d.svg" ContentType="image/svg+xml"/>
  <Override PartName="/ppt/media/pam_r2_4783b5b54f5dc4d8_t4_click_4783b5b54f5dc4d8784a0b3aeaa85f5c72140a35a6df63e136c2e62912ced262.png" ContentType="image/png"/>
  <Override PartName="/ppt/media/pam_r2_d833e16d9bbb5269_t4_click_d833e16d9bbb5269fc8a8a74528434a1c2476649fe7e59016e7365d23475c7d3.png" ContentType="image/png"/>
  <Override PartName="/ppt/media/pam_r2_50008f29f7b6857e_t4_click_50008f29f7b6857e99e5983dd69c6f3dd4ef13345dd255c15de71181124fffb8.png" ContentType="image/png"/>
  <Override PartName="/ppt/media/pam_r2_867fd117f7d927ca_t4_click_867fd117f7d927cac19bc68cb8a42493e085c2e80ffa719b3b342e6dabe94a3a.png" ContentType="image/png"/>
  <Override PartName="/ppt/media/pam_r2_59e09d5fb79a5e7d_t4_click_59e09d5fb79a5e7d015f57b569ee295eb280a67ceb0c55ce1d4461ba3e8eb475.png" ContentType="image/png"/>
  <Override PartName="/ppt/media/pam_r2_ab6a94bc0755998f_t4_click_ab6a94bc0755998f7b4058fb9caa1fcda697e41e45aa16996c8bb1b59e3ce2ff.png" ContentType="image/png"/>
  <Override PartName="/ppt/media/pam_r2_2b7038d4411f05ea_t4_click_2b7038d4411f05eaa4e46d2a219237be1d792657b417051d69340ccf80f32555.png" ContentType="image/png"/>
  <Override PartName="/ppt/media/pam_r2_a3520a7f32760ba3_t4_click_a3520a7f32760ba3811e415c55d3be9edc38abf9d9e43c176ac8d9d0e5e266ce.png" ContentType="image/png"/>
  <Override PartName="/ppt/media/pam_r2_2af289e2d0412607_t4_click_2af289e2d0412607249c67eb3658b9844d7cd9561751c8b1a4c1f63d9fc620d4.png" ContentType="image/png"/>
  <Override PartName="/ppt/media/pam_r2_35307c69f5c946f0_t4_click_35307c69f5c946f02d95ea84bf89729d3d1172e77855b51385a0f3be7bf14a70.png" ContentType="image/png"/>
  <Override PartName="/ppt/media/pam_r2_c126738df5605e68_t4_click_c126738df5605e6815f92bd8f082f784079607cc2d44b29493d2a419ed306131.png" ContentType="image/png"/>
  <Override PartName="/ppt/media/pam_r2_54a0931d079dd12a_t4_click_54a0931d079dd12af74d70ceb06931bf22cafb226f6600f622d0c3ad9d6929f0.png" ContentType="image/png"/>
  <Override PartName="/ppt/media/pam_r2_3ba3375e9be8b05d_t4_click_3ba3375e9be8b05d904e1dd2e0116eb802cb421fcee737adee3cc16f12cbf292.png" ContentType="image/png"/>
  <Override PartName="/ppt/media/pam_r2_192a27d79778c758_t4_click_192a27d79778c758d631ac3b3c5fc835d1db4aa29b84c8e7f062f94f8baf5a37.png" ContentType="image/png"/>
  <Override PartName="/ppt/media/pam_r2_fb6278a3e3febc45_t4_click_fb6278a3e3febc451989bc0400d6384b1c46a2fdb0358e741350c6a65e921d89.png" ContentType="image/png"/>
  <Override PartName="/ppt/media/pam_r2_0bff38855dea92c3_t4_click_0bff38855dea92c37def9b2266211aa4ee2310f0b4a93c7d3796df92671898aa.png" ContentType="image/png"/>
  <Override PartName="/ppt/media/pam_r2_b22325e69e0b67fb_t4_click_b22325e69e0b67fb7fe8a73c813caa534a832e454e68b28fda8246ffd717b159.png" ContentType="image/png"/>
  <Override PartName="/ppt/media/pam_r2_c5c7955196366d92_t4_click_c5c7955196366d9247083ca5429280fcd9af384eb71c1cc440b754daa53cb776.png" ContentType="image/png"/>
  <Override PartName="/ppt/media/pam_r2_e3a35d7423e22b13_t4_click_e3a35d7423e22b13ed1e347138a1e8fbe178c70514ed76f0851fc35632dcf679.png" ContentType="image/png"/>
  <Override PartName="/ppt/media/pam_r2_6c87ac7c7560b965_t4_click_6c87ac7c7560b9655cbb55d1439a7ee3be84b5fa7290292f9b4087a0d3834491.png" ContentType="image/png"/>
  <Override PartName="/ppt/media/pam_r2_4016032aeb19db48_t4_click_4016032aeb19db489558fd97e812cfd3e0ac00f22c6742fe9a5e9c5ad532913d.png" ContentType="image/png"/>
  <Override PartName="/ppt/media/pam_r2_748625afe0611bf2_t4_click_748625afe0611bf20d5f78b6397283e79aafb12a660beb4c9a25bfc99d02834d.png" ContentType="image/png"/>
  <Override PartName="/ppt/media/pam_r2_91bbaf8ad5f5cf19_t4_click_91bbaf8ad5f5cf1949cf41b40e71d04de0a4172cedaf8a9262d3a21a20ab5f1c.png" ContentType="image/png"/>
  <Override PartName="/ppt/media/pam_r2_52cccee084434954_t4_click_52cccee0844349548d27426bef4906427ed6055c293ea25e84e0c9a53f796246.png" ContentType="image/png"/>
  <Override PartName="/ppt/media/pam_r2_4f4050b9b9d90594_t4_click_4f4050b9b9d90594a00b91787935521e397ee399ee100f0b893c1f720bddb38e.png" ContentType="image/png"/>
  <Override PartName="/ppt/media/pam_r2_129184423831a6d6_t4_click_129184423831a6d6a2dcc27ef7a3f3b7bbe3b8dd30bbab10d420fc5dd75678eb.png" ContentType="image/png"/>
  <Override PartName="/ppt/media/pam_r2_01579fc08d39895d_t4_click_01579fc08d39895d874baf8adab6b0e02d73d9d07a1e090ba3db5b2eb8f26cbb.png" ContentType="image/png"/>
  <Override PartName="/ppt/media/pam_r2_7a99681aee3e5464_t4_click_7a99681aee3e54642ec96e13addf607ce794862f9c41c5b0ee2401edf8b7fdd3.png" ContentType="image/png"/>
  <Override PartName="/ppt/media/pam_r2_734221af90fdfdde_t4_click_734221af90fdfddecf52b936f97bfcc7493c416b988037baf6c2ff547194b5c9.png" ContentType="image/png"/>
  <Override PartName="/ppt/media/pam_r2_021ba32c733e0c32_t4_click_021ba32c733e0c32c4bac18ab08d2c371623fba7208837770fe19be988d7469e.png" ContentType="image/png"/>
  <Override PartName="/ppt/media/pam_r2_42178472cfc9d620_t4_click_42178472cfc9d62096860279d871319bd46025d2b9af6b4f34e4cee66c45e82c.png" ContentType="image/png"/>
  <Override PartName="/ppt/media/pam_r2_57b6b92b5b77e491_t4_click_57b6b92b5b77e491a7841b5326017889774319bfbbc8674592388b3f7e439623.png" ContentType="image/png"/>
  <Override PartName="/ppt/media/pam_r2_c54a30eae2a0a6db_t4_click_c54a30eae2a0a6db1ab618e7a2a27b41264547accbfb947e4b091e607928a915.png" ContentType="image/png"/>
  <Override PartName="/ppt/media/pam_r2_db9c806b6680c8b8_image516.png" ContentType="image/png"/>
  <Override PartName="/ppt/media/pam_r2_044648746639d99a_image504.png" ContentType="image/png"/>
  <Override PartName="/ppt/media/pam_r2_46d4ed1dcde50fab_image505.png" ContentType="image/png"/>
  <Override PartName="/ppt/media/pam_r2_d137467ca44003ef_t4_d137467ca44003efee620d7b.svg" ContentType="image/svg+xml"/>
  <Override PartName="/ppt/media/pam_r2_eacd3cfa561f48b5_t4_eacd3cfa561f48b578e956f2.svg" ContentType="image/svg+xml"/>
  <Override PartName="/ppt/media/pam_r2_ffe4eb58fed9b1fa_t4_ffe4eb58fed9b1fa331eb2ea.svg" ContentType="image/svg+xml"/>
  <Override PartName="/ppt/media/pam_r2_de27dd4bff92be2b_t4_click_de27dd4bff92be2b538ed0d19b82cb47ff804fcca3e8569844873932863482e1.png" ContentType="image/png"/>
  <Override PartName="/ppt/media/pam_r2_be803336f288cc6a_t4_click_be803336f288cc6a0ecf8d07735b0d9e3333b7ada1299a39e70157bb44b34a9e.png" ContentType="image/png"/>
  <Override PartName="/ppt/media/pam_r2_f07c1767a30839c9_t4_click_f07c1767a30839c9920dc79032ffd57bdaa8562b2a8d5a3b4d6a4f2aaedda6be.png" ContentType="image/png"/>
  <Override PartName="/ppt/media/pam_r2_e67a372aba0da75f_t4_click_e67a372aba0da75fbc620a807eb223228d651022e26e3d2a3f97d02fe73573f7.png" ContentType="image/png"/>
  <Override PartName="/ppt/media/pam_r2_61aa1cb6bc280d62_t4_click_61aa1cb6bc280d62b8b07e04d1c9e5ca70260160f630ed688cfac09c07d7d856.png" ContentType="image/png"/>
  <Override PartName="/ppt/media/pam_r2_c0ed566d6b8d1dc0_t4_click_c0ed566d6b8d1dc0acfa0b1cdd8e4169ff5d5e9d69a6e12be425364b81ddbca6.png" ContentType="image/png"/>
  <Override PartName="/ppt/media/pam_r2_4ccd0931663b0cfa_t4_click_4ccd0931663b0cfadd8b8c6de54579d939e2a4418aa83508a052ec00f872fd37.png" ContentType="image/png"/>
  <Override PartName="/ppt/media/pam_r2_409f413a6d88cc42_t4_click_409f413a6d88cc426a4cf4d6e08a34b14b327bb002fa3de71820bc971f60250f.png" ContentType="image/png"/>
  <Override PartName="/ppt/media/pam_r2_6dcb9b4d85af92a7_t4_click_6dcb9b4d85af92a716c0a54da291f57abf186c929aebf1ccf7bb4ecf84a79865.png" ContentType="image/png"/>
  <Override PartName="/ppt/media/pam_r2_41cd179754e4f9e7_t4_click_41cd179754e4f9e707d8a2e8369d468d594b9481084b922b7b207551b1350d28.png" ContentType="image/png"/>
  <Override PartName="/ppt/media/pam_r2_89dff1f1e9987a60_t4_click_89dff1f1e9987a60bd86e57242bebcea56400295a8c83a5b45f6bf6b8ed46b0b.png" ContentType="image/png"/>
  <Override PartName="/ppt/media/pam_r2_9e6c1725304daca3_t4_click_9e6c1725304daca3e5700d6ca187543f4489fccee963e93d71bedc544eb9f120.png" ContentType="image/png"/>
  <Override PartName="/ppt/media/pam_r2_3feaf74f8d3ea530_t4_click_3feaf74f8d3ea530003e53c8b95c775cdb026eb65eb7a25d24d4dc6aa8a46f4e.png" ContentType="image/png"/>
  <Override PartName="/ppt/media/pam_r2_d3da563529aeba5f_t4_click_d3da563529aeba5f1e3143cba08d1ee090ee7f86db9ea9b009813eb6741db1ce.png" ContentType="image/png"/>
  <Override PartName="/ppt/media/pam_r2_06fee79cdfe3b0a0_t4_click_06fee79cdfe3b0a000f01f40227afeb49eb1af239cb0d5d0611e09da55777184.png" ContentType="image/png"/>
  <Override PartName="/ppt/media/pam_r2_19f1a0bab024734c_image507.png" ContentType="image/png"/>
  <Override PartName="/ppt/media/pam_r2_84a01e4bca045e10_image508.png" ContentType="image/png"/>
  <Override PartName="/ppt/media/pam_r2_31cbbbcc68eb0d51_image512.png" ContentType="image/png"/>
  <Override PartName="/ppt/media/pam_r2_b17974012d2568bc_image513.png" ContentType="image/png"/>
  <Override PartName="/ppt/media/pam_r2_b3c732d527e104a8_t4_b3c732d527e104a84ca4fca0.svg" ContentType="image/svg+xml"/>
  <Override PartName="/ppt/media/pam_r2_0505b33b500705ef_t4_0505b33b500705ef9142f4f1.svg" ContentType="image/svg+xml"/>
  <Override PartName="/ppt/media/pam_r2_b0ce3e649e6039cb_t4_b0ce3e649e6039cbccb32a29.svg" ContentType="image/svg+xml"/>
  <Override PartName="/ppt/media/pam_r2_265698b7c7cc42b6_t4_265698b7c7cc42b689a1af49.svg" ContentType="image/svg+xml"/>
  <Override PartName="/ppt/media/pam_r2_fdfad032249774a6_t4_click_fdfad032249774a69b843b8279ee12aa1387a8c5f24a55e0298fcc63967d96cd.png" ContentType="image/png"/>
  <Override PartName="/ppt/media/pam_r2_f4a76f796f7bdbe6_t4_click_f4a76f796f7bdbe69da9c45a6b50d09db5911526f10798866769b29efb2898b7.png" ContentType="image/png"/>
  <Override PartName="/ppt/media/pam_r2_f3e3a3f189cf781c_t4_click_f3e3a3f189cf781caf529a8365f68f97ba24fe895787958a9dfa1540ae656ffa.png" ContentType="image/png"/>
  <Override PartName="/ppt/media/pam_r2_bec9373dad423e54_t4_click_bec9373dad423e54265a19acfdd64077486df2b73103cb76d80cb48b151633a7.png" ContentType="image/png"/>
  <Override PartName="/ppt/media/pam_r2_91326071afff379c_t4_click_91326071afff379c5b1f99d8c51fce2a56ee90089d0382236cd8fef89ce7a833.png" ContentType="image/png"/>
  <Override PartName="/ppt/media/pam_r2_43fadfe9711e11a0_t4_click_43fadfe9711e11a06ddaa270eabffd426168b8e5069874205a3fd909b989bce4.png" ContentType="image/png"/>
  <Override PartName="/ppt/media/pam_r2_a844e8e7a5b3317d_t4_click_a844e8e7a5b3317d9d30631d9af8ed59fbe8d89e34951a14031e29217675a860.png" ContentType="image/png"/>
  <Override PartName="/ppt/media/pam_r2_e100ffc9f39c7af3_t4_click_e100ffc9f39c7af3c575844882a7692f59c5e6ae7cfd6a79d1a6bb0ce707ab9b.png" ContentType="image/png"/>
  <Override PartName="/ppt/media/pam_r2_51b23ff4f7eaa598_t4_click_51b23ff4f7eaa5980581b150f7eee22ed7306d04d3388e610de697ee1d90d73d.png" ContentType="image/png"/>
  <Override PartName="/ppt/media/pam_r2_8d33ea7f69359096_t4_click_8d33ea7f6935909685d2477b1c958ba1ae0a9a7aac0002bfc5cda76df0ea9f6a.png" ContentType="image/png"/>
  <Override PartName="/ppt/media/pam_r2_fa54db33fc9cd475_t4_click_fa54db33fc9cd475ec6b4134fd68764c1e30421072985267e25fbc0807509267.png" ContentType="image/png"/>
  <Override PartName="/ppt/media/pam_r2_f41cd7b5feef63c3_t4_click_f41cd7b5feef63c3a2b67775f52e64b3047a5f4999d84115c5928d3cd2562d8e.png" ContentType="image/png"/>
  <Override PartName="/ppt/media/pam_r2_fc7b0c6c3594189f_t4_click_fc7b0c6c3594189f49f31688a7425a2f7c1ad7e462ddf72fe8fb26b417bb32a8.png" ContentType="image/png"/>
  <Override PartName="/ppt/media/pam_r2_701769bc11533651_t4_click_701769bc11533651937be11dd7587b6d3c0b5792bea54734e82136d49c17e525.png" ContentType="image/png"/>
  <Override PartName="/ppt/media/pam_r2_09f39e48c57d93ea_t4_click_09f39e48c57d93eaa54f8b479db1af4a59dca2975314e9de0ad206334b6511d3.png" ContentType="image/png"/>
  <Override PartName="/ppt/media/pam_r2_a48bb646b939204b_t4_click_a48bb646b939204bdad2f813e329b137ffe06ef43d912eb9213e1dbc501ae049.png" ContentType="image/png"/>
  <Override PartName="/ppt/media/pam_r2_69c3352912e636c4_t4_click_69c3352912e636c4b0fd296f55d1597da7525d819fa396ce6781165780ff6112.png" ContentType="image/png"/>
  <Override PartName="/ppt/media/pam_r2_8b20a4b2bab878c4_t4_click_8b20a4b2bab878c455a0fabd124e2c69e1d11a46f26b6074b9ffaf0b27697deb.png" ContentType="image/png"/>
  <Override PartName="/ppt/media/pam_r2_04a45c5ed171eeb2_t4_click_04a45c5ed171eeb29f5471e36e51b3bf726f7603d28e83c1564a6f73fbcd7d66.png" ContentType="image/png"/>
  <Override PartName="/ppt/media/pam_r2_3ba06ee8e9c93938_t4_click_3ba06ee8e9c93938bf3e6952618ec1c34d815f3266ba32d34652901b15604323.png" ContentType="image/png"/>
  <Override PartName="/ppt/media/pam_r2_b260bd48b71b3c06_t4_click_b260bd48b71b3c063556552b08abd18992218d2e8483a2aaaabc0e05c3710456.png" ContentType="image/png"/>
  <Override PartName="/ppt/media/pam_r2_e12dd8fed121f131_t4_click_e12dd8fed121f13183d624c81cda47c4e801f1d3735f635a684a959487715a79.png" ContentType="image/png"/>
  <Override PartName="/ppt/media/pam_r2_c12b5f5c24357c29_t4_click_c12b5f5c24357c297f36563827e5eb9954f8defd9090ff6577d480b1a160c1a0.png" ContentType="image/png"/>
  <Override PartName="/ppt/media/pam_r2_9047b07398aea96d_t4_click_9047b07398aea96daf34b2d64b5bf7b11e494bbe2be7d06a56c1aa67126d5995.png" ContentType="image/png"/>
  <Override PartName="/ppt/media/pam_r2_438ec97e8e72630e_t4_click_438ec97e8e72630e87004ae165d9dbecd9891178942f3f2e40424958bc79354d.png" ContentType="image/png"/>
  <Override PartName="/ppt/media/pam_r2_9399786dc246f4f3_t4_click_9399786dc246f4f37ecce7c1ae76f01bcf23d690f23bdf49c6533e85860de710.png" ContentType="image/png"/>
  <Override PartName="/ppt/media/pam_r2_94459a3d50d237e0_image517.png" ContentType="image/png"/>
  <Override PartName="/ppt/media/pam_r2_f313abc5b411f374_image518.png" ContentType="image/png"/>
  <Override PartName="/ppt/media/pam_r2_dc35a8bfb38212c0_image523.png" ContentType="image/png"/>
  <Override PartName="/ppt/media/pam_r2_6898c6b0090df667_image524.png" ContentType="image/png"/>
  <Override PartName="/ppt/media/pam_r2_e6f5d0499e5a0e11_t4_e6f5d0499e5a0e1140a22bce.svg" ContentType="image/svg+xml"/>
  <Override PartName="/ppt/media/pam_r2_38b7d167f340c677_t4_38b7d167f340c6776e191320.svg" ContentType="image/svg+xml"/>
  <Override PartName="/ppt/media/pam_r2_84867f3d87844a45_t4_84867f3d87844a45b352102a.svg" ContentType="image/svg+xml"/>
  <Override PartName="/ppt/media/pam_r2_ba5b3f644cc1d75a_t4_click_ba5b3f644cc1d75aecabf2b1c09f5f1147e59aaa76a826b994cf19b05bc58097.png" ContentType="image/png"/>
  <Override PartName="/ppt/media/pam_r2_ee11e732adfe95aa_t4_click_ee11e732adfe95aa53621d0538ff1347400e93fe210d37f4d7c7ca5d64fee0cf.png" ContentType="image/png"/>
  <Override PartName="/ppt/media/pam_r2_c2265499fd4de001_t4_click_c2265499fd4de0014c3885f667bd706aacd0290c0b6de56bc16c24e4b59938fa.png" ContentType="image/png"/>
  <Override PartName="/ppt/media/pam_r2_097c1e01a9e189ea_t4_click_097c1e01a9e189eaa0fef2088c7c49b98df4e157e1492938624f32fd75e2bfc8.png" ContentType="image/png"/>
  <Override PartName="/ppt/media/pam_r2_bf30b82af8e88209_t4_click_bf30b82af8e882091238c95f3ee93bf9df87b9299f27b65112259882e2799f5e.png" ContentType="image/png"/>
  <Override PartName="/ppt/media/pam_r2_2c3bbfa8e93636b7_t4_click_2c3bbfa8e93636b75114da2b06c6b86e4710679abd279c0593b39ae50bc44da7.png" ContentType="image/png"/>
  <Override PartName="/ppt/media/pam_r2_20f8073d75c8a775_t4_click_20f8073d75c8a775e2676fee5b4bef6b64b3776bd7c4d779665ce12cb459bea6.png" ContentType="image/png"/>
  <Override PartName="/ppt/media/pam_r2_c008c49bf53c16cc_t4_click_c008c49bf53c16cce1284d7202c2c2f84e900a9a256856ca1efaad7c0b09cf4f.png" ContentType="image/png"/>
  <Override PartName="/ppt/media/pam_r2_1b6abe2e5ce5963e_t4_click_1b6abe2e5ce5963e98771afa7e46d0d0e4d3ab12696af6691ad04023302b775d.png" ContentType="image/png"/>
  <Override PartName="/ppt/media/pam_r2_4928b4763ed9421d_t4_click_4928b4763ed9421d008c411460f5e3d4e7b338260eff5782a6993a29ba8fdf65.png" ContentType="image/png"/>
  <Override PartName="/ppt/media/pam_r2_0530dcf10f4ec64b_t4_click_0530dcf10f4ec64b97ae9ad8be18c8c4d0ddb456097008baf983930979d21e35.png" ContentType="image/png"/>
  <Override PartName="/ppt/media/pam_r2_1160fe515f875ffa_t4_click_1160fe515f875ffaaa3a4fff81b59be6d103ac030ef8bbf808e61258774fba40.png" ContentType="image/png"/>
  <Override PartName="/ppt/media/pam_r2_7a641f5030f035ef_t4_click_7a641f5030f035ef52718de564ab7e4eba5e51a70f61b71935855f42cb3a7a93.png" ContentType="image/png"/>
  <Override PartName="/ppt/media/pam_r2_6febd752079bb288_t4_click_6febd752079bb28805452f58cd5158c5985f14ed34cd69b603bfd0e35f71aa0c.png" ContentType="image/png"/>
  <Override PartName="/ppt/media/pam_r2_a53e296cc8efa0eb_t4_click_a53e296cc8efa0eb1ca9361d9670e48a768469e7a2a53623e9f87b4d8bdcbee8.png" ContentType="image/png"/>
  <Override PartName="/ppt/media/pam_r2_303add63f5748f0c_t4_click_303add63f5748f0cc7373db9a272c473d9125aa0c237af55d1da4c1d62e2fd2a.png" ContentType="image/png"/>
  <Override PartName="/ppt/media/pam_r2_8f600ff15d9774a8_t4_click_8f600ff15d9774a8008f4893c8af9d33fc0f18e26df01cf4c4e0e3fea58c563d.png" ContentType="image/png"/>
  <Override PartName="/ppt/media/pam_r2_acde893613d74b9f_t4_click_acde893613d74b9f6c7bdc70ca6a3cb1ffaca2f1c9f061eba1ac612ef76c5ba9.png" ContentType="image/png"/>
  <Override PartName="/ppt/media/pam_r2_486a244f64652dff_t4_click_486a244f64652dff83d5053468f0c3f1e05a6c5f23996f0d39eb666d8fc40f91.png" ContentType="image/png"/>
  <Override PartName="/ppt/media/pam_r2_462c97a39badcd4c_t4_click_462c97a39badcd4c2c8bdbd5bb34dc8e6ad43fc0f4c3f29d5a7fd346e806da6f.png" ContentType="image/png"/>
  <Override PartName="/ppt/media/pam_r2_6df372af2392600b_t4_click_6df372af2392600bb8cfa4f97e3064d25f2e7ae5f4071d0c6b9bb144c2cc2432.png" ContentType="image/png"/>
  <Override PartName="/ppt/media/pam_r2_f0ef93fb938422c1_t4_click_f0ef93fb938422c18ae3d03d6a5b2b0a6aef6db8cc22b6a7818674e1777f9c27.png" ContentType="image/png"/>
  <Override PartName="/ppt/media/pam_r2_0857740b42517736_t4_click_0857740b425177367faac6316fd68fcdc19234d3657515bfe4d34db317e70379.png" ContentType="image/png"/>
  <Override PartName="/ppt/media/pam_r2_2d9119d5c423bc46_t4_click_2d9119d5c423bc46bd50e616ee5acff5b9bbb95137af3f6695300dca39f05df5.png" ContentType="image/png"/>
  <Override PartName="/ppt/media/pam_r2_03a30a93dfbfd387_t4_click_03a30a93dfbfd387d1ba64b31061b2c734bace7952931c3f7831bc169d3e0b78.png" ContentType="image/png"/>
  <Override PartName="/ppt/media/pam_r2_40bf9d55de5f9236_t4_click_40bf9d55de5f92365597d9746dda54482997f2fd32bdfdfde07b834df94a3fcc.png" ContentType="image/png"/>
  <Override PartName="/ppt/media/pam_r2_96596e905cb47efd_t4_click_96596e905cb47efd77f6265573ed774e0aef409ae2c2c6bc875d464f742670e8.png" ContentType="image/png"/>
  <Override PartName="/ppt/media/pam_r2_a26e26317e120640_t4_click_a26e26317e1206407115e48a83b42b2767cb8ce53ec6df6c9b3deb4e73f80a45.png" ContentType="image/png"/>
  <Override PartName="/ppt/media/pam_r2_ee078fa091cb7b72_t4_click_ee078fa091cb7b720b4ae196e2b3391cb24adb163e8f2eb77929ff3924af01ee.png" ContentType="image/png"/>
  <Override PartName="/ppt/media/pam_r2_790f60a2276798fd_t4_click_790f60a2276798fd20230b5ace4329b4fa7785d9533db4c723b5b073391ee85e.png" ContentType="image/png"/>
  <Override PartName="/ppt/media/pam_r2_dcb2e2680b7e96d1_t4_click_dcb2e2680b7e96d151f706f405d8fddf0ab5228a611bf3ca7afc38fddfb3549c.png" ContentType="image/png"/>
  <Override PartName="/ppt/media/pam_r2_67b3eaee8dd63b18_t4_click_67b3eaee8dd63b18e6c673dbcd37b831a4a1ca5fc960224142670d4474284c25.png" ContentType="image/png"/>
  <Override PartName="/ppt/media/pam_r2_537b45e0e7ce948c_t4_click_537b45e0e7ce948c487ec71a22789a2bc2e880d4c90ee20d2dba12fc7423cdcf.png" ContentType="image/png"/>
  <Override PartName="/ppt/media/pam_r2_754864728fdcb38e_t4_click_754864728fdcb38e8bc573223bd037bf58e78cd2afd72828d953e26c629bd93c.png" ContentType="image/png"/>
  <Override PartName="/ppt/media/pam_r2_e2483d12016ea433_t4_click_e2483d12016ea43376252110c230f956a9d7bb09774c55cb931ad25a83126afe.png" ContentType="image/png"/>
  <Override PartName="/ppt/media/pam_r2_67b3c800c5daa690_t4_click_67b3c800c5daa690f58fa62848acf9a635ce9a403d9a6877edfc8f81fc2b373f.png" ContentType="image/png"/>
  <Override PartName="/ppt/media/pam_r2_b19ca7e10c2f1801_t4_click_b19ca7e10c2f18012c8537c957286f58a872dd1e350ea2dcd03196bf70322b8f.png" ContentType="image/png"/>
  <Override PartName="/ppt/media/pam_r2_3a31d45eb57423c8_t4_click_3a31d45eb57423c8d2465ee775eb2d56d87e2ead27c9659368c1e378dfbc9383.png" ContentType="image/png"/>
  <Override PartName="/ppt/media/pam_r2_919979dd9c5eeeaa_t4_click_919979dd9c5eeeaaeb6b432f425389364e475b8cd7a03fe213424928e5e46151.png" ContentType="image/png"/>
  <Override PartName="/ppt/media/pam_r2_32d2f4ab670dc167_t4_click_32d2f4ab670dc167c2d70f13c77726b89f114aba7e1124fcc6f207ce2ae1fcc8.png" ContentType="image/png"/>
  <Override PartName="/ppt/media/pam_r2_27cfe8464b6c81a5_t4_click_27cfe8464b6c81a5dc8b9b34f0b14b1dcb11981047293605aa812843e422e962.png" ContentType="image/png"/>
  <Override PartName="/ppt/media/pam_r2_71530d6d4b39c641_t4_click_71530d6d4b39c64191133c619687d46e75badea479ad1c1ed2179c746edbc8c5.png" ContentType="image/png"/>
  <Override PartName="/ppt/media/pam_r2_5309c09a56af806a_t4_click_5309c09a56af806a1a89ba1282e8032c7cf6f119596a610ec8a00e98c76fe622.png" ContentType="image/png"/>
  <Override PartName="/ppt/media/pam_r2_0367fa0faea348c3_t4_click_0367fa0faea348c38825bf4696686c2a1f45d7d039d432ae2876cebcd20f390a.png" ContentType="image/png"/>
  <Override PartName="/ppt/media/pam_r2_8752e23e3b1cdd4b_t4_click_8752e23e3b1cdd4b77e0dba05c84504f9d9eaab9e8459b16fb1560acb2caab32.png" ContentType="image/png"/>
  <Override PartName="/ppt/media/pam_r2_4a058f0d8890fb73_t4_click_4a058f0d8890fb735e739467008a85a3aea840d1d14d3056ddfa7467e4660fe9.png" ContentType="image/png"/>
  <Override PartName="/ppt/media/pam_r2_d8452d9e606f1165_t4_click_d8452d9e606f11652cdbbfc4b72ad0eab86f3f50550c52209e1cad67e88e951f.png" ContentType="image/png"/>
  <Override PartName="/ppt/media/pam_r2_193313c704536b5f_t4_click_193313c704536b5ffed68eb4a3281974606adb8f76bf017a2bd77cb8392567ca.png" ContentType="image/png"/>
  <Override PartName="/ppt/media/pam_r2_b0fad160ac8f3307_t4_click_b0fad160ac8f33070624140f662b36ab6c87cd08c06029e5edac029bb25917fb.png" ContentType="image/png"/>
  <Override PartName="/ppt/media/pam_r2_bca4358fcdfebfb1_t4_click_bca4358fcdfebfb135ad4a81437d0cda7541e16c45d7a3d1b83d175b52da5151.png" ContentType="image/png"/>
  <Override PartName="/ppt/media/pam_r2_d701b3b073cdf219_t4_click_d701b3b073cdf21991864f21a6820f6c240acb435c9d49c9979ffec86dedb6cf.png" ContentType="image/png"/>
  <Override PartName="/ppt/media/pam_r2_c3fb69035428ca7b_t4_c3fb69035428ca7b38b37e0c.svg" ContentType="image/svg+xml"/>
  <Override PartName="/ppt/media/pam_r2_705156d08bc2b42c_image539.png" ContentType="image/png"/>
  <Override PartName="/ppt/media/pam_r2_a7c54c2431893e0f_image540.png" ContentType="image/png"/>
  <Override PartName="/ppt/media/pam_r2_3262254c173419ab_t4_3262254c173419abf1c2159c.svg" ContentType="image/svg+xml"/>
  <Override PartName="/ppt/media/pam_r2_4eb22191419f791a_t4_4eb22191419f791a6bd8f709.svg" ContentType="image/svg+xml"/>
  <Override PartName="/ppt/media/pam_r2_e0bae9eae3b90a86_t4_e0bae9eae3b90a868aadcbc5.svg" ContentType="image/svg+xml"/>
  <Override PartName="/ppt/media/pam_r2_d99837a1c9484324_image547.png" ContentType="image/png"/>
  <Override PartName="/ppt/media/pam_r2_cf529c05c2531c66_image548.png" ContentType="image/png"/>
  <Override PartName="/ppt/media/pam_r2_564a072b0ffd07f2_t4_564a072b0ffd07f257b264d7.svg" ContentType="image/svg+xml"/>
  <Override PartName="/ppt/media/pam_r2_97711a3ebf762dd3_t4_97711a3ebf762dd3b95f3975.svg" ContentType="image/svg+xml"/>
  <Override PartName="/ppt/media/pam_r2_fbef6af8617fb380_t4_fbef6af8617fb380bd5f427e.svg" ContentType="image/svg+xml"/>
  <Override PartName="/ppt/media/pam_r2_9c46c81cfe94ab38_t4_9c46c81cfe94ab38650a51c6.svg" ContentType="image/svg+xml"/>
  <Override PartName="/ppt/media/pam_r2_509e60aed1033038_image558.png" ContentType="image/png"/>
  <Override PartName="/ppt/media/pam_r2_c50e417aac10516b_image559.png" ContentType="image/png"/>
  <Override PartName="/ppt/media/pam_r2_487b4627ffd1d3a3_t4_487b4627ffd1d3a311e560c2.svg" ContentType="image/svg+xml"/>
  <Override PartName="/ppt/media/pam_r2_df8aaf9053030f5e_t4_df8aaf9053030f5e6a0ab16d.svg" ContentType="image/svg+xml"/>
  <Override PartName="/ppt/media/pam_r2_c5f3d4bae80432dd_t4_c5f3d4bae80432dd13113bd4.svg" ContentType="image/svg+xml"/>
  <Override PartName="/ppt/slideLayouts/recovery_r10_2300fbb688968eeb_t3_reference_methods_slideLayout1.xml" ContentType="application/vnd.openxmlformats-officedocument.presentationml.slideLayout+xml"/>
  <Override PartName="/ppt/slideMasters/recovery_r10_ce3126bafaead60f_t3_reference_methods_slideMaster1.xml" ContentType="application/vnd.openxmlformats-officedocument.presentationml.slideMaster+xml"/>
  <Override PartName="/ppt/slideMasters/theme/recovery_r10_8b500abccb3a8606_t3_reference_methods_theme2.xml" ContentType="application/vnd.openxmlformats-officedocument.theme+xml"/>
  <Override PartName="/ppt/media/recovery_r10_e372a287c2d057ab_image9.png" ContentType="image/png"/>
  <Override PartName="/ppt/media/recovery_r10_df2cc026a2170cdb_image10.png" ContentType="image/png"/>
  <Override PartName="/ppt/notesSlides/recovery_r10_109e1be4b52b8f1f_notesSlide1.xml" ContentType="application/vnd.openxmlformats-officedocument.presentationml.notesSlide+xml"/>
  <Override PartName="/ppt/notesMasters/theme/recovery_r10_e86eeee157d8ac86_theme3.xml" ContentType="application/vnd.openxmlformats-officedocument.theme+xml"/>
  <Override PartName="/ppt/media/recovery_r10_7d6ca37ce81a28e5_t4_7d6ca37ce81a28e5a0d2d53c.svg" ContentType="image/svg+xml"/>
  <Override PartName="/ppt/media/recovery_r10_2559dbf1da5af3f8_t4_2559dbf1da5af3f8de490dad.svg" ContentType="image/svg+xml"/>
  <Override PartName="/ppt/media/recovery_r10_2d52b4b1e75b9e49_t4_2d52b4b1e75b9e49803923df.svg" ContentType="image/svg+xml"/>
  <Override PartName="/ppt/media/recovery_r10_a9ce819f5de606b4_t4_a9ce819f5de606b46f3b3179.svg" ContentType="image/svg+xml"/>
  <Override PartName="/ppt/media/recovery_r10_db44cfd1fc52e745_t4_db44cfd1fc52e7456e403f5e.svg" ContentType="image/svg+xml"/>
  <Override PartName="/ppt/media/recovery_r10_860b59e477ca1070_t4_860b59e477ca10708c998dd9.svg" ContentType="image/svg+xml"/>
  <Override PartName="/ppt/media/recovery_r10_6304c6d3ae407d8b_t4_6304c6d3ae407d8b6500625c.svg" ContentType="image/svg+xml"/>
  <Override PartName="/ppt/media/recovery_r10_672709944e390ff2_t4_672709944e390ff25b93125a.svg" ContentType="image/svg+xml"/>
  <Override PartName="/ppt/media/recovery_r10_c94f062f379fcae9_t4_c94f062f379fcae996187158.svg" ContentType="image/svg+xml"/>
  <Override PartName="/ppt/media/recovery_r10_c8e3dcb6a4705494_t4_click_c8e3dcb6a4705494b3b8cff1f7f7b869504197f64c31601fffb526c8870b97a6.png" ContentType="image/png"/>
  <Override PartName="/ppt/media/recovery_r10_d4883700ea231414_t4_click_d4883700ea231414ad5c4b3b72005495a0499a9de5fefc165006723ec68b6a97.png" ContentType="image/png"/>
  <Override PartName="/ppt/media/recovery_r10_3a4bdf7cfa72c96a_t4_click_3a4bdf7cfa72c96a3f0630d4277d4292d69f8fe145d6b09cad624e9f67d2445e.png" ContentType="image/png"/>
  <Override PartName="/ppt/media/recovery_r10_6768d66f8c52fb8b_t4_click_6768d66f8c52fb8ba819f95d678b710d058d63eea4bac3d7957a0fc467572a20.png" ContentType="image/png"/>
  <Override PartName="/ppt/media/recovery_r10_740edd003c5df9a7_t4_click_740edd003c5df9a718e6470013ce722e8116f3f1c66bbbe6e3469f3d56c2f4be.png" ContentType="image/png"/>
  <Override PartName="/ppt/media/recovery_r10_369aa92e7860bfaf_t4_click_369aa92e7860bfafae9a2c2d8c299c3cd73397a7cb1bf2bf5b53f07623fbdbec.png" ContentType="image/png"/>
  <Override PartName="/ppt/media/recovery_r10_c2716dcb724ef593_t4_click_c2716dcb724ef5934922c6e5f34a527be211df0c4f220924a9bb6914259b0c40.png" ContentType="image/png"/>
  <Override PartName="/ppt/media/recovery_r10_78a3afed373e0791_t4_click_78a3afed373e079162e411115e81dffc5259ca827c1ce3f92c3a468e70f29197.png" ContentType="image/png"/>
  <Override PartName="/ppt/media/recovery_r10_a8a9bbd3f2014c06_t4_click_a8a9bbd3f2014c06a4f4d6b6ae7b91913fd1b098d369926089618066cb9bc3f0.png" ContentType="image/png"/>
  <Override PartName="/ppt/media/recovery_r10_0aef0e1329f06dea_t4_click_0aef0e1329f06deadbbbe895ba636bea421208c6b6b655bc136fcfccf843ae1b.png" ContentType="image/png"/>
  <Override PartName="/ppt/media/recovery_r10_26d678eaa01b349c_t4_click_26d678eaa01b349c7241e31f52e2e1e82c3023dffb3c5dc890ac2807ce7013ad.png" ContentType="image/png"/>
  <Override PartName="/ppt/media/recovery_r10_fcfb8ba2aa9b3f56_t4_click_fcfb8ba2aa9b3f56b0fd3a11d5eb13881d56028c5eda05849f31f6f66d1cbd21.png" ContentType="image/png"/>
  <Override PartName="/ppt/media/recovery_r10_ae62c8870dab9c82_t4_click_ae62c8870dab9c8246da6d93d1119123365538ad1bebb75f514b8d10c6b95426.png" ContentType="image/png"/>
  <Override PartName="/ppt/media/recovery_r10_fd6062c5d63a76b5_t4_click_fd6062c5d63a76b58a9afdc74bd7ff03c924f30cfea068a8759a9ab6e1fc5e60.png" ContentType="image/png"/>
  <Override PartName="/ppt/media/recovery_r10_e8bf5d36e6e39741_t4_click_e8bf5d36e6e397411b52073db8f2af795f5aa19e8a4a08bb2b9b00dfd3338e60.png" ContentType="image/png"/>
  <Override PartName="/ppt/media/recovery_r10_3a6e085742188ad1_image11.png" ContentType="image/png"/>
  <Override PartName="/ppt/media/recovery_r10_b5ca84f72a06f421_image19.png" ContentType="image/png"/>
  <Override PartName="/ppt/media/recovery_r10_54d975ef1c6e2ec2_image20.png" ContentType="image/png"/>
  <Override PartName="/ppt/notesSlides/recovery_r10_109e1be4b52b8f1f_notesSlide2.xml" ContentType="application/vnd.openxmlformats-officedocument.presentationml.notesSlide+xml"/>
  <Override PartName="/ppt/media/recovery_r10_66428c4ccdac4a23_t4_66428c4ccdac4a23aee905c9.svg" ContentType="image/svg+xml"/>
  <Override PartName="/ppt/media/recovery_r10_1dc49340cde066d8_t4_1dc49340cde066d8e9549d2e.svg" ContentType="image/svg+xml"/>
  <Override PartName="/ppt/media/recovery_r10_074464b466171257_t4_074464b46617125753e6a94b.svg" ContentType="image/svg+xml"/>
  <Override PartName="/ppt/media/recovery_r10_38d7267795a772e6_t4_click_38d7267795a772e6e0cc09be706e5cf7e4bc4a923c07cc31e824cda867a30e17.png" ContentType="image/png"/>
  <Override PartName="/ppt/media/recovery_r10_788a4b07f3a5c3ed_t4_click_788a4b07f3a5c3ed70a323bd516c3682c867c0e4928cc21207d7decc0db81243.png" ContentType="image/png"/>
  <Override PartName="/ppt/media/recovery_r10_77ec3ebbedb75e9a_t4_click_77ec3ebbedb75e9adf924cd01b06780d8366b374b53362c043b0ced8ba62cd70.png" ContentType="image/png"/>
  <Override PartName="/ppt/media/recovery_r10_e46ebd3f4db1d555_t4_click_e46ebd3f4db1d5552697ec2d2d599e7e88c8468e39086ba05541638cbd591fff.png" ContentType="image/png"/>
  <Override PartName="/ppt/media/recovery_r10_9a7866fbe4648e82_t4_click_9a7866fbe4648e82eecbe4ff3bfd9d9c56fa875be09b684207a845b482eb5f5f.png" ContentType="image/png"/>
  <Override PartName="/ppt/media/recovery_r10_dd4ab4da1d1fd520_t4_click_dd4ab4da1d1fd5201560848414c6635ab80c1e6a19ecbfd6ce2d35223bccc455.png" ContentType="image/png"/>
  <Override PartName="/ppt/media/recovery_r10_7972fa00eef12c3f_t4_click_7972fa00eef12c3f2f2765f23a2b9256bcd49cb78ccee60e07530ab34e3f5fc9.png" ContentType="image/png"/>
  <Override PartName="/ppt/media/recovery_r10_fc82a14d9ff8748f_t4_click_fc82a14d9ff8748f90dbd68e74054b5ac828b38c069fcba9e3c181abdbc00c32.png" ContentType="image/png"/>
  <Override PartName="/ppt/media/recovery_r10_188757966634a29d_t4_click_188757966634a29dce07f2e33ae3caf5d67f424c32230c713ae7ad156daf24ae.png" ContentType="image/png"/>
  <Override PartName="/ppt/media/recovery_r10_19f457bf043f0bf8_t4_click_19f457bf043f0bf8e3446ef98513b8439cbc7c76baea02c2080c4da81183f4e5.png" ContentType="image/png"/>
  <Override PartName="/ppt/media/recovery_r10_8a830c55c7d5a547_t4_click_8a830c55c7d5a54701e15150d8f32260962604bf593d289e1b56639d6e5827d1.png" ContentType="image/png"/>
  <Override PartName="/ppt/media/recovery_r10_7e34a06d3837633e_t4_click_7e34a06d3837633ec1fcba7ed90656f4d7183490b07d9c4bef9e9bcc2b2bdf69.png" ContentType="image/png"/>
  <Override PartName="/ppt/media/recovery_r10_e6d44039131b488f_t4_click_e6d44039131b488fe7320a302652f2dd85fcf6b224e4d234a34ca63174d5e63d.png" ContentType="image/png"/>
  <Override PartName="/ppt/media/recovery_r10_60a65a36db8f77cc_t4_click_60a65a36db8f77cc759d994d121fbc9a2a06f12cb13ed17b541e21823d0f48a8.png" ContentType="image/png"/>
  <Override PartName="/ppt/media/recovery_r10_571b3777b53cd532_t4_click_571b3777b53cd5329e25bc0e703ac798182e6bae51832a81bb8b8c89d6adf3d5.png" ContentType="image/png"/>
  <Override PartName="/ppt/media/recovery_r10_58aae40f4908b96d_t4_click_58aae40f4908b96db9f0d63425e12eb9755bf028d1a0d9e877fb00e41b2f4659.png" ContentType="image/png"/>
  <Override PartName="/ppt/media/recovery_r10_d8ff2e03a554308b_image21.png" ContentType="image/png"/>
  <Override PartName="/ppt/media/recovery_r10_0a52509b5aff1e4a_image22.png" ContentType="image/png"/>
  <Override PartName="/ppt/media/recovery_r10_7e04dd7bcca512ea_image23.png" ContentType="image/png"/>
  <Override PartName="/ppt/media/recovery_r10_2ca80b6e68e01d9f_image30.png" ContentType="image/png"/>
  <Override PartName="/ppt/media/recovery_r10_eb375ed2d91fe12b_image31.png" ContentType="image/png"/>
  <Override PartName="/ppt/notesSlides/recovery_r10_109e1be4b52b8f1f_notesSlide3.xml" ContentType="application/vnd.openxmlformats-officedocument.presentationml.notesSlide+xml"/>
  <Override PartName="/ppt/media/recovery_r10_49d586c6d955d1af_t4_49d586c6d955d1afe96a5e09.svg" ContentType="image/svg+xml"/>
  <Override PartName="/ppt/media/recovery_r10_dd093ab6d4654e1c_t4_dd093ab6d4654e1c1b63e3b0.svg" ContentType="image/svg+xml"/>
  <Override PartName="/ppt/media/recovery_r10_4f93bdc2f7918535_t4_4f93bdc2f79185356cd21d02.svg" ContentType="image/svg+xml"/>
  <Override PartName="/ppt/media/recovery_r10_26571c4d79d6107f_t4_click_26571c4d79d6107f84fe45421ab8af0958ce536def15c2b0645b29ba01bcca27.png" ContentType="image/png"/>
  <Override PartName="/ppt/media/recovery_r10_974571f74c8c63c0_t4_click_974571f74c8c63c0f69d4d0a17a6524334080b9b33acdd67fd61bcab1d5340f5.png" ContentType="image/png"/>
  <Override PartName="/ppt/media/recovery_r10_8006c3b185a77bab_t4_click_8006c3b185a77bab57feebe8093642b5bf24391a7473dee6e063ffbd988e50a4.png" ContentType="image/png"/>
  <Override PartName="/ppt/media/recovery_r10_d7b1cd0245619499_t4_click_d7b1cd0245619499b1c5e7fc131fe10df4898930968a47ba7a39839db384bde6.png" ContentType="image/png"/>
  <Override PartName="/ppt/media/recovery_r10_75e93829e1af6050_t4_click_75e93829e1af6050520afe54cbeca32d15c429f892f6134d722b18fe6b6b80ae.png" ContentType="image/png"/>
  <Override PartName="/ppt/media/recovery_r10_19d132715f336838_t4_click_19d132715f336838de40c6ddabd8b31a38022641590610bae1d7db17e81d06d9.png" ContentType="image/png"/>
  <Override PartName="/ppt/media/recovery_r10_4c2a204661489b6e_t4_click_4c2a204661489b6e125d99864d7c920c53de5f5f928d3ae8e98990565b79b14b.png" ContentType="image/png"/>
  <Override PartName="/ppt/media/recovery_r10_743f717442525268_t4_click_743f717442525268c40a9f921acbb1cd952b445506184388cea55dfaaf0cb602.png" ContentType="image/png"/>
  <Override PartName="/ppt/media/recovery_r10_49982a588a9f6a7c_t4_click_49982a588a9f6a7c2e7addc2a2bb763f4fc103786886d87e341a8075ec7037b2.png" ContentType="image/png"/>
  <Override PartName="/ppt/media/recovery_r10_fae0de05cd238181_t4_click_fae0de05cd238181c6840fd87bf58b3907000563f1a714a62faa5f6cdc026dec.png" ContentType="image/png"/>
  <Override PartName="/ppt/media/recovery_r10_d1f1fe13a4ea36a1_t4_click_d1f1fe13a4ea36a1fc1e0d62bd4950ca6a5a2ac47dacba56632893649aa0d0b5.png" ContentType="image/png"/>
  <Override PartName="/ppt/media/recovery_r10_a16b52a83ddf0aba_t4_click_a16b52a83ddf0aba3d92f8a16e5c7587159c3374438810ad44f190ba36b774ca.png" ContentType="image/png"/>
  <Override PartName="/ppt/media/recovery_r10_f051072b17a2ec9f_t4_click_f051072b17a2ec9f41d7cf98c0cfaf98319232e853e4d3c257931e5a2407f958.png" ContentType="image/png"/>
  <Override PartName="/ppt/media/recovery_r10_af4a32796e350858_t4_click_af4a32796e350858ecfcc6c43ed23f05b715f5e8d6bf8efb0821da778694d419.png" ContentType="image/png"/>
  <Override PartName="/ppt/media/recovery_r10_c805a6c49fb565ac_t4_click_c805a6c49fb565ac7be539096aeb5e07b45f024804747bb5ae57c2ef6f54e273.png" ContentType="image/png"/>
  <Override PartName="/ppt/media/recovery_r10_b7e25db3c297ea47_t4_click_b7e25db3c297ea4747cae91020c685f476c4a8dc1406dd3e5d6ec066c1668317.png" ContentType="image/png"/>
  <Override PartName="/ppt/media/recovery_r10_79370eaf983e7a8d_t4_click_79370eaf983e7a8db9b6d1efdfd6403655c1f3174fede7a8475bf9e3ce637094.png" ContentType="image/png"/>
  <Override PartName="/ppt/media/recovery_r10_5a071405ea223432_t4_click_5a071405ea223432e9662820e0950bec4377bf16841b2f9766bc17ba7e056a68.png" ContentType="image/png"/>
  <Override PartName="/ppt/media/recovery_r10_8b99df94c359733c_t4_click_8b99df94c359733c9bf41d7e73bca23df81ceb060f8da604061538df215f687c.png" ContentType="image/png"/>
  <Override PartName="/ppt/media/recovery_r10_7f3aeae7248af155_t4_click_7f3aeae7248af1552adf43a8cc20bdb9cbe11b74da69371a528f278221a0f370.png" ContentType="image/png"/>
  <Override PartName="/ppt/media/recovery_r10_afd80bca4c0eccaf_t4_click_afd80bca4c0eccaf6845cb919f817aa005b32504960fc2ae688776b8f5e56bb4.png" ContentType="image/png"/>
  <Override PartName="/ppt/media/recovery_r10_0aa22dce6538833a_t4_click_0aa22dce6538833ae79114fb58c8f663959ec9b2b632c21701fbc3fd83119a40.png" ContentType="image/png"/>
  <Override PartName="/ppt/media/recovery_r10_37e8ce87ec837172_t4_click_37e8ce87ec837172e222cf00ac2032769ed2e07a1aaf29b6abcaee4e726c51b8.png" ContentType="image/png"/>
  <Override PartName="/ppt/media/recovery_r10_9f403b197287b848_t4_click_9f403b197287b848817b42f740213ec355005f264c2501b87739abf9ed2d451a.png" ContentType="image/png"/>
  <Override PartName="/ppt/media/recovery_r10_d7e8381c77467ed7_t4_click_d7e8381c77467ed744b5883460fbfbd36d510013f8674a24f55f499a9175abf7.png" ContentType="image/png"/>
  <Override PartName="/ppt/media/recovery_r10_7265b47a1761ca9a_t4_click_7265b47a1761ca9a7a635fe70c4f6faec36fb10d1a7f4a945823b6758767d15c.png" ContentType="image/png"/>
  <Override PartName="/ppt/media/recovery_r10_ae382ad9e939ab81_t4_click_ae382ad9e939ab81642d03d97bf9e57696f64158ffe544a8df19f4087c7b6a37.png" ContentType="image/png"/>
  <Override PartName="/ppt/media/recovery_r10_e71ee8a37d523314_t4_click_e71ee8a37d523314fa70593787eb22371a365215268579e43ba6477113d08673.png" ContentType="image/png"/>
  <Override PartName="/ppt/media/recovery_r10_1287606361faa7f1_t4_click_1287606361faa7f1a3a686f6ada6590fa8f8c2bd8ceda4f54e673050470cc55a.png" ContentType="image/png"/>
  <Override PartName="/ppt/media/recovery_r10_1d15ef51b1e6d7c8_t4_click_1d15ef51b1e6d7c8115ce1a3e4e78c99037cc6e545eb7204d9250f8854438061.png" ContentType="image/png"/>
  <Override PartName="/ppt/media/recovery_r10_d3dab9e97a111585_t4_click_d3dab9e97a1115853f07bd0a15a3c89d115d80d872436cc207b0b439f2234d6a.png" ContentType="image/png"/>
  <Override PartName="/ppt/media/recovery_r10_8bfcd6158eb37959_t4_click_8bfcd6158eb37959b623bf8f4c289aa65d5504c93afca00324dff6014080a942.png" ContentType="image/png"/>
  <Override PartName="/ppt/media/recovery_r10_8276503213453465_t4_click_8276503213453465b7eb58c25162355f427bae3511c847dc1079657e018590cd.png" ContentType="image/png"/>
  <Override PartName="/ppt/media/recovery_r10_db3db54af049504c_t4_click_db3db54af049504c7b469a173fcd19f2fe63c1acfb89e150e2ba331b29c373ba.png" ContentType="image/png"/>
  <Override PartName="/ppt/media/recovery_r10_04ce72398632cd6b_t4_click_04ce72398632cd6b6038e0636d24937f3c3528e26075bd4e4d1b1d4def2b0d25.png" ContentType="image/png"/>
  <Override PartName="/ppt/media/recovery_r10_70c40704b6b8ac41_t4_click_70c40704b6b8ac41cd6b1a1c8484f2dcb04f3eaeafb788a947a7d1df5fb9fd8e.png" ContentType="image/png"/>
  <Override PartName="/ppt/media/recovery_r10_c80194bfa60acb79_t4_click_c80194bfa60acb79dfaef7d33f99d61fa3bc5d3a9b884b00e0b1bec87822ebe7.png" ContentType="image/png"/>
  <Override PartName="/ppt/media/recovery_r10_e93d619369cc1670_t4_click_e93d619369cc1670b18a3aa360e9fb603b7ac8e4a58a7d1d3ee06a4679da9fd9.png" ContentType="image/png"/>
  <Override PartName="/ppt/media/recovery_r10_6c9b57715bb0b523_t4_click_6c9b57715bb0b523d323f786b6e7efc62bbae49268451b14e33bb70be61d16a4.png" ContentType="image/png"/>
  <Override PartName="/ppt/media/recovery_r10_c1a2603487e43996_t4_click_c1a2603487e43996a065538caf56bac5e8de6c1d9b2d3c12c2467ea1b1d99416.png" ContentType="image/png"/>
  <Override PartName="/ppt/media/recovery_r10_b2bbeab91174070f_t4_click_b2bbeab91174070ffc4f96b8c84ad9041498a0605cdaa5939e771e06dcdc73f9.png" ContentType="image/png"/>
  <Override PartName="/ppt/media/recovery_r10_427650d74a843634_t4_click_427650d74a84363496fa41913660bcd1e382d9f9bcf691c935345c41b956af32.png" ContentType="image/png"/>
  <Override PartName="/ppt/media/recovery_r10_dba9d819fdf90caa_t4_click_dba9d819fdf90caa3d51730a2667e880c2576d6be5ce984d07c8c267db46bd91.png" ContentType="image/png"/>
  <Override PartName="/ppt/media/recovery_r10_56fc7867aa75b705_t4_click_56fc7867aa75b7050123fd732debc36276625d421f754210fc597dab4bf97ef4.png" ContentType="image/png"/>
  <Override PartName="/ppt/media/recovery_r10_5eca9e8024af82be_t4_click_5eca9e8024af82be023bedceab2322fabc08f9e19b5e15a499167ea171e6d90a.png" ContentType="image/png"/>
  <Override PartName="/ppt/media/recovery_r10_de6c50d520e1014c_t4_click_de6c50d520e1014c2bb8d5a2b576a17863be6da9ae150ef70d20cbdc0c19f866.png" ContentType="image/png"/>
  <Override PartName="/ppt/media/recovery_r10_eb8e901f20c0a816_t4_click_eb8e901f20c0a816ce4e2f21cdc28f88849748f529cc466dc15ac8aa705ce1cb.png" ContentType="image/png"/>
  <Override PartName="/ppt/media/recovery_r10_8550fca1d5c82f4c_t4_click_8550fca1d5c82f4cb4490fd3ce224ea18e978d9ac53012638e16b7be1c8d0bc8.png" ContentType="image/png"/>
  <Override PartName="/ppt/media/recovery_r10_0782d55068213777_t4_click_0782d5506821377746c0476cc74986167f6d1799a75e6d9059da6e3a00027935.png" ContentType="image/png"/>
  <Override PartName="/ppt/media/recovery_r10_2c724f0d8e82746a_t4_click_2c724f0d8e82746a7cf8864b7fd2149687598a2775a0de83f58973cf70791a11.png" ContentType="image/png"/>
  <Override PartName="/ppt/media/recovery_r10_67e2bf7f7a9f26b0_t4_click_67e2bf7f7a9f26b0c2830fb93703d36c8a06ab9e9e63f6256f4601d124bc8782.png" ContentType="image/png"/>
  <Override PartName="/ppt/media/recovery_r10_618cd12dad7a5301_t4_click_618cd12dad7a5301a0dbe4efa0944460780332099dfd5f0baa5ad0d7e26c2d5f.png" ContentType="image/png"/>
  <Override PartName="/ppt/media/recovery_r10_057b60604849a30f_t4_click_057b60604849a30fc71e5b7820a2f0d214e427692b3b0f628963cf236314488a.png" ContentType="image/png"/>
  <Override PartName="/ppt/media/recovery_r10_47fcf1b81663999c_t4_click_47fcf1b81663999c6289b82172c08e2bfad25ecff2e71f61154130e34058879b.png" ContentType="image/png"/>
  <Override PartName="/ppt/media/recovery_r10_547e2092960014cf_t4_click_547e2092960014cf67e9286f3eb439b9f6dcb45d18b68229bd64b3ccfcb4b029.png" ContentType="image/png"/>
  <Override PartName="/ppt/media/recovery_r10_d63d142927261c9b_t4_click_d63d142927261c9b5e17a9c6bb8d025b8857fb499015385a637c68c0a1118889.png" ContentType="image/png"/>
  <Override PartName="/ppt/media/recovery_r10_2cab9326804a28d1_t4_click_2cab9326804a28d1a40a717fb588f49c61d3af7a45929b3f0608be39322d5f5a.png" ContentType="image/png"/>
  <Override PartName="/ppt/media/recovery_r10_a4a321944433fe6d_t4_click_a4a321944433fe6dfd6fe50f64ed8e09777085d44edf4417c21d3477f37a5b3d.png" ContentType="image/png"/>
  <Override PartName="/ppt/slides/recovery_routes_r10.xml" ContentType="application/vnd.openxmlformats-officedocument.presentationml.slide+xml"/>
  <Override PartName="/ppt/slideLayouts/choice_r11_2300fbb688968eeb_t3_reference_methods_slideLayout1.xml" ContentType="application/vnd.openxmlformats-officedocument.presentationml.slideLayout+xml"/>
  <Override PartName="/ppt/slideMasters/choice_r11_ce3126bafaead60f_t3_reference_methods_slideMaster1.xml" ContentType="application/vnd.openxmlformats-officedocument.presentationml.slideMaster+xml"/>
  <Override PartName="/ppt/slideMasters/theme/choice_r11_8b500abccb3a8606_t3_reference_methods_theme2.xml" ContentType="application/vnd.openxmlformats-officedocument.theme+xml"/>
  <Override PartName="/ppt/media/choice_r11_f168839e89ee49e1_image.png" ContentType="image/png"/>
  <Override PartName="/ppt/media/choice_r11_b97703a9696e6b60_image2.png" ContentType="image/png"/>
  <Override PartName="/ppt/media/choice_r11_d5e02871ac173e2d_image3.png" ContentType="image/png"/>
  <Override PartName="/ppt/media/choice_r11_a87c7c3d527cbd62_image11.png" ContentType="image/png"/>
  <Override PartName="/ppt/notesSlides/choice_r11_c520e1682907aa5c_notesSlide1.xml" ContentType="application/vnd.openxmlformats-officedocument.presentationml.notesSlide+xml"/>
  <Override PartName="/ppt/notesMasters/theme/choice_r11_e86eeee157d8ac86_theme3.xml" ContentType="application/vnd.openxmlformats-officedocument.theme+xml"/>
  <Override PartName="/ppt/media/choice_r11_bf740e95ab070df5_t4_bf740e95ab070df570ae3bbf.svg" ContentType="image/svg+xml"/>
  <Override PartName="/ppt/media/choice_r11_03c2753430267f47_t4_03c2753430267f47a6c6342c.svg" ContentType="image/svg+xml"/>
  <Override PartName="/ppt/media/choice_r11_9b0c62cdb2fae59a_t4_9b0c62cdb2fae59a2cdba6a2.svg" ContentType="image/svg+xml"/>
  <Override PartName="/ppt/media/choice_r11_d816c5a8faf77478_t4_d816c5a8faf774785b0aa7e0.svg" ContentType="image/svg+xml"/>
  <Override PartName="/ppt/media/choice_r11_cdaa77b7c88f9272_t4_cdaa77b7c88f92726ddc0d15.svg" ContentType="image/svg+xml"/>
  <Override PartName="/ppt/media/choice_r11_7e3c2560dd29ccaf_t4_7e3c2560dd29ccafa6f92946.svg" ContentType="image/svg+xml"/>
  <Override PartName="/ppt/media/choice_r11_e2d4e72185acf564_t4_e2d4e72185acf5642a973516.svg" ContentType="image/svg+xml"/>
  <Override PartName="/ppt/media/choice_r11_18b125f5abc4a69e_t4_18b125f5abc4a69e9bfdf2be.svg" ContentType="image/svg+xml"/>
  <Override PartName="/ppt/media/choice_r11_833d85eb25b09d30_t4_833d85eb25b09d307abf1ee3.svg" ContentType="image/svg+xml"/>
  <Override PartName="/ppt/media/choice_r11_9fd51de09ff5e217_t4_click_9fd51de09ff5e2174d9d23898dd66e19cc195aade00844ed61cfa99d7f0c5a4d.png" ContentType="image/png"/>
  <Override PartName="/ppt/media/choice_r11_e233e5486535fb4c_t4_click_e233e5486535fb4ca03f54740c259741ec0a04b39b0143d578c79abbbd17783d.png" ContentType="image/png"/>
  <Override PartName="/ppt/media/choice_r11_1639e424bcd37726_t4_click_1639e424bcd377267d17610f95f6c08da65fd9abd4a455a33b6d3341884d0b06.png" ContentType="image/png"/>
  <Override PartName="/ppt/media/choice_r11_2b84c4678e31965b_t4_click_2b84c4678e31965b868469db4d8fc08fa36fb6289e03de669de2c967eb5b7d12.png" ContentType="image/png"/>
  <Override PartName="/ppt/media/choice_r11_5cf24e0989b8d7d4_t4_click_5cf24e0989b8d7d4a086eee42ab9979c1b112c5df0fc059ee70edf95aa9ba0c3.png" ContentType="image/png"/>
  <Override PartName="/ppt/media/choice_r11_f7e74b99ac7f3df8_t4_click_f7e74b99ac7f3df8727afce47a025db7be5ae4582e2384152e8b53cac44c9f0e.png" ContentType="image/png"/>
  <Override PartName="/ppt/media/choice_r11_befef570fc7cd39b_t4_click_befef570fc7cd39b8c94657ce4884519c483a812c72a2939332496742d2bc56a.png" ContentType="image/png"/>
  <Override PartName="/ppt/media/choice_r11_cf4bc8120772b7c0_t4_click_cf4bc8120772b7c060c97e4b187a1e427a46b3cca36f1ce06bc1d840e537cd02.png" ContentType="image/png"/>
  <Override PartName="/ppt/media/choice_r11_754cfcf14f2bb6f7_t4_click_754cfcf14f2bb6f71c21dc1c7c3d3717f184add0293ec91272aa88f72c76f952.png" ContentType="image/png"/>
  <Override PartName="/ppt/media/choice_r11_a58f4d51244a3b71_t4_click_a58f4d51244a3b71678c8a10fc46d1774bb3bf59fbfaf1f964e2409e734d57b6.png" ContentType="image/png"/>
  <Override PartName="/ppt/media/choice_r11_2cd0a0cb2bb610f1_t4_click_2cd0a0cb2bb610f1b93bcdd356b09ffb524e66d1ae34464c80c0e89c5ec0f190.png" ContentType="image/png"/>
  <Override PartName="/ppt/media/choice_r11_d68464c3174546ee_t4_click_d68464c3174546eed7b1823072c09ed35aa018ba7823724e5d62f2130c870f57.png" ContentType="image/png"/>
  <Override PartName="/ppt/media/choice_r11_e8270df532b84da7_t4_click_e8270df532b84da72c84a88e3bb9706d95ca1bfcc27ac1665be449f491ff4d92.png" ContentType="image/png"/>
  <Override PartName="/ppt/media/choice_r11_36f53e637d29d671_t4_click_36f53e637d29d6718e70ff1ae7c05db15b82a72c0bdb1a2742c5988835d1f51c.png" ContentType="image/png"/>
  <Override PartName="/ppt/media/choice_r11_f156b03d11006448_t4_click_f156b03d110064481f634fb36f3b3b0265b4511c0c0086222c04716e3bb487af.png" ContentType="image/png"/>
  <Override PartName="/ppt/media/choice_r11_700b45d6160cf353_t4_click_700b45d6160cf353003e1004df6edc7c769349ac65f0df56ca8a59b3206075e3.png" ContentType="image/png"/>
  <Override PartName="/ppt/media/choice_r11_55b81c4a2e209c5a_t4_click_55b81c4a2e209c5a2f35f0fc1266d1335c97beb3468a859d9c3a6ddcb6ba2db4.png" ContentType="image/png"/>
  <Override PartName="/ppt/media/choice_r11_d5e784407f1a16a0_t4_click_d5e784407f1a16a07096e82fe13cf04414f4c68432b8ce66275a9d88a19770ef.png" ContentType="image/png"/>
  <Override PartName="/ppt/media/choice_r11_3e1c02051dc49ba7_t4_click_3e1c02051dc49ba71474c8fd53e2934e0cf27ef7dced3cf470ecd04cf502ac56.png" ContentType="image/png"/>
  <Override PartName="/ppt/media/choice_r11_a6034e1369acf766_t4_click_a6034e1369acf766d1a17a792addc27ec307b8a971d484e22d3984c62dbffad8.png" ContentType="image/png"/>
  <Override PartName="/ppt/media/choice_r11_8a425157b86bb397_t4_click_8a425157b86bb397fdee2eee8e98818706f6eeb6d697da7dd5efe4bce8c8f1b4.png" ContentType="image/png"/>
  <Override PartName="/ppt/media/choice_r11_8a71ed3dbbe2df59_t4_click_8a71ed3dbbe2df598d3ee47faafce96e7b1b0750d97a31d827875a5a6668f0f1.png" ContentType="image/png"/>
  <Override PartName="/ppt/media/choice_r11_589d893bf2e252b2_t4_click_589d893bf2e252b2bb7bfc4135807070590a6e5470ee5ac02d52d09288124b32.png" ContentType="image/png"/>
  <Override PartName="/ppt/media/choice_r11_c4484c9df35d97f2_t4_click_c4484c9df35d97f2ab259cbe2dd83fd80b69e95fe1c9f07855ebc20b1f93acf3.png" ContentType="image/png"/>
  <Override PartName="/ppt/media/choice_r11_9ebccdbdeeb7ee5c_t4_click_9ebccdbdeeb7ee5c0583e463be93329f2be81ccb6e277d6b340999d9f85bb891.png" ContentType="image/png"/>
  <Override PartName="/ppt/media/choice_r11_3fdc0cc5ebe28869_t4_click_3fdc0cc5ebe28869d5304b1232b1b0a698a856d817ab6c1503c1fc4db20e55e3.png" ContentType="image/png"/>
  <Override PartName="/ppt/media/choice_r11_2fb1d0f35a0b86f1_t4_click_2fb1d0f35a0b86f12c8592de0da875db8dd65fdecbe6600db311656c68c50dcf.png" ContentType="image/png"/>
  <Override PartName="/ppt/media/choice_r11_d011bc5773bb355e_t4_click_d011bc5773bb355edebd1dd6124774e5931ad3a4d090eada61879b7c0e208bbe.png" ContentType="image/png"/>
  <Override PartName="/ppt/media/choice_r11_ca0c414763e54ebc_t4_click_ca0c414763e54ebc7746fceccffdf52aa8691c4821b2726bc9ee8c8eb1762af6.png" ContentType="image/png"/>
  <Override PartName="/ppt/media/choice_r11_142d2d3555ab51ad_t4_click_142d2d3555ab51adbeb1ff1c727d71382b6f879bdcb097eee316239b7d3a6b9b.png" ContentType="image/png"/>
  <Override PartName="/ppt/media/choice_r11_e277629c989ca4b7_t4_click_e277629c989ca4b78bb0f37030f58daadd7505c22dcd3f5dd352cb329e5c3e8a.png" ContentType="image/png"/>
  <Override PartName="/ppt/media/choice_r11_32a72cf19b8e954e_t4_click_32a72cf19b8e954e5277a1bd558dbae4ae239a8176fe13db8572834e7226c85d.png" ContentType="image/png"/>
  <Override PartName="/ppt/media/choice_r11_193f2921e16dc197_t4_click_193f2921e16dc1975125a11e2b6aa8f4d5ada576e19f8e68ed03510f789c2d8c.png" ContentType="image/png"/>
  <Override PartName="/ppt/media/choice_r11_b439786235191c2b_t4_click_b439786235191c2b117b80d470faa1237f134eef28eb96c29c7325858daf2395.png" ContentType="image/png"/>
  <Override PartName="/ppt/media/choice_r11_60627acdf4d45583_t4_click_60627acdf4d45583b41354bf6aaec35e079a4075c99b4c816bfab3eb910ebaea.png" ContentType="image/png"/>
  <Override PartName="/ppt/media/choice_r11_47129c0d3e10b11e_t4_click_47129c0d3e10b11e731f52af8f4e5113f1abda542a623c9fb3fbc12b328e27f7.png" ContentType="image/png"/>
  <Override PartName="/ppt/media/choice_r11_da182c0776f9952b_t4_click_da182c0776f9952b5ad4653b59c38059376993eb7b672c0ecc97d9baa7366322.png" ContentType="image/png"/>
  <Override PartName="/ppt/media/choice_r11_493b1ce7aa573708_t4_click_493b1ce7aa5737088343df5aa2a0b4f172897151486e721200ae4dc652fb2982.png" ContentType="image/png"/>
  <Override PartName="/ppt/media/choice_r11_7ae4901bf937b28f_t4_click_7ae4901bf937b28fa933d7e153c475d1d174b7e0696edceae449898949639393.png" ContentType="image/png"/>
  <Override PartName="/ppt/media/choice_r11_03ca2d41efb30947_t4_click_03ca2d41efb30947dbdd8cdc972c5ceab4ef0eaf844e132cab7d2abb5cd5dac3.png" ContentType="image/png"/>
  <Override PartName="/ppt/media/choice_r11_07abf8f863e1a50e_t4_click_07abf8f863e1a50e132aa82489c2f3d54972c97d505f5b9ca8b045124a5aa31c.png" ContentType="image/png"/>
  <Override PartName="/ppt/media/choice_r11_fd91051c2165a55a_t4_click_fd91051c2165a55a81da4e776d2597d0795e9b9dabb48ac719899d4a58a88554.png" ContentType="image/png"/>
  <Override PartName="/ppt/media/choice_r11_42c22c5820a1d19c_t4_click_42c22c5820a1d19cc87384750a225497d0e9f73967c967eb7e889dda85378a6a.png" ContentType="image/png"/>
  <Override PartName="/ppt/media/choice_r11_5f78d8707a0c3f23_t4_click_5f78d8707a0c3f239438d06fd6da771d874aee3c437b5f4e6d15d2fd1cb99feb.png" ContentType="image/png"/>
  <Override PartName="/ppt/media/choice_r11_47b484ce1a1fcddd_t4_click_47b484ce1a1fcdddc961ad805d4dcb8750d8437b1abe560d872e69f32d789cdb.png" ContentType="image/png"/>
  <Override PartName="/ppt/media/choice_r11_9b18d3a9119388cd_t4_click_9b18d3a9119388cd528b6b4fbc356f633ff327ca205a3ed43b6d2665c76096ce.png" ContentType="image/png"/>
  <Override PartName="/ppt/media/choice_r11_ca045f5706245d2e_t4_click_ca045f5706245d2ee180aaccd48063ca841335939d9ac72c2a522457a597d49c.png" ContentType="image/png"/>
  <Override PartName="/ppt/media/choice_r11_ca6a863cb19c082e_t4_click_ca6a863cb19c082e561ebafc7abea2fc286c70f285b16d22277988afa5a642ae.png" ContentType="image/png"/>
  <Override PartName="/ppt/media/choice_r11_791c6c849a220d11_t4_click_791c6c849a220d110310681c11064bc0cecb12042e204f9893128b062f55ccc2.png" ContentType="image/png"/>
  <Override PartName="/ppt/media/choice_r11_c6aaaa71b0e0eaf8_t4_click_c6aaaa71b0e0eaf8839d7f9ad270cbef238e7ae7c390ba56f5cfa610ea545eca.png" ContentType="image/png"/>
  <Override PartName="/ppt/media/choice_r11_ee8789375c8a1b2b_t4_click_ee8789375c8a1b2bf1a6904db8972698495c3862b52bc975703a0f7eb2a2defa.png" ContentType="image/png"/>
  <Override PartName="/ppt/media/choice_r11_14c02f1b60832cfb_t4_click_14c02f1b60832cfb0ba8571507cc3b426c6d8fea303f8a09123b734b58832e1c.png" ContentType="image/png"/>
  <Override PartName="/ppt/media/choice_r11_602f5e99379ef024_t4_click_602f5e99379ef0244ac442637bf3874bb0f8c5047684b93bd2360faeeed93dd4.png" ContentType="image/png"/>
  <Override PartName="/ppt/media/choice_r11_ef67e580da6debf3_t4_click_ef67e580da6debf3baa27be8a363d4917a0e3c3fbc217c5498a9a65a77c06e6a.png" ContentType="image/png"/>
  <Override PartName="/ppt/media/choice_r11_dd4b23de7f5e39e0_t4_click_dd4b23de7f5e39e0f2858c691aeab5d7a4949ce5cd6a2e9f03f2026a0d4a8b31.png" ContentType="image/png"/>
  <Override PartName="/ppt/media/choice_r11_9ffba6c4b08bfd87_t4_click_9ffba6c4b08bfd8796b8339590c042d1c748e8baee879eb82fbd88cdfbabc5aa.png" ContentType="image/png"/>
  <Override PartName="/ppt/media/choice_r11_cbee56b0dc09e300_t4_click_cbee56b0dc09e3001f83b38cc095ff8d439686105e534736a70bb41a24573080.png" ContentType="image/png"/>
  <Override PartName="/ppt/media/choice_r11_91445047db2f326d_t4_click_91445047db2f326d4e41d6256cc4c4c912c8eaa659268c4f575c301076019b24.png" ContentType="image/png"/>
  <Override PartName="/ppt/media/choice_r11_4b491118c221eafb_t4_click_4b491118c221eafb564fc634af89632f5824c2880f8bb90dd1068b88aacb3364.png" ContentType="image/png"/>
  <Override PartName="/ppt/media/choice_r11_22dba5f3026472bd_t4_click_22dba5f3026472bd6c0784090bc5b0452f9c5ad1148b0419f989b7b1b30874e4.png" ContentType="image/png"/>
  <Override PartName="/ppt/media/choice_r11_f059313bafa1c297_t4_click_f059313bafa1c297a906cd719f70b6fc19c0c7ae952af5a0dfaa9ccc79025d9c.png" ContentType="image/png"/>
  <Override PartName="/ppt/media/choice_r11_b5c1dec209fdfdc1_t4_click_b5c1dec209fdfdc15692bdc7f9fb9d109471c2939ece63a575380406a5a19915.png" ContentType="image/png"/>
  <Override PartName="/ppt/media/choice_r11_47403ffa88c78e55_t4_click_47403ffa88c78e55f707cbf044e50a09ac52a6b72c2dfc0de1340c0dcac233d3.png" ContentType="image/png"/>
  <Override PartName="/ppt/media/choice_r11_c12b0feb8e1344c5_t4_click_c12b0feb8e1344c50221e0cbcbbc060fa51f5cec1892c357e54108ff656fbbff.png" ContentType="image/png"/>
  <Override PartName="/ppt/media/choice_r11_284bab18cc052505_t4_click_284bab18cc0525058ef4aca039b451160e811f23eedcb0389a98b58abe237293.png" ContentType="image/png"/>
  <Override PartName="/ppt/media/choice_r11_c01c0b7b694a95f9_t4_click_c01c0b7b694a95f9ee349192a25127abc16f4c164e942c06abfd39eb95b1f2b5.png" ContentType="image/png"/>
  <Override PartName="/ppt/media/choice_r11_2d0ff3e5a8e8311f_t4_click_2d0ff3e5a8e8311fe248b669e4c195df54c1847e2ca82c5b9f19a9f6dc7280aa.png" ContentType="image/png"/>
  <Override PartName="/ppt/media/choice_r11_297529fc8f9eebce_t4_click_297529fc8f9eebce9baa953252b4eff74731ef85e666753bce1054bb40cfd48c.png" ContentType="image/png"/>
  <Override PartName="/ppt/media/choice_r11_b7a939f7ec4f8619_t4_click_b7a939f7ec4f8619b72d142847c8c3650ecb26fa4f4336d3979d74c173f64bc2.png" ContentType="image/png"/>
  <Override PartName="/ppt/media/choice_r11_0562e4a52b12c737_t4_click_0562e4a52b12c737ac5355fc43e3e51921c86871902e267195aaeae627e264a0.png" ContentType="image/png"/>
  <Override PartName="/ppt/media/choice_r11_407faffd82a962bc_t4_click_407faffd82a962bc83552df965f829c4bc62dfd79e04b2ddd0005d47502eed69.png" ContentType="image/png"/>
  <Override PartName="/ppt/media/choice_r11_4151c0bdb2505663_t4_click_4151c0bdb2505663c5e63a9153c4c13cf59468f1fd6198b258c253021853ff80.png" ContentType="image/png"/>
  <Override PartName="/ppt/media/choice_r11_12148584ad8099c0_t4_click_12148584ad8099c0e54f101d46dfb957f14145c3a5f02bfe075104bff18065f3.png" ContentType="image/png"/>
  <Override PartName="/ppt/media/choice_r11_924198fb2c9a9c0f_t4_click_924198fb2c9a9c0f779cfe5714496c14a007487ccee4f0a96317d14be4791328.png" ContentType="image/png"/>
  <Override PartName="/ppt/media/choice_r11_0299bad0dc283c2f_t4_click_0299bad0dc283c2f8a4add064a34adffe991ec73d1924a841c4b4f37f9b88143.png" ContentType="image/png"/>
  <Override PartName="/ppt/media/choice_r11_6561ecf54cb39647_t4_click_6561ecf54cb39647cc82af4301e56f76acaaa1e4a9a8222f6dbbb26bc5ffc0b9.png" ContentType="image/png"/>
  <Override PartName="/ppt/slideLayouts/sinc_r12_2300fbb688968eeb_t3_reference_methods_slideLayout1.xml" ContentType="application/vnd.openxmlformats-officedocument.presentationml.slideLayout+xml"/>
  <Override PartName="/ppt/slideMasters/sinc_r12_ce3126bafaead60f_t3_reference_methods_slideMaster1.xml" ContentType="application/vnd.openxmlformats-officedocument.presentationml.slideMaster+xml"/>
  <Override PartName="/ppt/slideMasters/theme/sinc_r12_8b500abccb3a8606_t3_reference_methods_theme2.xml" ContentType="application/vnd.openxmlformats-officedocument.theme+xml"/>
  <Override PartName="/ppt/media/sinc_r12_55aed1ac72c4eacd_image.png" ContentType="image/png"/>
  <Override PartName="/ppt/media/sinc_r12_fbbe8a7c352d3d83_image2.png" ContentType="image/png"/>
  <Override PartName="/ppt/media/sinc_r12_289be813339d5f44_image3.png" ContentType="image/png"/>
  <Override PartName="/ppt/notesSlides/sinc_r12_2f53e5f32c4b7bfd_notesSlide1.xml" ContentType="application/vnd.openxmlformats-officedocument.presentationml.notesSlide+xml"/>
  <Override PartName="/ppt/notesMasters/theme/sinc_r12_e86eeee157d8ac86_theme3.xml" ContentType="application/vnd.openxmlformats-officedocument.theme+xml"/>
  <Override PartName="/ppt/media/sinc_r12_87eb75da0da66374_t4_87eb75da0da66374bcbab0ef.svg" ContentType="image/svg+xml"/>
  <Override PartName="/ppt/media/sinc_r12_8a34acd04ba668d0_t4_8a34acd04ba668d0461ff74a.svg" ContentType="image/svg+xml"/>
  <Override PartName="/ppt/media/sinc_r12_55c13e6c786bebd0_t4_55c13e6c786bebd09419a66c.svg" ContentType="image/svg+xml"/>
  <Override PartName="/ppt/media/sinc_r12_b39a1d05327e8345_t4_b39a1d05327e83454e67e6a0.svg" ContentType="image/svg+xml"/>
  <Override PartName="/ppt/media/sinc_r12_3adcd417fbdeb633_t4_3adcd417fbdeb6333c674ef4.svg" ContentType="image/svg+xml"/>
  <Override PartName="/ppt/media/sinc_r12_65636aa0654ed8a5_t4_65636aa0654ed8a5b3322f92.svg" ContentType="image/svg+xml"/>
  <Override PartName="/ppt/media/sinc_r12_dce2eadcc611efb8_t4_dce2eadcc611efb84cc2931c.svg" ContentType="image/svg+xml"/>
  <Override PartName="/ppt/media/sinc_r12_70e78df545c99880_t4_70e78df545c9988040c1a3a4.svg" ContentType="image/svg+xml"/>
  <Override PartName="/ppt/media/sinc_r12_71cb9494f6e64163_t4_71cb9494f6e641634a10835a.svg" ContentType="image/svg+xml"/>
  <Override PartName="/ppt/media/sinc_r12_f50c2d0950b527cd_t4_click_f50c2d0950b527cd74fd87a764deab209b61699aae0a989ab513cba093133f91.png" ContentType="image/png"/>
  <Override PartName="/ppt/media/sinc_r12_3d78fb9dc81303cd_t4_click_3d78fb9dc81303cdbfc29a09c5f4caa62049bdb192fc1948f0dd149ad5ad69b2.png" ContentType="image/png"/>
  <Override PartName="/ppt/media/sinc_r12_b8a8df554c0b147a_t4_click_b8a8df554c0b147a46dfcc43cfbd942d2a9133e9a2a8e473fb2958fc10c502c0.png" ContentType="image/png"/>
  <Override PartName="/ppt/media/sinc_r12_ad43904abedb5af9_t4_click_ad43904abedb5af97faa6471ee3d8607dcc8e42ab957ef921646eeb772b49cfa.png" ContentType="image/png"/>
  <Override PartName="/ppt/media/sinc_r12_e4c63a2753ee3467_t4_click_e4c63a2753ee34676588200892ccb3eecb90fbed603e5027ea44d618d5228bc9.png" ContentType="image/png"/>
  <Override PartName="/ppt/media/sinc_r12_2a6ee7f5b58a4456_t4_click_2a6ee7f5b58a4456ee3abbe51735f1cd718cf5a188eeb9c34ab9b2cd2ef1ee3f.png" ContentType="image/png"/>
  <Override PartName="/ppt/media/sinc_r12_e3c8a9d4f3ed0dc1_t4_click_e3c8a9d4f3ed0dc1faa75a894e85c36b8421ab29d77bfbc1f5117f289dc5bd31.png" ContentType="image/png"/>
  <Override PartName="/ppt/media/sinc_r12_c59a06973d87f650_t4_click_c59a06973d87f650cb2d76097396d9bac337ee470c659c081884ef0c2d1d2771.png" ContentType="image/png"/>
  <Override PartName="/ppt/media/sinc_r12_805b235162635952_t4_click_805b235162635952a441edc8e53283991e9433b79312c0625741ac434bc5b5ad.png" ContentType="image/png"/>
  <Override PartName="/ppt/media/sinc_r12_2b7b8fc020d4c1f4_t4_click_2b7b8fc020d4c1f4288b59e0db76d018e984be5e5176df03df910e3d0dd779fa.png" ContentType="image/png"/>
  <Override PartName="/ppt/media/sinc_r12_521db5e0bf51a0c0_t4_click_521db5e0bf51a0c0236889380988ce2ba934c056f8cdac7db966ad33206ed258.png" ContentType="image/png"/>
  <Override PartName="/ppt/media/sinc_r12_d6bc778eb7155bf4_t4_click_d6bc778eb7155bf4e37df55a02d79e55cb6de13479cd276dd0bf20be47b92c65.png" ContentType="image/png"/>
  <Override PartName="/ppt/media/sinc_r12_1815fc4d9a36390f_t4_click_1815fc4d9a36390f1250736917ca0e4530bf8dbf48239d8349daa8b3fc0f83b3.png" ContentType="image/png"/>
  <Override PartName="/ppt/media/sinc_r12_3de2fc5736afe0e3_t4_click_3de2fc5736afe0e3aa77cb5678f6c68af865973384e704cf38e48e1ccb02f37f.png" ContentType="image/png"/>
  <Override PartName="/ppt/media/sinc_r12_28d8f66a950b765c_t4_click_28d8f66a950b765c0252e5170f7c99b7db7066553c98478cdd8c9b5463da4e60.png" ContentType="image/png"/>
  <Override PartName="/ppt/media/sinc_r12_34ba8e171330e4c2_t4_click_34ba8e171330e4c2ec9bb858952cd3788e0570e75a1ae6685c80554299eb60be.png" ContentType="image/png"/>
  <Override PartName="/ppt/media/sinc_r12_2f5a0823025a9427_t4_click_2f5a0823025a942735889d43a4d02f5332fb2d57f8dc0cdb371b479a40c78ab8.png" ContentType="image/png"/>
  <Override PartName="/ppt/media/sinc_r12_bbb6a68a570b59b1_t4_click_bbb6a68a570b59b1f5fe47454be893aaaa69ccc8c91ed577dbfefccb6be6fdd6.png" ContentType="image/png"/>
  <Override PartName="/ppt/media/sinc_r12_1913ecfde833595c_t4_click_1913ecfde833595ce1cc8ae1a5a548b895cb3f822f6bcaaa51b7d53a0e5ddb3e.png" ContentType="image/png"/>
  <Override PartName="/ppt/media/sinc_r12_0a402ee7af0cadad_t4_click_0a402ee7af0cadadbc9d916ce48de6bf831b2be952402b72e91df2632b6f2776.png" ContentType="image/png"/>
  <Override PartName="/ppt/media/sinc_r12_34b80ff181465765_t4_click_34b80ff18146576515aded3f00317180503ad750aa921aeea901025140d5e300.png" ContentType="image/png"/>
  <Override PartName="/ppt/media/sinc_r12_818e33474dc0fea6_t4_click_818e33474dc0fea653a80abfbcf37bf34a0bcba9fa3c44bafd2b715a85b7124c.png" ContentType="image/png"/>
  <Override PartName="/ppt/media/sinc_r12_e71da8cf85121817_t4_click_e71da8cf85121817cbf7fd47f8591ce3ed07dc0fbc0ccbf7c5829b2534d37732.png" ContentType="image/png"/>
  <Override PartName="/ppt/media/sinc_r12_df9b3c05e843221a_t4_click_df9b3c05e843221aa0e6954d90e2b0a2f84cacc9bda5256b650e4eb967dd05a8.png" ContentType="image/png"/>
  <Override PartName="/ppt/media/sinc_r12_7b8841d1ba09036e_t4_click_7b8841d1ba09036e4dd2ea4287120f8563b001f17be94bcf3a8e5dba2c5d1731.png" ContentType="image/png"/>
  <Override PartName="/ppt/media/sinc_r12_fbc8c66689536016_t4_click_fbc8c666895360164eaef4d2770fdf73041686605e25e934e5cecff828357a8a.png" ContentType="image/png"/>
  <Override PartName="/ppt/media/sinc_r12_359c5e772a311cca_t4_click_359c5e772a311cca09f02cad36fc97b2f8003b49a23dd31ddc5c114e00a75f06.png" ContentType="image/png"/>
  <Override PartName="/ppt/media/sinc_r12_d387aab2ef72ff54_t4_click_d387aab2ef72ff541f096e9c189043e3df74b33a375879eb5de5e790573e1965.png" ContentType="image/png"/>
  <Override PartName="/ppt/media/sinc_r12_b8bf7bfc05314632_t4_click_b8bf7bfc0531463286576f05940ef89185668c21c2096d00fa378b63d7716bb9.png" ContentType="image/png"/>
  <Override PartName="/ppt/media/sinc_r12_beccd665129a95a7_t4_click_beccd665129a95a771b6ee57a6b2c700614441923cf131fa4dcc4acaca604707.png" ContentType="image/png"/>
  <Override PartName="/ppt/media/sinc_r12_fa18d80551fb5d43_t4_click_fa18d80551fb5d43056420f762dcbdbc27bc82750b08eebf9c22aabf296fba17.png" ContentType="image/png"/>
  <Override PartName="/ppt/media/sinc_r12_7f6e9914903c4c65_t4_click_7f6e9914903c4c654cd907e1b6eb9c04d425ec21027f2b0ecec69705262c2b46.png" ContentType="image/png"/>
  <Override PartName="/ppt/media/sinc_r12_4c172e1d29206b63_t4_click_4c172e1d29206b6351289976291d56472aea62591e27c50a62e9ff9875ae44c7.png" ContentType="image/png"/>
  <Override PartName="/ppt/media/sinc_r12_0a935d874bd1ccc1_t4_click_0a935d874bd1ccc1cb49b0dbce000d6f1348b9d0a7fcc698aef789ed4cec1ac6.png" ContentType="image/png"/>
  <Override PartName="/ppt/media/sinc_r12_b4e5d84fc72d0dc6_t4_click_b4e5d84fc72d0dc690fcc1ad09c58477e6fb5ba5493e7a583db5fe427ffe994b.png" ContentType="image/png"/>
  <Override PartName="/ppt/media/sinc_r12_f299e27f5c5aff9e_t4_click_f299e27f5c5aff9ef58cf442778c9fe6f50f622e7578f101387505679cb3c7f9.png" ContentType="image/png"/>
  <Override PartName="/ppt/media/sinc_r12_2e547c6759623e92_t4_click_2e547c6759623e925c378480fc89063902c697521e5f7296e9217aba78c7e47f.png" ContentType="image/png"/>
  <Override PartName="/ppt/media/sinc_r12_1d5b8b1f55a21fc2_t4_click_1d5b8b1f55a21fc2506497b7561b460ce1100f61467f18b0cfec834ad4c57a55.png" ContentType="image/png"/>
  <Override PartName="/ppt/media/sinc_r12_8d19d544b83b787f_t4_click_8d19d544b83b787fc7b05129c095d04d1f5020de3541d8541495788ac61f6567.png" ContentType="image/png"/>
  <Override PartName="/ppt/media/sinc_r12_4037c690a4aebbd6_t4_click_4037c690a4aebbd6b99fe1aac126e3735d6fe87d751811751d209c49f99605c7.png" ContentType="image/png"/>
  <Override PartName="/ppt/media/sinc_r12_7183c93974ff9103_t4_click_7183c93974ff9103e7fb2fdc293ade2da063a66f761101fa09f2a16ca4327d90.png" ContentType="image/png"/>
  <Override PartName="/ppt/media/sinc_r12_1e73ccbfee659559_t4_click_1e73ccbfee659559b408a90eb0182cb215000e03dda80df6dc2eeef163d85d24.png" ContentType="image/png"/>
  <Override PartName="/ppt/media/sinc_r12_0fc22c67228439cf_t4_click_0fc22c67228439cfcf987e218b3910550d9d2df7cbb5b97014444fdb176591e0.png" ContentType="image/png"/>
  <Override PartName="/ppt/media/sinc_r12_13f9a9763bfa8018_t4_click_13f9a9763bfa80186a8ef7068b1a106175cbf93927e4cc6462415a44cce45545.png" ContentType="image/png"/>
  <Override PartName="/ppt/media/sinc_r12_6fb452ec12e4c5c6_t4_click_6fb452ec12e4c5c64bf4c0ff1d75c6cba57b43b1ee842bc3732bced31bd47dde.png" ContentType="image/png"/>
  <Override PartName="/ppt/media/sinc_r12_fa7b8899f0c8312f_t4_click_fa7b8899f0c8312f5687ba47bba51a12c6eaea7e2d5249c138a1d5489badb6a5.png" ContentType="image/png"/>
  <Override PartName="/ppt/media/sinc_r12_bf23a436eb835b7c_t4_click_bf23a436eb835b7cd58bb43e1b3053db35e2ff87a047ff5a16bb25feaca3d424.png" ContentType="image/png"/>
  <Override PartName="/ppt/media/sinc_r12_a25154269018172d_t4_click_a25154269018172dbb80b088dffcfa08a38c787752948e0b465d92111a791ab7.png" ContentType="image/png"/>
  <Override PartName="/ppt/media/sinc_r12_902cd913d0210b62_t4_click_902cd913d0210b624e90a44ec59951e6277f75f766ff99c224fcb3a7fe7eb4bb.png" ContentType="image/png"/>
  <Override PartName="/ppt/media/sinc_r12_9db812cc73a1d581_t4_click_9db812cc73a1d581eb11d296ae058026a3d53fa1980b396f5af13876985a5067.png" ContentType="image/png"/>
  <Override PartName="/ppt/media/sinc_r12_d5e6ed2fd0e03649_t4_click_d5e6ed2fd0e036490cc8639887a5bc189fc2f36853d2d9a34bb7c6061e5df67a.png" ContentType="image/png"/>
  <Override PartName="/ppt/media/sinc_r12_d09778f4804ded21_t4_click_d09778f4804ded21b8a6a52298242dae095b55dc5c9610122f805b97803647ab.png" ContentType="image/png"/>
  <Override PartName="/ppt/media/sinc_r12_700ed517850252b3_t4_click_700ed517850252b3cc688ca9c56b6e33d64bcbced2c8df224f3a8c232ce56a26.png" ContentType="image/png"/>
  <Override PartName="/ppt/media/sinc_r12_862e077a71f6a8e5_t4_click_862e077a71f6a8e54aee428157bce557768a7cdcc55c49f635ee2a1c648a08cb.png" ContentType="image/png"/>
  <Override PartName="/ppt/media/sinc_r12_473556b283f41860_t4_click_473556b283f418605320ad00eb4da1665ba6447fc7983ad45159a9bd2831682c.png" ContentType="image/png"/>
  <Override PartName="/ppt/media/sinc_r12_e0b395a3bebbdc25_t4_click_e0b395a3bebbdc255a705201b070fb7cad1710831b645711319af976a949cb1c.png" ContentType="image/png"/>
  <Override PartName="/ppt/media/sinc_r12_9b002aebdb029190_t4_click_9b002aebdb029190c79c1fdfe65961ae8af18754da966c049bc8e5f3d0280721.png" ContentType="image/png"/>
  <Override PartName="/ppt/media/sinc_r12_618dc8eb79e27318_t4_click_618dc8eb79e2731803bd13db590d7896f3a504d46d39c0f39c08a143f17eadcc.png" ContentType="image/png"/>
  <Override PartName="/ppt/media/sinc_r12_eeee811266ac0881_t4_click_eeee811266ac0881f6a1db65c10102cca8d3448c1b881640c1df5e9a4d49a82c.png" ContentType="image/png"/>
  <Override PartName="/ppt/media/sinc_r12_85e15b40b9554178_t4_click_85e15b40b95541783ca57b78c9b119b52389e295e309ddf97719d80c5e0e3bf1.png" ContentType="image/png"/>
  <Override PartName="/ppt/media/sinc_r12_ded952118dea2914_t4_click_ded952118dea2914f8d9c9c0bc90cafaa64a86d37355d30be8df355e1b9832ba.png" ContentType="image/png"/>
  <Override PartName="/ppt/media/sinc_r12_b4bea1c5981118ee_t4_click_b4bea1c5981118eefb25b0b0c8918d7e0271f98809f0f0f1c8f55063e349cf34.png" ContentType="image/png"/>
  <Override PartName="/ppt/media/sinc_r12_913378cac22c73d8_t4_click_913378cac22c73d86f9e46b592e0737f99baa2d505f8d86ec9ead9daa133ec67.png" ContentType="image/png"/>
  <Override PartName="/ppt/media/sinc_r12_224855b32a28abef_t4_click_224855b32a28abef67d11457ac154ea571a6bcad11f6a33f5825c78b20c3190a.png" ContentType="image/png"/>
  <Override PartName="/ppt/media/sinc_r12_c4c0bd362b8b1dee_t4_click_c4c0bd362b8b1dee4983f32ebd34f55188212233eaa18db3a1b7022e3777366f.png" ContentType="image/png"/>
  <Override PartName="/ppt/media/sinc_r12_a4eba22d7b8e60c7_t4_click_a4eba22d7b8e60c739fb8a05ce289d5bf2fc69f903ed76d2809c2fedb25806d3.png" ContentType="image/png"/>
  <Override PartName="/ppt/media/sinc_r12_3f2eb4181df92ab1_t4_click_3f2eb4181df92ab1fd56cfcaa693a08d8cc4743ed987705d0d099c29ac8606d0.png" ContentType="image/png"/>
  <Override PartName="/ppt/media/sinc_r12_97c70d9b0d23fa11_t4_click_97c70d9b0d23fa119272345c2cb079ef203073df2c2b333fc71a390660db3edc.png" ContentType="image/png"/>
  <Override PartName="/ppt/media/sinc_r12_a962cd3f1228667c_t4_click_a962cd3f1228667cb891075d24f4c30136ec0cdbd01821ede50b627d7d613dac.png" ContentType="image/png"/>
  <Override PartName="/ppt/media/sinc_r12_2ba5461a83a41e60_t4_click_2ba5461a83a41e6035ad534f051daf7f8c3732866629a432d24276e4129ff8de.png" ContentType="image/png"/>
  <Override PartName="/ppt/media/sinc_r12_134171dc5ae89085_t4_click_134171dc5ae89085e1c12b7d0b114fed3139237af3ab5d25305b24f27cabeb93.png" ContentType="image/png"/>
  <Override PartName="/ppt/media/sinc_r12_e1d8f3f6f465a4fe_t4_click_e1d8f3f6f465a4fea0ecf1249f186e0ca3b41f2fae467488a6d6f692d99fd7ad.png" ContentType="image/png"/>
  <Override PartName="/ppt/media/sinc_r12_bb81e7560ca665f2_t4_click_bb81e7560ca665f26d84c48efbca6d2eef286963c27d4c3cc594807c472e3b42.png" ContentType="image/png"/>
  <Override PartName="/ppt/media/sinc_r12_9780effe0c090bbc_t4_click_9780effe0c090bbce6e16e8182a72a4e139b311d0ff646167a6cfba6bd41654b.png" ContentType="image/png"/>
  <Override PartName="/ppt/media/sinc_r12_270e2a81f3ef7c76_t4_click_270e2a81f3ef7c76df317e32de1ffaa6a8b443096c9625b822185546ca2eb205.png" ContentType="image/png"/>
  <Override PartName="/ppt/media/sinc_r12_38c9835c5026c172_t4_click_38c9835c5026c172335d499b79d9360bc55471d16ed0f59877e273042464ca2f.png" ContentType="image/png"/>
  <Override PartName="/ppt/media/sinc_r12_e35f025ba208a02f_t4_click_e35f025ba208a02f8a28f50d1b27a7b5c4b26c92750d8e75764cfe7cf8f81099.png" ContentType="image/png"/>
  <Override PartName="/ppt/media/sinc_r12_9f58bad3ff7b4240_t4_click_9f58bad3ff7b424056a03f51ac124c8ee851d28059b6bfffe2fe16945d763ef4.png" ContentType="image/png"/>
  <Override PartName="/ppt/media/sinc_r12_15f0b8b7ef2135ad_t4_click_15f0b8b7ef2135ad603d4e05d998a18ea4b61a8606b38081fe62a997c4888db6.png" ContentType="image/png"/>
  <Override PartName="/ppt/media/sinc_r12_0f375de2b1ff90db_t4_click_0f375de2b1ff90db3b0bc0aa9a38b6bc81925cdfd85e17b251f21074a81aa06d.png" ContentType="image/png"/>
  <Override PartName="/ppt/media/sinc_r12_0cbbeea62a22a87c_t4_click_0cbbeea62a22a87c6611576c46105c64d1809d3b7b57f679c0ebde84bd3021d1.png" ContentType="image/png"/>
  <Override PartName="/ppt/media/sinc_r12_4c6b06723d2f539f_t4_click_4c6b06723d2f539fdce753c94f2424067e4a2b9dbf59ec47d2661425b4dfaa2f.png" ContentType="image/png"/>
  <Override PartName="/ppt/media/sinc_r12_bef3d81efd7e699f_t4_click_bef3d81efd7e699faad1879b925e0c575ccf8b01823ea303342f4575c62ff0ae.png" ContentType="image/png"/>
  <Override PartName="/ppt/media/sinc_r12_b15c5ac25610661c_t4_click_b15c5ac25610661c633877cb96b82f350ca1290b3d3a06db25f3aeb4a9d39a2e.png" ContentType="image/png"/>
  <Override PartName="/ppt/media/sinc_r12_67e46235443c0e2a_t4_click_67e46235443c0e2a51eb3be9aaa2861471f874d556a00ab5398016a208d76a85.png" ContentType="image/png"/>
  <Override PartName="/ppt/media/sinc_r12_c44932f124a59d7f_t4_click_c44932f124a59d7fb8b93e99b7b1befdb8dacb6312660008fdb99e8ba0efa914.png" ContentType="image/png"/>
  <Override PartName="/ppt/media/sinc_r12_9c0cafbda9373be6_t4_click_9c0cafbda9373be62b043815803dcd68138bcf26b4b3448835bad17eba3fe2e1.png" ContentType="image/png"/>
  <Override PartName="/ppt/media/sinc_r12_e042ed5ff13fcb19_t4_click_e042ed5ff13fcb199b8a74356b707d255478a7888c66bef48a093df0e3262168.png" ContentType="image/png"/>
  <Override PartName="/ppt/media/sinc_r12_0ba6ef2d62d9f8d9_t4_click_0ba6ef2d62d9f8d974c17ebed2f3d364cce9aaac7b648ba814a9bdf7cf99d56e.png" ContentType="image/png"/>
  <Override PartName="/ppt/media/sinc_r12_ea8826a0489bd070_t4_click_ea8826a0489bd0705a9b37f6e82ef5c36428fc0bb63493d21ac504f736c3d62e.png" ContentType="image/png"/>
  <Override PartName="/ppt/media/sinc_r12_6b308d1b34d47b9d_t4_click_6b308d1b34d47b9d821a82996713e0b5fbeda66bee37d418c868d7d33dd1587b.png" ContentType="image/png"/>
  <Override PartName="/ppt/media/sinc_r12_b4f1d0f769699df8_t4_click_b4f1d0f769699df80183b96a65ba1e60234c82731b1988ddba4ae79ecc0056f8.png" ContentType="image/png"/>
  <Override PartName="/ppt/media/sinc_r12_e247b0c55e65ab7a_t4_click_e247b0c55e65ab7a9fcee699d90dfa73042abec7f0c9c196a93394a0910f8338.png" ContentType="image/png"/>
  <Override PartName="/ppt/media/sinc_r12_7f047ec9a467dbd1_t4_click_7f047ec9a467dbd14f2a82af2b03bb986b248f051ae412e8e3656d097dcd39fd.png" ContentType="image/png"/>
  <Override PartName="/ppt/media/sinc_r12_685b445fc219ff85_t4_click_685b445fc219ff85d3acc410bd2711409c66272b262a7a0028651c2a3b3cf2c1.png" ContentType="image/png"/>
  <Override PartName="/ppt/media/sinc_r12_0d8c975e03297f3d_t4_click_0d8c975e03297f3d0810c38789a9e2c37d4d872b79f9a7d9dbd30faa728803fb.png" ContentType="image/png"/>
  <Override PartName="/ppt/media/sinc_r12_0974207606331160_t4_click_0974207606331160d8313f2777a2acc7bd66ea79ed72c957618e81d99ea01301.png" ContentType="image/png"/>
  <Override PartName="/ppt/media/sinc_r12_f3e9ea1af63a095a_t4_click_f3e9ea1af63a095ac2f0eab0c302a67d8151ea497d8e3dadfdd9f5e409eae31e.png" ContentType="image/png"/>
  <Override PartName="/ppt/media/sinc_r12_1a9c9d597ffb111b_t4_click_1a9c9d597ffb111b0e8266b43d8383cea73684eba025386e86c177891e9c5a6f.png" ContentType="image/png"/>
  <Override PartName="/ppt/media/sinc_r12_4825429d11b2d274_t4_click_4825429d11b2d2748d67c9f08d376e257c5f7bc783367773024012b8a5f01433.png" ContentType="image/png"/>
  <Override PartName="/ppt/media/sinc_r12_d17d8f94115d39ab_t4_click_d17d8f94115d39aba28bd3aecb3829a9b66211308d5c7ca4100c4f134a33012e.png" ContentType="image/png"/>
  <Override PartName="/ppt/media/sinc_r12_aa6c9391828b8746_t4_click_aa6c9391828b8746dabee8deb6fe2fba4e3e765d97a49a79c2372a7d8e2f9360.png" ContentType="image/png"/>
  <Override PartName="/ppt/media/sinc_r12_d3d8d8c5c31d7486_t4_click_d3d8d8c5c31d748611853136757f8de20b7770e01db98108bf66f4b0946beaf8.png" ContentType="image/png"/>
  <Override PartName="/ppt/media/sinc_r12_2a8edde695c689c6_t4_click_2a8edde695c689c6a95d0c2deb5bfb2ffb1ebef648f81da37aa9947a9fcdecab.png" ContentType="image/png"/>
  <Override PartName="/ppt/media/sinc_r12_c8529431cf2e0b94_t4_click_c8529431cf2e0b94fb624bc059395483d9962121c5bfb763952844ca9b902db1.png" ContentType="image/png"/>
  <Override PartName="/ppt/media/sinc_r12_879d8d7f6dcb4047_t4_click_879d8d7f6dcb40478e636c2e745f3ba7ee307b4c45774dadb0355943bd63b53a.png" ContentType="image/png"/>
  <Override PartName="/ppt/media/sinc_r12_081058839a420be6_t4_click_081058839a420be6342d0813c126bfd15f09273b31c451b97622d2a3c78f4889.png" ContentType="image/png"/>
  <Override PartName="/ppt/media/sinc_r12_f27ca9f2264c057b_t4_click_f27ca9f2264c057b27917e8175bcfcf716ab1c853c54a4e3c69e1e1b7e002fd0.png" ContentType="image/png"/>
  <Override PartName="/ppt/media/sinc_r12_e84c0a25aa9d01aa_t4_click_e84c0a25aa9d01aa8ab593e159061ca60211386d6498a978f046ca7fe9a1f2b0.png" ContentType="image/png"/>
  <Override PartName="/ppt/media/sinc_r12_26f8f9ce47591a30_t4_click_26f8f9ce47591a30a7cebf3ee1543da502531a587fc18a629ef7069e5abe0bc4.png" ContentType="image/png"/>
  <Override PartName="/ppt/media/sinc_r12_73d7ea138b0fbd80_t4_click_73d7ea138b0fbd808e7e46c5659d3cc6c00aa6416c95a86f34bf84412e6a1f1e.png" ContentType="image/png"/>
  <Override PartName="/ppt/media/sinc_r12_26640d0587a00fd7_t4_click_26640d0587a00fd7597218ef84ceb3642a0fae294cdaff4a069c4e1970eb0358.png" ContentType="image/png"/>
  <Override PartName="/ppt/media/sinc_r12_53b3943ea226ad2a_t4_click_53b3943ea226ad2ae3f57c29e32fa2ec1be36608eadd5030ddc2d284f9f0f082.png" ContentType="image/png"/>
  <Override PartName="/ppt/media/sinc_r12_568e8f30523e8e48_t4_click_568e8f30523e8e48755b16c5dbae2184bde6ecdd3805e189c919f4a94a1d5556.png" ContentType="image/png"/>
  <Override PartName="/ppt/media/sinc_r12_61c4e7528618339f_t4_click_61c4e7528618339f0652dea24bec18737c0a11d23502954b1a0f45db53fff1d6.png" ContentType="image/png"/>
  <Override PartName="/ppt/media/sinc_r12_1182d145be8eb774_t4_click_1182d145be8eb7748e6e3264f34917bb78c2c5de190021427d431d79710cd114.png" ContentType="image/png"/>
  <Override PartName="/ppt/media/sinc_r12_9a27e700b323467b_t4_click_9a27e700b323467b66d90bfcd093c42fd463b28ace047f893482162c00a869a8.png" ContentType="image/png"/>
  <Override PartName="/ppt/media/sinc_r12_f1b8a9956e74e79e_t4_click_f1b8a9956e74e79e4de63a6fc2a091d2e8d4d1fcde74b2138ea1756b1a4afa12.png" ContentType="image/png"/>
  <Override PartName="/ppt/media/sinc_r12_b24f566c31a16051_t4_click_b24f566c31a1605106bbdde71af45cd2b97527aa046799328702d41f3249343f.png" ContentType="image/png"/>
  <Override PartName="/ppt/media/sinc_r12_59b076daee4e20b6_t4_click_59b076daee4e20b6571f7f933eac027000c3ce2b9b56265d2cb7675b7a2eba99.png" ContentType="image/png"/>
  <Override PartName="/ppt/media/sinc_r12_e69a762802e587b4_t4_click_e69a762802e587b4c8bbd13f15dd073051433dc1ccc503d83c8e2eba7b8909fe.png" ContentType="image/png"/>
  <Override PartName="/ppt/media/sinc_r12_1fe538b74b3b1224_t4_click_1fe538b74b3b1224afa03e9ac31fed3f0a87119479c48187cb7bef1bd3bc0074.png" ContentType="image/png"/>
  <Override PartName="/ppt/media/sinc_r12_7bc4ee0e82cb38dc_t4_click_7bc4ee0e82cb38dcc24a57f56dec3a535ba34e882eb3084d62a8496ae1101bb4.png" ContentType="image/png"/>
  <Override PartName="/ppt/media/sinc_r12_03ecd396a41617c1_t4_click_03ecd396a41617c13594675f9d7fd5fa12b759f04ccf920b234c09eb8512a3dd.png" ContentType="image/png"/>
  <Override PartName="/ppt/media/sinc_r12_59818233d9c22420_t4_click_59818233d9c22420680141f8da0e30a9fee7992b553e2e6c0e91e4c466820757.png" ContentType="image/png"/>
  <Override PartName="/ppt/media/sinc_r12_5a59cf57bf6e7c50_t4_click_5a59cf57bf6e7c507a4cd77456e42fe6ed83e2019f3f16c8c4bda3b18006398b.png" ContentType="image/png"/>
  <Override PartName="/ppt/media/sinc_r12_a01991e66a13debf_t4_click_a01991e66a13debf73dfea202a11a83b45b9072544728368ee2adce9dbbf4e48.png" ContentType="image/png"/>
  <Override PartName="/ppt/media/sinc_r12_a397d3c7d55fd1e5_image13.png" ContentType="image/png"/>
  <Override PartName="/ppt/notesSlides/sinc_r12_2f53e5f32c4b7bfd_notesSlide2.xml" ContentType="application/vnd.openxmlformats-officedocument.presentationml.notesSlide+xml"/>
  <Override PartName="/ppt/media/sinc_r12_1533a10faeff8fff_t4_click_1533a10faeff8fffb593105cfe23d9f07e66c9c5a90cdc3cc187b728eced87db.png" ContentType="image/png"/>
  <Override PartName="/ppt/media/sinc_r12_f8d991f7a9d43682_t4_click_f8d991f7a9d43682d524425b361746a98e90dc4a520c9dabc80647601bf0942d.png" ContentType="image/png"/>
  <Override PartName="/ppt/media/sinc_r12_4e0737672f818143_t4_click_4e0737672f8181430d46273fb3a068ccbb76d6b4d5ba801c40d713c1a35039ae.png" ContentType="image/png"/>
  <Override PartName="/ppt/media/sinc_r12_c809119b2ed4ebab_t4_click_c809119b2ed4ebab0de65e3440633abccbdeacb1897056fc80d0edf5f964a2bd.png" ContentType="image/png"/>
  <Override PartName="/ppt/media/sinc_r12_f04be2236c2179d8_t4_click_f04be2236c2179d804383c4c86d3cb85de7a30e5300905cd968dd356d510a288.png" ContentType="image/png"/>
  <Override PartName="/ppt/media/sinc_r12_8f7e672ee3b88c85_t4_click_8f7e672ee3b88c85699bd1e443480b035274a07fdfb949a6ed65be6c200e7f4e.png" ContentType="image/png"/>
  <Override PartName="/ppt/media/sinc_r12_c9c3e7934724fc61_t4_click_c9c3e7934724fc61a0a8b534e5bfe8d0367d1352445974728dad1b9b744ca6bb.png" ContentType="image/png"/>
  <Override PartName="/ppt/media/sinc_r12_d1303dec674b409b_t4_click_d1303dec674b409b2f26e5fff5a3e96f0f7ab6db4460e75d0cc811c380614ceb.png" ContentType="image/png"/>
  <Override PartName="/ppt/media/sinc_r12_ffd4aa3d8e14b80d_t4_click_ffd4aa3d8e14b80d63fcfa95880f1f146631cbb7852583f949d99b9c58a2554c.png" ContentType="image/png"/>
  <Override PartName="/ppt/media/sinc_r12_40d9aaeb57b77f37_t4_click_40d9aaeb57b77f37288c058467a0eee4363ddccbac01416dfaec518bd4f4e1c3.png" ContentType="image/png"/>
  <Override PartName="/ppt/media/sinc_r12_64bf925d2ec4fecc_t4_click_64bf925d2ec4fecc7e959417b2a3ac64a87ece7fc60e6719543336ce65c58620.png" ContentType="image/png"/>
  <Override PartName="/ppt/media/sinc_r12_f62bf86de9c744c5_t4_click_f62bf86de9c744c5b976767a0b4d206b8ff8ff59931fc6e82cb2733d84d9331d.png" ContentType="image/png"/>
  <Override PartName="/ppt/media/sinc_r12_7ebe4caa2b45474a_t4_click_7ebe4caa2b45474aaf7e2383a38e624416306c23916f440c764eda54c01fd4e5.png" ContentType="image/png"/>
  <Override PartName="/ppt/media/sinc_r12_8ae5aa72ca5e6fce_t4_click_8ae5aa72ca5e6fce5893e946d5d1094adaf06d0af65c9df9df15563a5f14b2f2.png" ContentType="image/png"/>
  <Override PartName="/ppt/media/sinc_r12_aa60e6a79a53d461_t4_click_aa60e6a79a53d461e142154d4763f4ecba4437708d9a0810aa1bb259e6e22697.png" ContentType="image/png"/>
  <Override PartName="/ppt/media/sinc_r12_403cfc72891d8dd4_t4_click_403cfc72891d8dd4946c7718c16e1e31a5652691a567bed039b1e1b68712ff27.png" ContentType="image/png"/>
</Types>
</file>

<file path=_rels/.rels>&#65279;<?xml version="1.0" encoding="utf-8"?><Relationships xmlns="http://schemas.openxmlformats.org/package/2006/relationships"><Relationship Type="http://schemas.openxmlformats.org/package/2006/relationships/metadata/core-properties" Target="/docProps/core.xml" Id="Rd73dc77483ac4a92" /><Relationship Type="http://schemas.openxmlformats.org/officeDocument/2006/relationships/extended-properties" Target="/docProps/app.xml" Id="Rda13aa011ee344c7" /><Relationship Type="http://schemas.openxmlformats.org/officeDocument/2006/relationships/officeDocument" Target="/ppt/presentation.xml" Id="R06d4ba692e1c46c4" /></Relationships>
</file>

<file path=ppt/presentation.xml><?xml version="1.0" encoding="utf-8"?>
<p:presentation xmlns:p="http://schemas.openxmlformats.org/presentationml/2006/main">
  <p:sldMasterIdLst>
    <p:sldMasterId xmlns:r="http://schemas.openxmlformats.org/officeDocument/2006/relationships" id="2147483648" r:id="R0dc1f88d746041c0"/>
    <p:sldMasterId xmlns:ns0="http://schemas.openxmlformats.org/officeDocument/2006/relationships" id="2147490001" ns0:id="rIdT3Master80"/>
    <p:sldMasterId xmlns:ns1="http://schemas.openxmlformats.org/officeDocument/2006/relationships" id="2147490002" ns1:id="rIdT3Master81"/>
    <p:sldMasterId xmlns:ns0="http://schemas.openxmlformats.org/officeDocument/2006/relationships" id="2147490003" ns0:id="rIdT4PrefixMaster82"/>
    <p:sldMasterId xmlns:ns1="http://schemas.openxmlformats.org/officeDocument/2006/relationships" id="2147490004" ns1:id="rIdT4PrefixMaster83"/>
    <p:sldMasterId xmlns:ns4="http://schemas.openxmlformats.org/officeDocument/2006/relationships" id="2147490005" ns4:id="rIdPamMaster2147490005"/>
    <p:sldMasterId xmlns:ns3="http://schemas.openxmlformats.org/officeDocument/2006/relationships" id="2147490006" ns3:id="rIdPamMaster2147490006"/>
    <p:sldMasterId xmlns:ns0="http://schemas.openxmlformats.org/officeDocument/2006/relationships" id="2147490013" ns0:id="rIdRecoveryMaster2147490007"/>
    <p:sldMasterId xmlns:ns0="http://schemas.openxmlformats.org/officeDocument/2006/relationships" id="2147490015" ns0:id="rIdChoiceMaster2147490014"/>
    <p:sldMasterId xmlns:ns0="http://schemas.openxmlformats.org/officeDocument/2006/relationships" id="2147490017" ns0:id="rIdSincMaster2147490016"/>
  </p:sldMasterIdLst>
  <p:notesMasterIdLst>
    <p:notesMasterId xmlns:r="http://schemas.openxmlformats.org/officeDocument/2006/relationships" r:id="R260a90ed955546bd"/>
  </p:notesMasterIdLst>
  <p:sldIdLst>
    <p:sldId xmlns:r="http://schemas.openxmlformats.org/officeDocument/2006/relationships" id="256" r:id="R1144fd63c2fc4ddf"/>
    <p:sldId xmlns:r="http://schemas.openxmlformats.org/officeDocument/2006/relationships" id="257" r:id="R3b4f2b76f66140c0"/>
    <p:sldId xmlns:r="http://schemas.openxmlformats.org/officeDocument/2006/relationships" id="258" r:id="Rfcde75f3265e457e"/>
    <p:sldId xmlns:r="http://schemas.openxmlformats.org/officeDocument/2006/relationships" id="259" r:id="Rd323b10d981a4855"/>
    <p:sldId xmlns:r="http://schemas.openxmlformats.org/officeDocument/2006/relationships" id="260" r:id="Rc8db9be0ed404268"/>
    <p:sldId xmlns:ns0="http://schemas.openxmlformats.org/officeDocument/2006/relationships" id="330" ns0:id="rIdPamProcess330"/>
    <p:sldId xmlns:ns1="http://schemas.openxmlformats.org/officeDocument/2006/relationships" id="331" ns1:id="rIdPamProcess331"/>
    <p:sldId xmlns:r="http://schemas.openxmlformats.org/officeDocument/2006/relationships" id="261" r:id="Re48086b2b1464985"/>
    <p:sldId xmlns:r="http://schemas.openxmlformats.org/officeDocument/2006/relationships" id="262" r:id="Rb7c4f221ae264c1c"/>
    <p:sldId xmlns:ns2="http://schemas.openxmlformats.org/officeDocument/2006/relationships" id="332" ns2:id="rIdPamProcess332"/>
    <p:sldId xmlns:ns0="http://schemas.openxmlformats.org/officeDocument/2006/relationships" id="338" ns0:id="rIdPamProcess338"/>
    <p:sldId xmlns:ns0="http://schemas.openxmlformats.org/officeDocument/2006/relationships" id="337" ns0:id="rIdPamProcess337"/>
    <p:sldId xmlns:r="http://schemas.openxmlformats.org/officeDocument/2006/relationships" id="263" r:id="Rc763bbd5d0e745c8"/>
    <p:sldId xmlns:r="http://schemas.openxmlformats.org/officeDocument/2006/relationships" id="264" r:id="R723ccf21bd764b9d"/>
    <p:sldId xmlns:ns2="http://schemas.openxmlformats.org/officeDocument/2006/relationships" id="336" ns2:id="rIdPamProcess336"/>
    <p:sldId xmlns:r="http://schemas.openxmlformats.org/officeDocument/2006/relationships" id="265" r:id="R5c3a2808441e4b77"/>
    <p:sldId xmlns:ns1="http://schemas.openxmlformats.org/officeDocument/2006/relationships" id="339" ns1:id="rIdPamProcess339"/>
    <p:sldId xmlns:ns2="http://schemas.openxmlformats.org/officeDocument/2006/relationships" id="340" ns2:id="rIdPamProcess340"/>
    <p:sldId xmlns:ns0="http://schemas.openxmlformats.org/officeDocument/2006/relationships" id="334" ns0:id="rIdPamProcess334"/>
    <p:sldId xmlns:r="http://schemas.openxmlformats.org/officeDocument/2006/relationships" id="266" r:id="R61cb7fdd44cc47d8"/>
    <p:sldId xmlns:ns3="http://schemas.openxmlformats.org/officeDocument/2006/relationships" id="341" ns3:id="rIdPamProcess341"/>
    <p:sldId xmlns:r="http://schemas.openxmlformats.org/officeDocument/2006/relationships" id="267" r:id="Rc8044bec39484a25"/>
    <p:sldId xmlns:ns3="http://schemas.openxmlformats.org/officeDocument/2006/relationships" id="333" ns3:id="rIdPamProcess333"/>
    <p:sldId xmlns:ns4="http://schemas.openxmlformats.org/officeDocument/2006/relationships" id="342" ns4:id="rIdPamProcess342"/>
    <p:sldId xmlns:r="http://schemas.openxmlformats.org/officeDocument/2006/relationships" id="268" r:id="Rda5a43741e9e4385"/>
    <p:sldId xmlns:ns5="http://schemas.openxmlformats.org/officeDocument/2006/relationships" id="343" ns5:id="rIdPamProcess343"/>
    <p:sldId xmlns:ns6="http://schemas.openxmlformats.org/officeDocument/2006/relationships" id="344" ns6:id="rIdPamProcess344"/>
    <p:sldId xmlns:r="http://schemas.openxmlformats.org/officeDocument/2006/relationships" id="269" r:id="Rd8821eef5c184e26"/>
    <p:sldId xmlns:ns1="http://schemas.openxmlformats.org/officeDocument/2006/relationships" id="373" ns1:id="rIdRecoveryRoutesR10"/>
    <p:sldId xmlns:r="http://schemas.openxmlformats.org/officeDocument/2006/relationships" id="272" r:id="R212c5893ec69484e"/>
    <p:sldId xmlns:r="http://schemas.openxmlformats.org/officeDocument/2006/relationships" id="270" r:id="R681365f8162c4fb6"/>
    <p:sldId xmlns:r="http://schemas.openxmlformats.org/officeDocument/2006/relationships" id="271" r:id="Rcd9ad3896f5e43f6"/>
    <p:sldId xmlns:ns7="http://schemas.openxmlformats.org/officeDocument/2006/relationships" id="345" ns7:id="rIdPamProcess345"/>
    <p:sldId xmlns:r="http://schemas.openxmlformats.org/officeDocument/2006/relationships" id="273" r:id="R1521d83a27c442c3"/>
    <p:sldId xmlns:r="http://schemas.openxmlformats.org/officeDocument/2006/relationships" id="274" r:id="R02e906c8cc084b16"/>
    <p:sldId xmlns:r="http://schemas.openxmlformats.org/officeDocument/2006/relationships" id="275" r:id="R276062669b3b4700"/>
    <p:sldId xmlns:r="http://schemas.openxmlformats.org/officeDocument/2006/relationships" id="287" r:id="Re66adb099fb048fc"/>
    <p:sldId xmlns:r="http://schemas.openxmlformats.org/officeDocument/2006/relationships" id="276" r:id="Rde8b819c959744a2"/>
    <p:sldId xmlns:r="http://schemas.openxmlformats.org/officeDocument/2006/relationships" id="277" r:id="R9156cb2839734c97"/>
    <p:sldId xmlns:ns8="http://schemas.openxmlformats.org/officeDocument/2006/relationships" id="346" ns8:id="rIdPamProcess346"/>
    <p:sldId xmlns:ns9="http://schemas.openxmlformats.org/officeDocument/2006/relationships" id="347" ns9:id="rIdPamProcess347"/>
    <p:sldId xmlns:ns10="http://schemas.openxmlformats.org/officeDocument/2006/relationships" id="348" ns10:id="rIdPamProcess348"/>
    <p:sldId xmlns:r="http://schemas.openxmlformats.org/officeDocument/2006/relationships" id="278" r:id="R5aed24434c0a4240"/>
    <p:sldId xmlns:ns11="http://schemas.openxmlformats.org/officeDocument/2006/relationships" id="349" ns11:id="rIdPamProcess349"/>
    <p:sldId xmlns:ns12="http://schemas.openxmlformats.org/officeDocument/2006/relationships" id="350" ns12:id="rIdPamProcess350"/>
    <p:sldId xmlns:ns13="http://schemas.openxmlformats.org/officeDocument/2006/relationships" id="351" ns13:id="rIdPamProcess351"/>
    <p:sldId xmlns:r="http://schemas.openxmlformats.org/officeDocument/2006/relationships" id="279" r:id="Rac12ef4593994b66"/>
    <p:sldId xmlns:ns14="http://schemas.openxmlformats.org/officeDocument/2006/relationships" id="352" ns14:id="rIdPamProcess352"/>
    <p:sldId xmlns:ns15="http://schemas.openxmlformats.org/officeDocument/2006/relationships" id="353" ns15:id="rIdPamProcess353"/>
    <p:sldId xmlns:ns16="http://schemas.openxmlformats.org/officeDocument/2006/relationships" id="354" ns16:id="rIdPamProcess354"/>
    <p:sldId xmlns:r="http://schemas.openxmlformats.org/officeDocument/2006/relationships" id="280" r:id="Rabab144ed8d347e2"/>
    <p:sldId xmlns:ns17="http://schemas.openxmlformats.org/officeDocument/2006/relationships" id="355" ns17:id="rIdPamProcess355"/>
    <p:sldId xmlns:ns18="http://schemas.openxmlformats.org/officeDocument/2006/relationships" id="356" ns18:id="rIdPamProcess356"/>
    <p:sldId xmlns:ns19="http://schemas.openxmlformats.org/officeDocument/2006/relationships" id="357" ns19:id="rIdPamProcess357"/>
    <p:sldId xmlns:r="http://schemas.openxmlformats.org/officeDocument/2006/relationships" id="281" r:id="Rb11977fc0c9747c5"/>
    <p:sldId xmlns:ns20="http://schemas.openxmlformats.org/officeDocument/2006/relationships" id="358" ns20:id="rIdPamProcess358"/>
    <p:sldId xmlns:ns21="http://schemas.openxmlformats.org/officeDocument/2006/relationships" id="359" ns21:id="rIdPamProcess359"/>
    <p:sldId xmlns:ns22="http://schemas.openxmlformats.org/officeDocument/2006/relationships" id="360" ns22:id="rIdPamProcess360"/>
    <p:sldId xmlns:r="http://schemas.openxmlformats.org/officeDocument/2006/relationships" id="282" r:id="Rbabd023a83c4464c"/>
    <p:sldId xmlns:ns23="http://schemas.openxmlformats.org/officeDocument/2006/relationships" id="361" ns23:id="rIdPamProcess361"/>
    <p:sldId xmlns:ns24="http://schemas.openxmlformats.org/officeDocument/2006/relationships" id="362" ns24:id="rIdPamProcess362"/>
    <p:sldId xmlns:ns25="http://schemas.openxmlformats.org/officeDocument/2006/relationships" id="363" ns25:id="rIdPamProcess363"/>
    <p:sldId xmlns:r="http://schemas.openxmlformats.org/officeDocument/2006/relationships" id="283" r:id="R21f873aaa8394ebc"/>
    <p:sldId xmlns:ns26="http://schemas.openxmlformats.org/officeDocument/2006/relationships" id="364" ns26:id="rIdPamProcess364"/>
    <p:sldId xmlns:ns27="http://schemas.openxmlformats.org/officeDocument/2006/relationships" id="365" ns27:id="rIdPamProcess365"/>
    <p:sldId xmlns:ns28="http://schemas.openxmlformats.org/officeDocument/2006/relationships" id="366" ns28:id="rIdPamProcess366"/>
    <p:sldId xmlns:r="http://schemas.openxmlformats.org/officeDocument/2006/relationships" id="284" r:id="Rac770883fbe74540"/>
    <p:sldId xmlns:ns29="http://schemas.openxmlformats.org/officeDocument/2006/relationships" id="367" ns29:id="rIdPamProcess367"/>
    <p:sldId xmlns:ns30="http://schemas.openxmlformats.org/officeDocument/2006/relationships" id="368" ns30:id="rIdPamProcess368"/>
    <p:sldId xmlns:ns31="http://schemas.openxmlformats.org/officeDocument/2006/relationships" id="369" ns31:id="rIdPamProcess369"/>
    <p:sldId xmlns:r="http://schemas.openxmlformats.org/officeDocument/2006/relationships" id="285" r:id="Rf0e7ce621d8f4c65"/>
    <p:sldId xmlns:ns32="http://schemas.openxmlformats.org/officeDocument/2006/relationships" id="370" ns32:id="rIdPamProcess370"/>
    <p:sldId xmlns:ns33="http://schemas.openxmlformats.org/officeDocument/2006/relationships" id="371" ns33:id="rIdPamProcess371"/>
    <p:sldId xmlns:ns34="http://schemas.openxmlformats.org/officeDocument/2006/relationships" id="372" ns34:id="rIdPamProcess372"/>
    <p:sldId xmlns:r="http://schemas.openxmlformats.org/officeDocument/2006/relationships" id="288" r:id="R538bd9b598194704"/>
    <p:sldId xmlns:r="http://schemas.openxmlformats.org/officeDocument/2006/relationships" id="289" r:id="R7a46c3e6977c4e05"/>
    <p:sldId xmlns:r="http://schemas.openxmlformats.org/officeDocument/2006/relationships" id="290" r:id="Rb76ae1344aea4ca4"/>
    <p:sldId xmlns:r="http://schemas.openxmlformats.org/officeDocument/2006/relationships" id="291" r:id="R7962684a81d04da9"/>
    <p:sldId xmlns:r="http://schemas.openxmlformats.org/officeDocument/2006/relationships" id="292" r:id="R0e7d6efd02534586"/>
    <p:sldId xmlns:r="http://schemas.openxmlformats.org/officeDocument/2006/relationships" id="293" r:id="R09358d778eaf40d8"/>
    <p:sldId xmlns:r="http://schemas.openxmlformats.org/officeDocument/2006/relationships" id="294" r:id="R787546fd27124e7c"/>
    <p:sldId xmlns:r="http://schemas.openxmlformats.org/officeDocument/2006/relationships" id="295" r:id="R017b19edd2834e62"/>
    <p:sldId xmlns:r="http://schemas.openxmlformats.org/officeDocument/2006/relationships" id="296" r:id="R2b15f8e7cce34c37"/>
    <p:sldId xmlns:r="http://schemas.openxmlformats.org/officeDocument/2006/relationships" id="297" r:id="R80836de8cc714b32"/>
    <p:sldId xmlns:r="http://schemas.openxmlformats.org/officeDocument/2006/relationships" id="298" r:id="R9011ae2f3dbf436c"/>
    <p:sldId xmlns:r="http://schemas.openxmlformats.org/officeDocument/2006/relationships" id="299" r:id="R40535155a16d457d"/>
    <p:sldId xmlns:r="http://schemas.openxmlformats.org/officeDocument/2006/relationships" id="300" r:id="R0d18dc5347b741eb"/>
    <p:sldId xmlns:r="http://schemas.openxmlformats.org/officeDocument/2006/relationships" id="301" r:id="Rc407977b671041d1"/>
    <p:sldId xmlns:r="http://schemas.openxmlformats.org/officeDocument/2006/relationships" id="302" r:id="R26a627e7f598474a"/>
    <p:sldId xmlns:r="http://schemas.openxmlformats.org/officeDocument/2006/relationships" id="303" r:id="Rc98bcdb2291348bf"/>
    <p:sldId xmlns:r="http://schemas.openxmlformats.org/officeDocument/2006/relationships" id="304" r:id="R3853efae2a014fb9"/>
    <p:sldId xmlns:r="http://schemas.openxmlformats.org/officeDocument/2006/relationships" id="305" r:id="R62962932883048b6"/>
    <p:sldId xmlns:r="http://schemas.openxmlformats.org/officeDocument/2006/relationships" id="306" r:id="R8a4081bb1a554021"/>
    <p:sldId xmlns:r="http://schemas.openxmlformats.org/officeDocument/2006/relationships" id="307" r:id="R45b2cd36db7a436c"/>
    <p:sldId xmlns:r="http://schemas.openxmlformats.org/officeDocument/2006/relationships" id="308" r:id="R36f71f5008134928"/>
    <p:sldId xmlns:r="http://schemas.openxmlformats.org/officeDocument/2006/relationships" id="309" r:id="R38f5431613754871"/>
    <p:sldId xmlns:r="http://schemas.openxmlformats.org/officeDocument/2006/relationships" id="310" r:id="R3fc13c64c0fa4a24"/>
    <p:sldId xmlns:r="http://schemas.openxmlformats.org/officeDocument/2006/relationships" id="311" r:id="Ra7f3a2d9159b45d8"/>
    <p:sldId xmlns:r="http://schemas.openxmlformats.org/officeDocument/2006/relationships" id="312" r:id="Ra8a40a5d73ba4f3e"/>
    <p:sldId xmlns:r="http://schemas.openxmlformats.org/officeDocument/2006/relationships" id="313" r:id="R859a0cdee20e4268"/>
    <p:sldId xmlns:r="http://schemas.openxmlformats.org/officeDocument/2006/relationships" id="314" r:id="Rfbadb2b284074cca"/>
    <p:sldId xmlns:r="http://schemas.openxmlformats.org/officeDocument/2006/relationships" id="315" r:id="R1aeea88da98f490f"/>
    <p:sldId xmlns:r="http://schemas.openxmlformats.org/officeDocument/2006/relationships" id="316" r:id="R7445286cbe6a4487"/>
    <p:sldId xmlns:r="http://schemas.openxmlformats.org/officeDocument/2006/relationships" id="317" r:id="R6921f496aa7d4be8"/>
    <p:sldId xmlns:r="http://schemas.openxmlformats.org/officeDocument/2006/relationships" id="318" r:id="R1e7acd0d03ed4392"/>
    <p:sldId xmlns:r="http://schemas.openxmlformats.org/officeDocument/2006/relationships" id="319" r:id="Rfdae10338d5f4c37"/>
    <p:sldId xmlns:r="http://schemas.openxmlformats.org/officeDocument/2006/relationships" id="320" r:id="Rad58dc79b79c44bd"/>
    <p:sldId xmlns:r="http://schemas.openxmlformats.org/officeDocument/2006/relationships" id="321" r:id="Rd80fb68b0def43fb"/>
    <p:sldId xmlns:r="http://schemas.openxmlformats.org/officeDocument/2006/relationships" id="322" r:id="R0f7a18e186a94f6a"/>
    <p:sldId xmlns:r="http://schemas.openxmlformats.org/officeDocument/2006/relationships" id="323" r:id="Rf5d72da1265f4b96"/>
    <p:sldId xmlns:r="http://schemas.openxmlformats.org/officeDocument/2006/relationships" id="324" r:id="R2699f61e210746dd"/>
    <p:sldId xmlns:r="http://schemas.openxmlformats.org/officeDocument/2006/relationships" id="325" r:id="R945e26817c964696"/>
    <p:sldId xmlns:r="http://schemas.openxmlformats.org/officeDocument/2006/relationships" id="326" r:id="R72788085cef845d3"/>
    <p:sldId xmlns:r="http://schemas.openxmlformats.org/officeDocument/2006/relationships" id="327" r:id="R526f209673904c1d"/>
    <p:sldId xmlns:r="http://schemas.openxmlformats.org/officeDocument/2006/relationships" id="328" r:id="R0833fbb7112f40cc"/>
    <p:sldId xmlns:r="http://schemas.openxmlformats.org/officeDocument/2006/relationships" id="329" r:id="R2ef315c1f59e4641"/>
  </p:sldIdLst>
  <p:sldSz cx="12192000" cy="6858000"/>
  <p:notesSz cx="6858000" cy="9144000"/>
</p:presentation>
</file>

<file path=ppt/presProps.xml><?xml version="1.0" encoding="utf-8"?>
<p:presentationPr xmlns:p="http://schemas.openxmlformats.org/presentationml/2006/main">
  <p:showPr loop="0" showAnimation="1" useTimings="0">
    <p:present/>
    <p:sldAll/>
  </p:showPr>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8548edbc3754eb2"/><Relationship Type="http://schemas.openxmlformats.org/officeDocument/2006/relationships/slideMaster" Target="/ppt/slideMasters/slideMaster1.xml" Id="R0dc1f88d746041c0"/><Relationship Type="http://schemas.openxmlformats.org/officeDocument/2006/relationships/notesMaster" Target="/ppt/notesMasters/notesMaster1.xml" Id="R260a90ed955546bd"/><Relationship Type="http://schemas.openxmlformats.org/officeDocument/2006/relationships/presProps" Target="/ppt/presProps.xml" Id="Re3dee8b2810b46a7"/><Relationship Type="http://schemas.openxmlformats.org/officeDocument/2006/relationships/tableStyles" Target="/ppt/tableStyles.xml" Id="Re9d8b0077cb54546"/><Relationship Type="http://schemas.openxmlformats.org/officeDocument/2006/relationships/slide" Target="/ppt/slides/slide1.xml" Id="R1144fd63c2fc4ddf"/><Relationship Type="http://schemas.openxmlformats.org/officeDocument/2006/relationships/slide" Target="/ppt/slides/slide2.xml" Id="R3b4f2b76f66140c0"/><Relationship Type="http://schemas.openxmlformats.org/officeDocument/2006/relationships/slide" Target="/ppt/slides/slide3.xml" Id="Rfcde75f3265e457e"/><Relationship Type="http://schemas.openxmlformats.org/officeDocument/2006/relationships/slide" Target="/ppt/slides/slide4.xml" Id="Rd323b10d981a4855"/><Relationship Type="http://schemas.openxmlformats.org/officeDocument/2006/relationships/slide" Target="/ppt/slides/slide5.xml" Id="Rc8db9be0ed404268"/><Relationship Type="http://schemas.openxmlformats.org/officeDocument/2006/relationships/slide" Target="/ppt/slides/slide6.xml" Id="Re48086b2b1464985"/><Relationship Type="http://schemas.openxmlformats.org/officeDocument/2006/relationships/slide" Target="/ppt/slides/slide7.xml" Id="Rb7c4f221ae264c1c"/><Relationship Type="http://schemas.openxmlformats.org/officeDocument/2006/relationships/slide" Target="/ppt/slides/slide8.xml" Id="Rc763bbd5d0e745c8"/><Relationship Type="http://schemas.openxmlformats.org/officeDocument/2006/relationships/slide" Target="/ppt/slides/slide9.xml" Id="R723ccf21bd764b9d"/><Relationship Type="http://schemas.openxmlformats.org/officeDocument/2006/relationships/slide" Target="/ppt/slides/slide10.xml" Id="R5c3a2808441e4b77"/><Relationship Type="http://schemas.openxmlformats.org/officeDocument/2006/relationships/slide" Target="/ppt/slides/slide11.xml" Id="R61cb7fdd44cc47d8"/><Relationship Type="http://schemas.openxmlformats.org/officeDocument/2006/relationships/slide" Target="/ppt/slides/slide12.xml" Id="Rc8044bec39484a25"/><Relationship Type="http://schemas.openxmlformats.org/officeDocument/2006/relationships/slide" Target="/ppt/slides/slide13.xml" Id="Rda5a43741e9e4385"/><Relationship Type="http://schemas.openxmlformats.org/officeDocument/2006/relationships/slide" Target="/ppt/slides/slide14.xml" Id="Rd8821eef5c184e26"/><Relationship Type="http://schemas.openxmlformats.org/officeDocument/2006/relationships/slide" Target="/ppt/slides/slide15.xml" Id="R681365f8162c4fb6"/><Relationship Type="http://schemas.openxmlformats.org/officeDocument/2006/relationships/slide" Target="/ppt/slides/slide16.xml" Id="Rcd9ad3896f5e43f6"/><Relationship Type="http://schemas.openxmlformats.org/officeDocument/2006/relationships/slide" Target="/ppt/slides/slide17.xml" Id="R212c5893ec69484e"/><Relationship Type="http://schemas.openxmlformats.org/officeDocument/2006/relationships/slide" Target="/ppt/slides/slide18.xml" Id="R1521d83a27c442c3"/><Relationship Type="http://schemas.openxmlformats.org/officeDocument/2006/relationships/slide" Target="/ppt/slides/slide19.xml" Id="R02e906c8cc084b16"/><Relationship Type="http://schemas.openxmlformats.org/officeDocument/2006/relationships/slide" Target="/ppt/slides/slide20.xml" Id="R276062669b3b4700"/><Relationship Type="http://schemas.openxmlformats.org/officeDocument/2006/relationships/slide" Target="/ppt/slides/slide21.xml" Id="Rde8b819c959744a2"/><Relationship Type="http://schemas.openxmlformats.org/officeDocument/2006/relationships/slide" Target="/ppt/slides/slide22.xml" Id="R9156cb2839734c97"/><Relationship Type="http://schemas.openxmlformats.org/officeDocument/2006/relationships/slide" Target="/ppt/slides/slide23.xml" Id="R5aed24434c0a4240"/><Relationship Type="http://schemas.openxmlformats.org/officeDocument/2006/relationships/slide" Target="/ppt/slides/slide24.xml" Id="Rac12ef4593994b66"/><Relationship Type="http://schemas.openxmlformats.org/officeDocument/2006/relationships/slide" Target="/ppt/slides/slide25.xml" Id="Rabab144ed8d347e2"/><Relationship Type="http://schemas.openxmlformats.org/officeDocument/2006/relationships/slide" Target="/ppt/slides/slide26.xml" Id="Rb11977fc0c9747c5"/><Relationship Type="http://schemas.openxmlformats.org/officeDocument/2006/relationships/slide" Target="/ppt/slides/slide27.xml" Id="Rbabd023a83c4464c"/><Relationship Type="http://schemas.openxmlformats.org/officeDocument/2006/relationships/slide" Target="/ppt/slides/slide28.xml" Id="R21f873aaa8394ebc"/><Relationship Type="http://schemas.openxmlformats.org/officeDocument/2006/relationships/slide" Target="/ppt/slides/slide29.xml" Id="Rac770883fbe74540"/><Relationship Type="http://schemas.openxmlformats.org/officeDocument/2006/relationships/slide" Target="/ppt/slides/slide30.xml" Id="Rf0e7ce621d8f4c65"/><Relationship Type="http://schemas.openxmlformats.org/officeDocument/2006/relationships/slide" Target="/ppt/slides/slide32.xml" Id="Re66adb099fb048fc"/><Relationship Type="http://schemas.openxmlformats.org/officeDocument/2006/relationships/slide" Target="/ppt/slides/slide33.xml" Id="R538bd9b598194704"/><Relationship Type="http://schemas.openxmlformats.org/officeDocument/2006/relationships/slide" Target="/ppt/slides/slide34.xml" Id="R7a46c3e6977c4e05"/><Relationship Type="http://schemas.openxmlformats.org/officeDocument/2006/relationships/slide" Target="/ppt/slides/slide35.xml" Id="Rb76ae1344aea4ca4"/><Relationship Type="http://schemas.openxmlformats.org/officeDocument/2006/relationships/slide" Target="/ppt/slides/slide36.xml" Id="R7962684a81d04da9"/><Relationship Type="http://schemas.openxmlformats.org/officeDocument/2006/relationships/slide" Target="/ppt/slides/slide37.xml" Id="R0e7d6efd02534586"/><Relationship Type="http://schemas.openxmlformats.org/officeDocument/2006/relationships/slide" Target="/ppt/slides/slide38.xml" Id="R09358d778eaf40d8"/><Relationship Type="http://schemas.openxmlformats.org/officeDocument/2006/relationships/slide" Target="/ppt/slides/slide39.xml" Id="R787546fd27124e7c"/><Relationship Type="http://schemas.openxmlformats.org/officeDocument/2006/relationships/slide" Target="/ppt/slides/slide40.xml" Id="R017b19edd2834e62"/><Relationship Type="http://schemas.openxmlformats.org/officeDocument/2006/relationships/slide" Target="/ppt/slides/slide41.xml" Id="R2b15f8e7cce34c37"/><Relationship Type="http://schemas.openxmlformats.org/officeDocument/2006/relationships/slide" Target="/ppt/slides/slide42.xml" Id="R80836de8cc714b32"/><Relationship Type="http://schemas.openxmlformats.org/officeDocument/2006/relationships/slide" Target="/ppt/slides/slide43.xml" Id="R9011ae2f3dbf436c"/><Relationship Type="http://schemas.openxmlformats.org/officeDocument/2006/relationships/slide" Target="/ppt/slides/slide44.xml" Id="R40535155a16d457d"/><Relationship Type="http://schemas.openxmlformats.org/officeDocument/2006/relationships/slide" Target="/ppt/slides/slide45.xml" Id="R0d18dc5347b741eb"/><Relationship Type="http://schemas.openxmlformats.org/officeDocument/2006/relationships/slide" Target="/ppt/slides/slide46.xml" Id="Rc407977b671041d1"/><Relationship Type="http://schemas.openxmlformats.org/officeDocument/2006/relationships/slide" Target="/ppt/slides/slide47.xml" Id="R26a627e7f598474a"/><Relationship Type="http://schemas.openxmlformats.org/officeDocument/2006/relationships/slide" Target="/ppt/slides/slide48.xml" Id="Rc98bcdb2291348bf"/><Relationship Type="http://schemas.openxmlformats.org/officeDocument/2006/relationships/slide" Target="/ppt/slides/slide49.xml" Id="R3853efae2a014fb9"/><Relationship Type="http://schemas.openxmlformats.org/officeDocument/2006/relationships/slide" Target="/ppt/slides/slide50.xml" Id="R62962932883048b6"/><Relationship Type="http://schemas.openxmlformats.org/officeDocument/2006/relationships/slide" Target="/ppt/slides/slide51.xml" Id="R8a4081bb1a554021"/><Relationship Type="http://schemas.openxmlformats.org/officeDocument/2006/relationships/slide" Target="/ppt/slides/slide52.xml" Id="R45b2cd36db7a436c"/><Relationship Type="http://schemas.openxmlformats.org/officeDocument/2006/relationships/slide" Target="/ppt/slides/slide53.xml" Id="R36f71f5008134928"/><Relationship Type="http://schemas.openxmlformats.org/officeDocument/2006/relationships/slide" Target="/ppt/slides/slide54.xml" Id="R38f5431613754871"/><Relationship Type="http://schemas.openxmlformats.org/officeDocument/2006/relationships/slide" Target="/ppt/slides/slide55.xml" Id="R3fc13c64c0fa4a24"/><Relationship Type="http://schemas.openxmlformats.org/officeDocument/2006/relationships/slide" Target="/ppt/slides/slide56.xml" Id="Ra7f3a2d9159b45d8"/><Relationship Type="http://schemas.openxmlformats.org/officeDocument/2006/relationships/slide" Target="/ppt/slides/slide57.xml" Id="Ra8a40a5d73ba4f3e"/><Relationship Type="http://schemas.openxmlformats.org/officeDocument/2006/relationships/slide" Target="/ppt/slides/slide58.xml" Id="R859a0cdee20e4268"/><Relationship Type="http://schemas.openxmlformats.org/officeDocument/2006/relationships/slide" Target="/ppt/slides/slide59.xml" Id="Rfbadb2b284074cca"/><Relationship Type="http://schemas.openxmlformats.org/officeDocument/2006/relationships/slide" Target="/ppt/slides/slide60.xml" Id="R1aeea88da98f490f"/><Relationship Type="http://schemas.openxmlformats.org/officeDocument/2006/relationships/slide" Target="/ppt/slides/slide61.xml" Id="R7445286cbe6a4487"/><Relationship Type="http://schemas.openxmlformats.org/officeDocument/2006/relationships/slide" Target="/ppt/slides/slide62.xml" Id="R6921f496aa7d4be8"/><Relationship Type="http://schemas.openxmlformats.org/officeDocument/2006/relationships/slide" Target="/ppt/slides/slide63.xml" Id="R1e7acd0d03ed4392"/><Relationship Type="http://schemas.openxmlformats.org/officeDocument/2006/relationships/slide" Target="/ppt/slides/slide64.xml" Id="Rfdae10338d5f4c37"/><Relationship Type="http://schemas.openxmlformats.org/officeDocument/2006/relationships/slide" Target="/ppt/slides/slide65.xml" Id="Rad58dc79b79c44bd"/><Relationship Type="http://schemas.openxmlformats.org/officeDocument/2006/relationships/slide" Target="/ppt/slides/slide66.xml" Id="Rd80fb68b0def43fb"/><Relationship Type="http://schemas.openxmlformats.org/officeDocument/2006/relationships/slide" Target="/ppt/slides/slide67.xml" Id="R0f7a18e186a94f6a"/><Relationship Type="http://schemas.openxmlformats.org/officeDocument/2006/relationships/slide" Target="/ppt/slides/slide68.xml" Id="Rf5d72da1265f4b96"/><Relationship Type="http://schemas.openxmlformats.org/officeDocument/2006/relationships/slide" Target="/ppt/slides/slide69.xml" Id="R2699f61e210746dd"/><Relationship Type="http://schemas.openxmlformats.org/officeDocument/2006/relationships/slide" Target="/ppt/slides/slide70.xml" Id="R945e26817c964696"/><Relationship Type="http://schemas.openxmlformats.org/officeDocument/2006/relationships/slide" Target="/ppt/slides/slide71.xml" Id="R72788085cef845d3"/><Relationship Type="http://schemas.openxmlformats.org/officeDocument/2006/relationships/slide" Target="/ppt/slides/slide72.xml" Id="R526f209673904c1d"/><Relationship Type="http://schemas.openxmlformats.org/officeDocument/2006/relationships/slide" Target="/ppt/slides/slide73.xml" Id="R0833fbb7112f40cc"/><Relationship Type="http://schemas.openxmlformats.org/officeDocument/2006/relationships/slide" Target="/ppt/slides/slide74.xml" Id="R2ef315c1f59e4641"/><Relationship Id="rIdT3Master80" Type="http://schemas.openxmlformats.org/officeDocument/2006/relationships/slideMaster" Target="slideMasters/t3_reference_methods_slideMaster1.xml"/><Relationship Id="rIdT3Master81" Type="http://schemas.openxmlformats.org/officeDocument/2006/relationships/slideMaster" Target="slideMasters/t3_reference_slideMaster1.xml"/><Relationship Id="rIdT4PrefixMaster82" Type="http://schemas.openxmlformats.org/officeDocument/2006/relationships/slideMaster" Target="slideMasters/t4_prefix_21c719580f8e_t4_prefix_a2f7aa9f0e46_t3_reference_methods_slideMaster1.xml"/><Relationship Id="rIdT4PrefixMaster83" Type="http://schemas.openxmlformats.org/officeDocument/2006/relationships/slideMaster" Target="slideMasters/t4_prefix_21c719580f8e_t4_prefix_a2f7aa9f0e46_t3_reference_slideMaster1.xml"/><Relationship Id="rIdPamProcess330" Type="http://schemas.openxmlformats.org/officeDocument/2006/relationships/slide" Target="slides/pam_process_1.xml"/><Relationship Id="rIdPamProcess331" Type="http://schemas.openxmlformats.org/officeDocument/2006/relationships/slide" Target="slides/pam_process_2.xml"/><Relationship Id="rIdPamProcess332" Type="http://schemas.openxmlformats.org/officeDocument/2006/relationships/slide" Target="slides/pam_process_5.xml"/><Relationship Id="rIdPamProcess333" Type="http://schemas.openxmlformats.org/officeDocument/2006/relationships/slide" Target="slides/pam_process_11.xml"/><Relationship Id="rIdPamMaster2147490005" Type="http://schemas.openxmlformats.org/officeDocument/2006/relationships/slideMaster" Target="slideMasters/pam_process_ce3126bafaead60f_t3_reference_methods_slideMaster1.xml"/><Relationship Id="rIdPamProcess334" Type="http://schemas.openxmlformats.org/officeDocument/2006/relationships/slide" Target="slides/pam_r2_7.xml"/><Relationship Id="rIdPamProcess336" Type="http://schemas.openxmlformats.org/officeDocument/2006/relationships/slide" Target="slides/pam_r2_16.xml"/><Relationship Id="rIdPamMaster2147490006" Type="http://schemas.openxmlformats.org/officeDocument/2006/relationships/slideMaster" Target="slideMasters/pam_r2_ce3126bafaead60f_t3_reference_methods_slideMaster1.xml"/><Relationship Id="rIdPamProcess337" Type="http://schemas.openxmlformats.org/officeDocument/2006/relationships/slide" Target="slides/pam_adjacent_r3_4.xml"/><Relationship Id="rIdPamProcess338" Type="http://schemas.openxmlformats.org/officeDocument/2006/relationships/slide" Target="slides/signal_zoom_r4_4.xml"/><Relationship Id="rIdPamProcess339" Type="http://schemas.openxmlformats.org/officeDocument/2006/relationships/slide" Target="slides/signal_zoom_r4_10.xml"/><Relationship Id="rIdPamProcess340" Type="http://schemas.openxmlformats.org/officeDocument/2006/relationships/slide" Target="slides/signal_zoom_r4_11.xml"/><Relationship Id="rIdPamProcess341" Type="http://schemas.openxmlformats.org/officeDocument/2006/relationships/slide" Target="slides/signal_zoom_r4_14.xml"/><Relationship Id="rIdPamProcess342" Type="http://schemas.openxmlformats.org/officeDocument/2006/relationships/slide" Target="slides/signal_zoom_r4_17.xml"/><Relationship Id="rIdPamProcess343" Type="http://schemas.openxmlformats.org/officeDocument/2006/relationships/slide" Target="slides/signal_zoom_r4_19.xml"/><Relationship Id="rIdPamProcess344" Type="http://schemas.openxmlformats.org/officeDocument/2006/relationships/slide" Target="slides/signal_zoom_r4_20.xml"/><Relationship Id="rIdPamProcess345" Type="http://schemas.openxmlformats.org/officeDocument/2006/relationships/slide" Target="slides/signal_zoom_r4_25.xml"/><Relationship Id="rIdPamProcess346" Type="http://schemas.openxmlformats.org/officeDocument/2006/relationships/slide" Target="slides/signal_zoom_r4_31.xml"/><Relationship Id="rIdPamProcess347" Type="http://schemas.openxmlformats.org/officeDocument/2006/relationships/slide" Target="slides/signal_zoom_r4_32.xml"/><Relationship Id="rIdPamProcess348" Type="http://schemas.openxmlformats.org/officeDocument/2006/relationships/slide" Target="slides/signal_zoom_r4_33.xml"/><Relationship Id="rIdPamProcess349" Type="http://schemas.openxmlformats.org/officeDocument/2006/relationships/slide" Target="slides/signal_zoom_r4_35.xml"/><Relationship Id="rIdPamProcess350" Type="http://schemas.openxmlformats.org/officeDocument/2006/relationships/slide" Target="slides/signal_zoom_r4_36.xml"/><Relationship Id="rIdPamProcess351" Type="http://schemas.openxmlformats.org/officeDocument/2006/relationships/slide" Target="slides/signal_zoom_r4_37.xml"/><Relationship Id="rIdPamProcess352" Type="http://schemas.openxmlformats.org/officeDocument/2006/relationships/slide" Target="slides/signal_zoom_r4_39.xml"/><Relationship Id="rIdPamProcess353" Type="http://schemas.openxmlformats.org/officeDocument/2006/relationships/slide" Target="slides/signal_zoom_r4_40.xml"/><Relationship Id="rIdPamProcess354" Type="http://schemas.openxmlformats.org/officeDocument/2006/relationships/slide" Target="slides/signal_zoom_r4_41.xml"/><Relationship Id="rIdPamProcess355" Type="http://schemas.openxmlformats.org/officeDocument/2006/relationships/slide" Target="slides/signal_zoom_r4_43.xml"/><Relationship Id="rIdPamProcess356" Type="http://schemas.openxmlformats.org/officeDocument/2006/relationships/slide" Target="slides/signal_zoom_r4_44.xml"/><Relationship Id="rIdPamProcess357" Type="http://schemas.openxmlformats.org/officeDocument/2006/relationships/slide" Target="slides/signal_zoom_r4_45.xml"/><Relationship Id="rIdPamProcess358" Type="http://schemas.openxmlformats.org/officeDocument/2006/relationships/slide" Target="slides/signal_zoom_r4_47.xml"/><Relationship Id="rIdPamProcess359" Type="http://schemas.openxmlformats.org/officeDocument/2006/relationships/slide" Target="slides/signal_zoom_r4_48.xml"/><Relationship Id="rIdPamProcess360" Type="http://schemas.openxmlformats.org/officeDocument/2006/relationships/slide" Target="slides/signal_zoom_r4_49.xml"/><Relationship Id="rIdPamProcess361" Type="http://schemas.openxmlformats.org/officeDocument/2006/relationships/slide" Target="slides/signal_zoom_r4_51.xml"/><Relationship Id="rIdPamProcess362" Type="http://schemas.openxmlformats.org/officeDocument/2006/relationships/slide" Target="slides/signal_zoom_r4_52.xml"/><Relationship Id="rIdPamProcess363" Type="http://schemas.openxmlformats.org/officeDocument/2006/relationships/slide" Target="slides/signal_zoom_r4_53.xml"/><Relationship Id="rIdPamProcess364" Type="http://schemas.openxmlformats.org/officeDocument/2006/relationships/slide" Target="slides/signal_zoom_r4_55.xml"/><Relationship Id="rIdPamProcess365" Type="http://schemas.openxmlformats.org/officeDocument/2006/relationships/slide" Target="slides/signal_zoom_r4_56.xml"/><Relationship Id="rIdPamProcess366" Type="http://schemas.openxmlformats.org/officeDocument/2006/relationships/slide" Target="slides/signal_zoom_r4_57.xml"/><Relationship Id="rIdPamProcess367" Type="http://schemas.openxmlformats.org/officeDocument/2006/relationships/slide" Target="slides/signal_zoom_r4_59.xml"/><Relationship Id="rIdPamProcess368" Type="http://schemas.openxmlformats.org/officeDocument/2006/relationships/slide" Target="slides/signal_zoom_r4_60.xml"/><Relationship Id="rIdPamProcess369" Type="http://schemas.openxmlformats.org/officeDocument/2006/relationships/slide" Target="slides/signal_zoom_r4_61.xml"/><Relationship Id="rIdPamProcess370" Type="http://schemas.openxmlformats.org/officeDocument/2006/relationships/slide" Target="slides/signal_zoom_r4_63.xml"/><Relationship Id="rIdPamProcess371" Type="http://schemas.openxmlformats.org/officeDocument/2006/relationships/slide" Target="slides/signal_zoom_r4_64.xml"/><Relationship Id="rIdPamProcess372" Type="http://schemas.openxmlformats.org/officeDocument/2006/relationships/slide" Target="slides/signal_zoom_r4_65.xml"/><Relationship Id="rIdRecoveryRoutesR10" Type="http://schemas.openxmlformats.org/officeDocument/2006/relationships/slide" Target="slides/recovery_routes_r10.xml"/><Relationship Id="rIdRecoveryMaster2147490007" Type="http://schemas.openxmlformats.org/officeDocument/2006/relationships/slideMaster" Target="slideMasters/recovery_r10_ce3126bafaead60f_t3_reference_methods_slideMaster1.xml"/><Relationship Id="rIdChoiceMaster2147490014" Type="http://schemas.openxmlformats.org/officeDocument/2006/relationships/slideMaster" Target="slideMasters/choice_r11_ce3126bafaead60f_t3_reference_methods_slideMaster1.xml"/><Relationship Id="rIdSincMaster2147490016" Type="http://schemas.openxmlformats.org/officeDocument/2006/relationships/slideMaster" Target="slideMasters/sinc_r12_ce3126bafaead60f_t3_reference_methods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ae1fa75ed24d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choice_r11_e86eeee157d8ac8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pam_process_e86eeee157d8ac8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pam_r2_e86eeee157d8ac8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recovery_r10_e86eeee157d8ac8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sinc_r12_e86eeee157d8ac8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3_referenc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4_prefix_21c719580f8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choice_r11_c520e1682907aa5c_notesSlide1.xml.rels><?xml version='1.0' encoding='UTF-8' standalone='yes'?>
<Relationships xmlns="http://schemas.openxmlformats.org/package/2006/relationships"><Relationship Type="http://schemas.openxmlformats.org/officeDocument/2006/relationships/slide" Target="../slides/recovery_routes_r10.xml" Id="Rc931e64a978a43b4"/><Relationship Type="http://schemas.openxmlformats.org/officeDocument/2006/relationships/notesMaster" Target="../notesMasters/notesMaster1.xml" Id="R9d520bb12e21445e"/></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0a2c872e4a4b55" /><Relationship Type="http://schemas.openxmlformats.org/officeDocument/2006/relationships/notesMaster" Target="/ppt/notesMasters/notesMaster1.xml" Id="R48802925d3114e3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ddf08ed350547a1" /><Relationship Type="http://schemas.openxmlformats.org/officeDocument/2006/relationships/notesMaster" Target="/ppt/notesMasters/notesMaster1.xml" Id="R36efbed16f3c413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6c751fd7abb46fc" /><Relationship Type="http://schemas.openxmlformats.org/officeDocument/2006/relationships/notesMaster" Target="/ppt/notesMasters/notesMaster1.xml" Id="R6665f8976e8e4cd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e7d6b8d24924c8d" /><Relationship Type="http://schemas.openxmlformats.org/officeDocument/2006/relationships/notesMaster" Target="/ppt/notesMasters/notesMaster1.xml" Id="R687b524d1f74429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4115b9e1ecb4191" /><Relationship Type="http://schemas.openxmlformats.org/officeDocument/2006/relationships/notesMaster" Target="/ppt/notesMasters/notesMaster1.xml" Id="R17951d78d699419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48e112557e4ca0" /><Relationship Type="http://schemas.openxmlformats.org/officeDocument/2006/relationships/notesMaster" Target="/ppt/notesMasters/notesMaster1.xml" Id="Re0d02ff49b36480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0a1b84f401440cb" /><Relationship Type="http://schemas.openxmlformats.org/officeDocument/2006/relationships/notesMaster" Target="/ppt/notesMasters/notesMaster1.xml" Id="R99b55148861843a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51ef4ca49b3438a" /><Relationship Type="http://schemas.openxmlformats.org/officeDocument/2006/relationships/notesMaster" Target="/ppt/notesMasters/notesMaster1.xml" Id="R1e6bda3f1e654ef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40b7d1c5a5841b7" /><Relationship Type="http://schemas.openxmlformats.org/officeDocument/2006/relationships/notesMaster" Target="/ppt/notesMasters/notesMaster1.xml" Id="Rdcc53908c353418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51436e38676441e" /><Relationship Type="http://schemas.openxmlformats.org/officeDocument/2006/relationships/notesMaster" Target="/ppt/notesMasters/notesMaster1.xml" Id="Rd70ed191505a48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f4be2137bc34542" /><Relationship Type="http://schemas.openxmlformats.org/officeDocument/2006/relationships/notesMaster" Target="/ppt/notesMasters/notesMaster1.xml" Id="R0c966e25ec9a4d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fb8ac4389a04c03" /><Relationship Type="http://schemas.openxmlformats.org/officeDocument/2006/relationships/notesMaster" Target="/ppt/notesMasters/notesMaster1.xml" Id="R53545b502120474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d72bcb9285d4e0e" /><Relationship Type="http://schemas.openxmlformats.org/officeDocument/2006/relationships/notesMaster" Target="/ppt/notesMasters/notesMaster1.xml" Id="R6c4553d2e9594f4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e735b42ef7e4943" /><Relationship Type="http://schemas.openxmlformats.org/officeDocument/2006/relationships/notesMaster" Target="/ppt/notesMasters/notesMaster1.xml" Id="R095a32c37bf5421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32690f43efa4996" /><Relationship Type="http://schemas.openxmlformats.org/officeDocument/2006/relationships/notesMaster" Target="/ppt/notesMasters/notesMaster1.xml" Id="Rac09d879786f49a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a584f4b611c4b47" /><Relationship Type="http://schemas.openxmlformats.org/officeDocument/2006/relationships/notesMaster" Target="/ppt/notesMasters/notesMaster1.xml" Id="R1e9cc281802442c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f39f3809bb440e9" /><Relationship Type="http://schemas.openxmlformats.org/officeDocument/2006/relationships/notesMaster" Target="/ppt/notesMasters/notesMaster1.xml" Id="R1d900bd6da82465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4cef0ccd8a644d5" /><Relationship Type="http://schemas.openxmlformats.org/officeDocument/2006/relationships/notesMaster" Target="/ppt/notesMasters/notesMaster1.xml" Id="R7df6b17b4a8046f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f5d0e44ea5549bb" /><Relationship Type="http://schemas.openxmlformats.org/officeDocument/2006/relationships/notesMaster" Target="/ppt/notesMasters/notesMaster1.xml" Id="R9d297949eae24fe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1e203736ecf4468" /><Relationship Type="http://schemas.openxmlformats.org/officeDocument/2006/relationships/notesMaster" Target="/ppt/notesMasters/notesMaster1.xml" Id="R05fefb20a6994c1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7874d77cb4d47d1" /><Relationship Type="http://schemas.openxmlformats.org/officeDocument/2006/relationships/notesMaster" Target="/ppt/notesMasters/notesMaster1.xml" Id="R2dff8a104c33406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df74cb39e464dda" /><Relationship Type="http://schemas.openxmlformats.org/officeDocument/2006/relationships/notesMaster" Target="/ppt/notesMasters/notesMaster1.xml" Id="R7236cc7290354e0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1fa0647eafb4787" /><Relationship Type="http://schemas.openxmlformats.org/officeDocument/2006/relationships/notesMaster" Target="/ppt/notesMasters/notesMaster1.xml" Id="R8ceda56c005e44c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e6eb582f7d447de" /><Relationship Type="http://schemas.openxmlformats.org/officeDocument/2006/relationships/notesMaster" Target="/ppt/notesMasters/notesMaster1.xml" Id="R1a74352af5734b7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26a622f01d54f63" /><Relationship Type="http://schemas.openxmlformats.org/officeDocument/2006/relationships/notesMaster" Target="/ppt/notesMasters/notesMaster1.xml" Id="R43d09ebeac9746d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5732345069a4628" /><Relationship Type="http://schemas.openxmlformats.org/officeDocument/2006/relationships/notesMaster" Target="/ppt/notesMasters/notesMaster1.xml" Id="R30f19c965dc4435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cebb94d63674334" /><Relationship Type="http://schemas.openxmlformats.org/officeDocument/2006/relationships/notesMaster" Target="/ppt/notesMasters/notesMaster1.xml" Id="Rcba61466a4e94e5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94bc3027ca2407c" /><Relationship Type="http://schemas.openxmlformats.org/officeDocument/2006/relationships/notesMaster" Target="/ppt/notesMasters/notesMaster1.xml" Id="Re814fa0c268b435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03bc7c3827e4434" /><Relationship Type="http://schemas.openxmlformats.org/officeDocument/2006/relationships/notesMaster" Target="/ppt/notesMasters/notesMaster1.xml" Id="Rf8b11d6bb8c64f7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9298055bb2045fb" /><Relationship Type="http://schemas.openxmlformats.org/officeDocument/2006/relationships/notesMaster" Target="/ppt/notesMasters/notesMaster1.xml" Id="R92d965d8c10a421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acd931d861f4d7e" /><Relationship Type="http://schemas.openxmlformats.org/officeDocument/2006/relationships/notesMaster" Target="/ppt/notesMasters/notesMaster1.xml" Id="Rda8b0902c62d4d0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b867d05f8c543b6" /><Relationship Type="http://schemas.openxmlformats.org/officeDocument/2006/relationships/notesMaster" Target="/ppt/notesMasters/notesMaster1.xml" Id="Re92cfb82b16943b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6bed41fdc4d4a52" /><Relationship Type="http://schemas.openxmlformats.org/officeDocument/2006/relationships/notesMaster" Target="/ppt/notesMasters/notesMaster1.xml" Id="Rc63be137cb10417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eb4f130417845c1" /><Relationship Type="http://schemas.openxmlformats.org/officeDocument/2006/relationships/notesMaster" Target="/ppt/notesMasters/notesMaster1.xml" Id="R9ec5fa3d299a443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b4eb4ef700c4917" /><Relationship Type="http://schemas.openxmlformats.org/officeDocument/2006/relationships/notesMaster" Target="/ppt/notesMasters/notesMaster1.xml" Id="Rda4a782671c7483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3ab530f196b4c25" /><Relationship Type="http://schemas.openxmlformats.org/officeDocument/2006/relationships/notesMaster" Target="/ppt/notesMasters/notesMaster1.xml" Id="Rafeb06e64b574d8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bda86e1496f4575" /><Relationship Type="http://schemas.openxmlformats.org/officeDocument/2006/relationships/notesMaster" Target="/ppt/notesMasters/notesMaster1.xml" Id="Red26112f4a904e4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0fe3d2520704a1c" /><Relationship Type="http://schemas.openxmlformats.org/officeDocument/2006/relationships/notesMaster" Target="/ppt/notesMasters/notesMaster1.xml" Id="Rcb3b86ff1e6c482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3b94bf2e1944aa8" /><Relationship Type="http://schemas.openxmlformats.org/officeDocument/2006/relationships/notesMaster" Target="/ppt/notesMasters/notesMaster1.xml" Id="R3a4539fa53cf486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2a67b3595294b72" /><Relationship Type="http://schemas.openxmlformats.org/officeDocument/2006/relationships/notesMaster" Target="/ppt/notesMasters/notesMaster1.xml" Id="R52f68202a238405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7ec5c52107d4ec6" /><Relationship Type="http://schemas.openxmlformats.org/officeDocument/2006/relationships/notesMaster" Target="/ppt/notesMasters/notesMaster1.xml" Id="R87f677cef0a44b8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281311f78914282" /><Relationship Type="http://schemas.openxmlformats.org/officeDocument/2006/relationships/notesMaster" Target="/ppt/notesMasters/notesMaster1.xml" Id="Rc1d415036d0c490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d81662c1bac4adb" /><Relationship Type="http://schemas.openxmlformats.org/officeDocument/2006/relationships/notesMaster" Target="/ppt/notesMasters/notesMaster1.xml" Id="R5d614a3b19784d5d"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bf720edea404254" /><Relationship Type="http://schemas.openxmlformats.org/officeDocument/2006/relationships/notesMaster" Target="/ppt/notesMasters/notesMaster1.xml" Id="R7a58b5611cbd4525" /></Relationships>
</file>

<file path=ppt/notesSlides/_rels/pam_r2_0ca75f11920872ed_notesSlide50.xml.rels><?xml version='1.0' encoding='UTF-8' standalone='yes'?>
<Relationships xmlns="http://schemas.openxmlformats.org/package/2006/relationships"><Relationship Type="http://schemas.openxmlformats.org/officeDocument/2006/relationships/slide" Target="../slides/slide27.xml" Id="Rbce5312ef3184a0f"/><Relationship Type="http://schemas.openxmlformats.org/officeDocument/2006/relationships/notesMaster" Target="../notesMasters/notesMaster1.xml" Id="Rc8c67b76cbe04985"/></Relationships>
</file>

<file path=ppt/notesSlides/_rels/pam_r2_0ca75f11920872ed_notesSlide51.xml.rels><?xml version='1.0' encoding='UTF-8' standalone='yes'?>
<Relationships xmlns="http://schemas.openxmlformats.org/package/2006/relationships"><Relationship Type="http://schemas.openxmlformats.org/officeDocument/2006/relationships/slide" Target="../slides/signal_zoom_r4_51.xml" Id="Rfb459f4c07d446eb"/><Relationship Type="http://schemas.openxmlformats.org/officeDocument/2006/relationships/notesMaster" Target="../notesMasters/notesMaster1.xml" Id="Rca59e9ed8aa44cba"/></Relationships>
</file>

<file path=ppt/notesSlides/_rels/pam_r2_0ca75f11920872ed_notesSlide52.xml.rels><?xml version='1.0' encoding='UTF-8' standalone='yes'?>
<Relationships xmlns="http://schemas.openxmlformats.org/package/2006/relationships"><Relationship Type="http://schemas.openxmlformats.org/officeDocument/2006/relationships/slide" Target="../slides/signal_zoom_r4_52.xml" Id="R0df482b7b4974d78"/><Relationship Type="http://schemas.openxmlformats.org/officeDocument/2006/relationships/notesMaster" Target="../notesMasters/notesMaster1.xml" Id="R7cae34cc221c4256"/></Relationships>
</file>

<file path=ppt/notesSlides/_rels/pam_r2_0ca75f11920872ed_notesSlide53.xml.rels><?xml version='1.0' encoding='UTF-8' standalone='yes'?>
<Relationships xmlns="http://schemas.openxmlformats.org/package/2006/relationships"><Relationship Type="http://schemas.openxmlformats.org/officeDocument/2006/relationships/slide" Target="../slides/signal_zoom_r4_53.xml" Id="R00ab0684e78c4cb0"/><Relationship Type="http://schemas.openxmlformats.org/officeDocument/2006/relationships/notesMaster" Target="../notesMasters/notesMaster1.xml" Id="R277be3be73224001"/></Relationships>
</file>

<file path=ppt/notesSlides/_rels/pam_r2_1e172f81cb89d07e_notesSlide38.xml.rels><?xml version='1.0' encoding='UTF-8' standalone='yes'?>
<Relationships xmlns="http://schemas.openxmlformats.org/package/2006/relationships"><Relationship Type="http://schemas.openxmlformats.org/officeDocument/2006/relationships/slide" Target="../slides/slide24.xml" Id="R27d7d4f2efa24662"/><Relationship Type="http://schemas.openxmlformats.org/officeDocument/2006/relationships/notesMaster" Target="../notesMasters/notesMaster1.xml" Id="R405b11e623c740e3"/></Relationships>
</file>

<file path=ppt/notesSlides/_rels/pam_r2_1e172f81cb89d07e_notesSlide39.xml.rels><?xml version='1.0' encoding='UTF-8' standalone='yes'?>
<Relationships xmlns="http://schemas.openxmlformats.org/package/2006/relationships"><Relationship Type="http://schemas.openxmlformats.org/officeDocument/2006/relationships/slide" Target="../slides/signal_zoom_r4_39.xml" Id="Rba261b52882e496f"/><Relationship Type="http://schemas.openxmlformats.org/officeDocument/2006/relationships/notesMaster" Target="../notesMasters/notesMaster1.xml" Id="R15e6bf00cc3c4d94"/></Relationships>
</file>

<file path=ppt/notesSlides/_rels/pam_r2_1e172f81cb89d07e_notesSlide40.xml.rels><?xml version='1.0' encoding='UTF-8' standalone='yes'?>
<Relationships xmlns="http://schemas.openxmlformats.org/package/2006/relationships"><Relationship Type="http://schemas.openxmlformats.org/officeDocument/2006/relationships/slide" Target="../slides/signal_zoom_r4_40.xml" Id="Rdc0e7cac0bfc4171"/><Relationship Type="http://schemas.openxmlformats.org/officeDocument/2006/relationships/notesMaster" Target="../notesMasters/notesMaster1.xml" Id="Ra1e1c9b756244205"/></Relationships>
</file>

<file path=ppt/notesSlides/_rels/pam_r2_1e172f81cb89d07e_notesSlide41.xml.rels><?xml version='1.0' encoding='UTF-8' standalone='yes'?>
<Relationships xmlns="http://schemas.openxmlformats.org/package/2006/relationships"><Relationship Type="http://schemas.openxmlformats.org/officeDocument/2006/relationships/slide" Target="../slides/signal_zoom_r4_41.xml" Id="Rbdf8a983068a4f9f"/><Relationship Type="http://schemas.openxmlformats.org/officeDocument/2006/relationships/notesMaster" Target="../notesMasters/notesMaster1.xml" Id="R4265b0370fbc4fb9"/></Relationships>
</file>

<file path=ppt/notesSlides/_rels/pam_r2_3eae6a00bb190a72_notesSlide2.xml.rels><?xml version='1.0' encoding='UTF-8' standalone='yes'?>
<Relationships xmlns="http://schemas.openxmlformats.org/package/2006/relationships"><Relationship Type="http://schemas.openxmlformats.org/officeDocument/2006/relationships/slide" Target="../slides/pam_process_2.xml" Id="Rf7eb60652ceb4a47"/><Relationship Type="http://schemas.openxmlformats.org/officeDocument/2006/relationships/notesMaster" Target="../notesMasters/notesMaster1.xml" Id="Ra163404bfcc74253"/></Relationships>
</file>

<file path=ppt/notesSlides/_rels/pam_r2_3ff9a14525965f44_notesSlide42.xml.rels><?xml version='1.0' encoding='UTF-8' standalone='yes'?>
<Relationships xmlns="http://schemas.openxmlformats.org/package/2006/relationships"><Relationship Type="http://schemas.openxmlformats.org/officeDocument/2006/relationships/slide" Target="../slides/slide25.xml" Id="Rb9f534d319b64302"/><Relationship Type="http://schemas.openxmlformats.org/officeDocument/2006/relationships/notesMaster" Target="../notesMasters/notesMaster1.xml" Id="Rf7f657ef130b4f29"/></Relationships>
</file>

<file path=ppt/notesSlides/_rels/pam_r2_3ff9a14525965f44_notesSlide43.xml.rels><?xml version='1.0' encoding='UTF-8' standalone='yes'?>
<Relationships xmlns="http://schemas.openxmlformats.org/package/2006/relationships"><Relationship Type="http://schemas.openxmlformats.org/officeDocument/2006/relationships/slide" Target="../slides/signal_zoom_r4_43.xml" Id="R933c7bb32c5048b7"/><Relationship Type="http://schemas.openxmlformats.org/officeDocument/2006/relationships/notesMaster" Target="../notesMasters/notesMaster1.xml" Id="R8fd91f04148a4764"/></Relationships>
</file>

<file path=ppt/notesSlides/_rels/pam_r2_3ff9a14525965f44_notesSlide44.xml.rels><?xml version='1.0' encoding='UTF-8' standalone='yes'?>
<Relationships xmlns="http://schemas.openxmlformats.org/package/2006/relationships"><Relationship Type="http://schemas.openxmlformats.org/officeDocument/2006/relationships/slide" Target="../slides/signal_zoom_r4_44.xml" Id="Rf771937be93d41f9"/><Relationship Type="http://schemas.openxmlformats.org/officeDocument/2006/relationships/notesMaster" Target="../notesMasters/notesMaster1.xml" Id="R5bd7d308345b4ea7"/></Relationships>
</file>

<file path=ppt/notesSlides/_rels/pam_r2_3ff9a14525965f44_notesSlide45.xml.rels><?xml version='1.0' encoding='UTF-8' standalone='yes'?>
<Relationships xmlns="http://schemas.openxmlformats.org/package/2006/relationships"><Relationship Type="http://schemas.openxmlformats.org/officeDocument/2006/relationships/slide" Target="../slides/signal_zoom_r4_45.xml" Id="R791c97fb0b704852"/><Relationship Type="http://schemas.openxmlformats.org/officeDocument/2006/relationships/notesMaster" Target="../notesMasters/notesMaster1.xml" Id="Rdeefb3995f8c4a59"/></Relationships>
</file>

<file path=ppt/notesSlides/_rels/pam_r2_7d06cdad7ea24924_notesSlide46.xml.rels><?xml version='1.0' encoding='UTF-8' standalone='yes'?>
<Relationships xmlns="http://schemas.openxmlformats.org/package/2006/relationships"><Relationship Type="http://schemas.openxmlformats.org/officeDocument/2006/relationships/slide" Target="../slides/slide26.xml" Id="Rb30d6facdd3c4e11"/><Relationship Type="http://schemas.openxmlformats.org/officeDocument/2006/relationships/notesMaster" Target="../notesMasters/notesMaster1.xml" Id="Rbe5291276eae4f08"/></Relationships>
</file>

<file path=ppt/notesSlides/_rels/pam_r2_7d06cdad7ea24924_notesSlide47.xml.rels><?xml version='1.0' encoding='UTF-8' standalone='yes'?>
<Relationships xmlns="http://schemas.openxmlformats.org/package/2006/relationships"><Relationship Type="http://schemas.openxmlformats.org/officeDocument/2006/relationships/slide" Target="../slides/signal_zoom_r4_47.xml" Id="R7f96fd67e2854e88"/><Relationship Type="http://schemas.openxmlformats.org/officeDocument/2006/relationships/notesMaster" Target="../notesMasters/notesMaster1.xml" Id="R3e22ffe23f244d4e"/></Relationships>
</file>

<file path=ppt/notesSlides/_rels/pam_r2_7d06cdad7ea24924_notesSlide48.xml.rels><?xml version='1.0' encoding='UTF-8' standalone='yes'?>
<Relationships xmlns="http://schemas.openxmlformats.org/package/2006/relationships"><Relationship Type="http://schemas.openxmlformats.org/officeDocument/2006/relationships/slide" Target="../slides/signal_zoom_r4_48.xml" Id="Re034d834860041b3"/><Relationship Type="http://schemas.openxmlformats.org/officeDocument/2006/relationships/notesMaster" Target="../notesMasters/notesMaster1.xml" Id="R9df0f7287c0545b5"/></Relationships>
</file>

<file path=ppt/notesSlides/_rels/pam_r2_7d06cdad7ea24924_notesSlide49.xml.rels><?xml version='1.0' encoding='UTF-8' standalone='yes'?>
<Relationships xmlns="http://schemas.openxmlformats.org/package/2006/relationships"><Relationship Type="http://schemas.openxmlformats.org/officeDocument/2006/relationships/slide" Target="../slides/signal_zoom_r4_49.xml" Id="R197d3ecafb664540"/><Relationship Type="http://schemas.openxmlformats.org/officeDocument/2006/relationships/notesMaster" Target="../notesMasters/notesMaster1.xml" Id="Rf06717bb3edb4aab"/></Relationships>
</file>

<file path=ppt/notesSlides/_rels/pam_r2_7df4f7cf7376851a_notesSlide16.xml.rels><?xml version='1.0' encoding='UTF-8' standalone='yes'?>
<Relationships xmlns="http://schemas.openxmlformats.org/package/2006/relationships"><Relationship Type="http://schemas.openxmlformats.org/officeDocument/2006/relationships/slide" Target="../slides/pam_process_11.xml" Id="Rb01d2ecbb4d5472b"/><Relationship Type="http://schemas.openxmlformats.org/officeDocument/2006/relationships/notesMaster" Target="../notesMasters/notesMaster1.xml" Id="R394ca555256f4427"/></Relationships>
</file>

<file path=ppt/notesSlides/_rels/pam_r2_7df4f7cf7376851a_notesSlide17.xml.rels><?xml version='1.0' encoding='UTF-8' standalone='yes'?>
<Relationships xmlns="http://schemas.openxmlformats.org/package/2006/relationships"><Relationship Type="http://schemas.openxmlformats.org/officeDocument/2006/relationships/slide" Target="../slides/signal_zoom_r4_17.xml" Id="R1af4414984e44f8d"/><Relationship Type="http://schemas.openxmlformats.org/officeDocument/2006/relationships/notesMaster" Target="../notesMasters/notesMaster1.xml" Id="R4590c9359129499c"/></Relationships>
</file>

<file path=ppt/notesSlides/_rels/pam_r2_7df4f7cf7376851a_notesSlide18.xml.rels><?xml version='1.0' encoding='UTF-8' standalone='yes'?>
<Relationships xmlns="http://schemas.openxmlformats.org/package/2006/relationships"><Relationship Type="http://schemas.openxmlformats.org/officeDocument/2006/relationships/slide" Target="../slides/slide13.xml" Id="R01e11cca2b1146f0"/><Relationship Type="http://schemas.openxmlformats.org/officeDocument/2006/relationships/notesMaster" Target="../notesMasters/notesMaster1.xml" Id="Rcdcbf704719b4c31"/></Relationships>
</file>

<file path=ppt/notesSlides/_rels/pam_r2_7df4f7cf7376851a_notesSlide23.xml.rels><?xml version='1.0' encoding='UTF-8' standalone='yes'?>
<Relationships xmlns="http://schemas.openxmlformats.org/package/2006/relationships"><Relationship Type="http://schemas.openxmlformats.org/officeDocument/2006/relationships/slide" Target="../slides/slide15.xml" Id="R8aea16a06f3f4604"/><Relationship Type="http://schemas.openxmlformats.org/officeDocument/2006/relationships/notesMaster" Target="../notesMasters/notesMaster1.xml" Id="Rb356cc8ac68f4d87"/></Relationships>
</file>

<file path=ppt/notesSlides/_rels/pam_r2_7df4f7cf7376851a_notesSlide24.xml.rels><?xml version='1.0' encoding='UTF-8' standalone='yes'?>
<Relationships xmlns="http://schemas.openxmlformats.org/package/2006/relationships"><Relationship Type="http://schemas.openxmlformats.org/officeDocument/2006/relationships/slide" Target="../slides/slide16.xml" Id="R265035672a184498"/><Relationship Type="http://schemas.openxmlformats.org/officeDocument/2006/relationships/notesMaster" Target="../notesMasters/notesMaster1.xml" Id="R205f8a9e577b40c7"/></Relationships>
</file>

<file path=ppt/notesSlides/_rels/pam_r2_69afd0355267864c_notesSlide7.xml.rels><?xml version='1.0' encoding='UTF-8' standalone='yes'?>
<Relationships xmlns="http://schemas.openxmlformats.org/package/2006/relationships"><Relationship Type="http://schemas.openxmlformats.org/officeDocument/2006/relationships/slide" Target="../slides/slide9.xml" Id="R755c552ca6a141ff"/><Relationship Type="http://schemas.openxmlformats.org/officeDocument/2006/relationships/notesMaster" Target="../notesMasters/notesMaster1.xml" Id="R3c11dfceee2645ad"/></Relationships>
</file>

<file path=ppt/notesSlides/_rels/pam_r2_070d2ef6c9f692d2_notesSlide54.xml.rels><?xml version='1.0' encoding='UTF-8' standalone='yes'?>
<Relationships xmlns="http://schemas.openxmlformats.org/package/2006/relationships"><Relationship Type="http://schemas.openxmlformats.org/officeDocument/2006/relationships/slide" Target="../slides/slide28.xml" Id="R9f861690d9914ed3"/><Relationship Type="http://schemas.openxmlformats.org/officeDocument/2006/relationships/notesMaster" Target="../notesMasters/notesMaster1.xml" Id="R2c77825ef1eb4a56"/></Relationships>
</file>

<file path=ppt/notesSlides/_rels/pam_r2_070d2ef6c9f692d2_notesSlide55.xml.rels><?xml version='1.0' encoding='UTF-8' standalone='yes'?>
<Relationships xmlns="http://schemas.openxmlformats.org/package/2006/relationships"><Relationship Type="http://schemas.openxmlformats.org/officeDocument/2006/relationships/slide" Target="../slides/signal_zoom_r4_55.xml" Id="R1ba57d9b91c24aef"/><Relationship Type="http://schemas.openxmlformats.org/officeDocument/2006/relationships/notesMaster" Target="../notesMasters/notesMaster1.xml" Id="Rb2d79225f7f740d5"/></Relationships>
</file>

<file path=ppt/notesSlides/_rels/pam_r2_070d2ef6c9f692d2_notesSlide56.xml.rels><?xml version='1.0' encoding='UTF-8' standalone='yes'?>
<Relationships xmlns="http://schemas.openxmlformats.org/package/2006/relationships"><Relationship Type="http://schemas.openxmlformats.org/officeDocument/2006/relationships/slide" Target="../slides/signal_zoom_r4_56.xml" Id="Rfe48989b48bb4d72"/><Relationship Type="http://schemas.openxmlformats.org/officeDocument/2006/relationships/notesMaster" Target="../notesMasters/notesMaster1.xml" Id="R42cce387d0f54947"/></Relationships>
</file>

<file path=ppt/notesSlides/_rels/pam_r2_070d2ef6c9f692d2_notesSlide57.xml.rels><?xml version='1.0' encoding='UTF-8' standalone='yes'?>
<Relationships xmlns="http://schemas.openxmlformats.org/package/2006/relationships"><Relationship Type="http://schemas.openxmlformats.org/officeDocument/2006/relationships/slide" Target="../slides/signal_zoom_r4_57.xml" Id="R6a72a6d01af84539"/><Relationship Type="http://schemas.openxmlformats.org/officeDocument/2006/relationships/notesMaster" Target="../notesMasters/notesMaster1.xml" Id="R543be4d93ca1481a"/></Relationships>
</file>

<file path=ppt/notesSlides/_rels/pam_r2_514f1d2b8e9d3df2_notesSlide6.xml.rels><?xml version='1.0' encoding='UTF-8' standalone='yes'?>
<Relationships xmlns="http://schemas.openxmlformats.org/package/2006/relationships"><Relationship Type="http://schemas.openxmlformats.org/officeDocument/2006/relationships/slide" Target="../slides/slide8.xml" Id="Refd9f3c2e9fb47b7"/><Relationship Type="http://schemas.openxmlformats.org/officeDocument/2006/relationships/notesMaster" Target="../notesMasters/notesMaster1.xml" Id="R5ff2327ae1cb4b09"/></Relationships>
</file>

<file path=ppt/notesSlides/_rels/pam_r2_747c61a836c946e0_notesSlide13.xml.rels><?xml version='1.0' encoding='UTF-8' standalone='yes'?>
<Relationships xmlns="http://schemas.openxmlformats.org/package/2006/relationships"><Relationship Type="http://schemas.openxmlformats.org/officeDocument/2006/relationships/slide" Target="../slides/slide11.xml" Id="Rd23d10a7dc244e2a"/><Relationship Type="http://schemas.openxmlformats.org/officeDocument/2006/relationships/notesMaster" Target="../notesMasters/notesMaster1.xml" Id="R5608f7716a0946a6"/></Relationships>
</file>

<file path=ppt/notesSlides/_rels/pam_r2_49987dbdb6bb1e10_notesSlide12.xml.rels><?xml version='1.0' encoding='UTF-8' standalone='yes'?>
<Relationships xmlns="http://schemas.openxmlformats.org/package/2006/relationships"><Relationship Type="http://schemas.openxmlformats.org/officeDocument/2006/relationships/slide" Target="../slides/pam_r2_7.xml" Id="Rd7a8f322b5ce441b"/><Relationship Type="http://schemas.openxmlformats.org/officeDocument/2006/relationships/notesMaster" Target="../notesMasters/notesMaster1.xml" Id="R91fa6773e3c04f41"/></Relationships>
</file>

<file path=ppt/notesSlides/_rels/pam_r2_917134a2828d4667_notesSlide30.xml.rels><?xml version='1.0' encoding='UTF-8' standalone='yes'?>
<Relationships xmlns="http://schemas.openxmlformats.org/package/2006/relationships"><Relationship Type="http://schemas.openxmlformats.org/officeDocument/2006/relationships/slide" Target="../slides/slide22.xml" Id="R91ed21a09aba4da1"/><Relationship Type="http://schemas.openxmlformats.org/officeDocument/2006/relationships/notesMaster" Target="../notesMasters/notesMaster1.xml" Id="R6ed09d4a46264dce"/></Relationships>
</file>

<file path=ppt/notesSlides/_rels/pam_r2_917134a2828d4667_notesSlide31.xml.rels><?xml version='1.0' encoding='UTF-8' standalone='yes'?>
<Relationships xmlns="http://schemas.openxmlformats.org/package/2006/relationships"><Relationship Type="http://schemas.openxmlformats.org/officeDocument/2006/relationships/slide" Target="../slides/signal_zoom_r4_31.xml" Id="R4d212fe0a6624945"/><Relationship Type="http://schemas.openxmlformats.org/officeDocument/2006/relationships/notesMaster" Target="../notesMasters/notesMaster1.xml" Id="Re158a394836542b7"/></Relationships>
</file>

<file path=ppt/notesSlides/_rels/pam_r2_917134a2828d4667_notesSlide32.xml.rels><?xml version='1.0' encoding='UTF-8' standalone='yes'?>
<Relationships xmlns="http://schemas.openxmlformats.org/package/2006/relationships"><Relationship Type="http://schemas.openxmlformats.org/officeDocument/2006/relationships/slide" Target="../slides/signal_zoom_r4_32.xml" Id="Rf8b21a821217460f"/><Relationship Type="http://schemas.openxmlformats.org/officeDocument/2006/relationships/notesMaster" Target="../notesMasters/notesMaster1.xml" Id="Rab154d04e8cb4251"/></Relationships>
</file>

<file path=ppt/notesSlides/_rels/pam_r2_917134a2828d4667_notesSlide33.xml.rels><?xml version='1.0' encoding='UTF-8' standalone='yes'?>
<Relationships xmlns="http://schemas.openxmlformats.org/package/2006/relationships"><Relationship Type="http://schemas.openxmlformats.org/officeDocument/2006/relationships/slide" Target="../slides/signal_zoom_r4_33.xml" Id="R91ea1c8c5cf148b2"/><Relationship Type="http://schemas.openxmlformats.org/officeDocument/2006/relationships/notesMaster" Target="../notesMasters/notesMaster1.xml" Id="Rd95a8b21a8f5465b"/></Relationships>
</file>

<file path=ppt/notesSlides/_rels/pam_r2_a011e3186666ea3f_notesSlide2.xml.rels><?xml version='1.0' encoding='UTF-8' standalone='yes'?>
<Relationships xmlns="http://schemas.openxmlformats.org/package/2006/relationships"><Relationship Type="http://schemas.openxmlformats.org/officeDocument/2006/relationships/slide" Target="../slides/slide7.xml" Id="R6b75ecd778b44326"/><Relationship Type="http://schemas.openxmlformats.org/officeDocument/2006/relationships/notesMaster" Target="../notesMasters/notesMaster1.xml" Id="Rb9c54417b133498c"/></Relationships>
</file>

<file path=ppt/notesSlides/_rels/pam_r2_a700e06728285029_notesSlide9.xml.rels><?xml version='1.0' encoding='UTF-8' standalone='yes'?>
<Relationships xmlns="http://schemas.openxmlformats.org/package/2006/relationships"><Relationship Type="http://schemas.openxmlformats.org/officeDocument/2006/relationships/slide" Target="../slides/slide10.xml" Id="R40542e5ddccd4ce4"/><Relationship Type="http://schemas.openxmlformats.org/officeDocument/2006/relationships/notesMaster" Target="../notesMasters/notesMaster1.xml" Id="R8bf62027ab6942c5"/></Relationships>
</file>

<file path=ppt/notesSlides/_rels/pam_r2_a04982223d73c7f8_notesSlide34.xml.rels><?xml version='1.0' encoding='UTF-8' standalone='yes'?>
<Relationships xmlns="http://schemas.openxmlformats.org/package/2006/relationships"><Relationship Type="http://schemas.openxmlformats.org/officeDocument/2006/relationships/slide" Target="../slides/slide23.xml" Id="R58118ddd99d94a29"/><Relationship Type="http://schemas.openxmlformats.org/officeDocument/2006/relationships/notesMaster" Target="../notesMasters/notesMaster1.xml" Id="Rb170d3f0159240fe"/></Relationships>
</file>

<file path=ppt/notesSlides/_rels/pam_r2_a04982223d73c7f8_notesSlide35.xml.rels><?xml version='1.0' encoding='UTF-8' standalone='yes'?>
<Relationships xmlns="http://schemas.openxmlformats.org/package/2006/relationships"><Relationship Type="http://schemas.openxmlformats.org/officeDocument/2006/relationships/slide" Target="../slides/signal_zoom_r4_35.xml" Id="Rbab38d0f55f44a2c"/><Relationship Type="http://schemas.openxmlformats.org/officeDocument/2006/relationships/notesMaster" Target="../notesMasters/notesMaster1.xml" Id="Rddf1f3853f294f2b"/></Relationships>
</file>

<file path=ppt/notesSlides/_rels/pam_r2_a04982223d73c7f8_notesSlide36.xml.rels><?xml version='1.0' encoding='UTF-8' standalone='yes'?>
<Relationships xmlns="http://schemas.openxmlformats.org/package/2006/relationships"><Relationship Type="http://schemas.openxmlformats.org/officeDocument/2006/relationships/slide" Target="../slides/signal_zoom_r4_36.xml" Id="Rcd88c816ecdd4af0"/><Relationship Type="http://schemas.openxmlformats.org/officeDocument/2006/relationships/notesMaster" Target="../notesMasters/notesMaster1.xml" Id="R34204a29a99d48e6"/></Relationships>
</file>

<file path=ppt/notesSlides/_rels/pam_r2_a04982223d73c7f8_notesSlide37.xml.rels><?xml version='1.0' encoding='UTF-8' standalone='yes'?>
<Relationships xmlns="http://schemas.openxmlformats.org/package/2006/relationships"><Relationship Type="http://schemas.openxmlformats.org/officeDocument/2006/relationships/slide" Target="../slides/signal_zoom_r4_37.xml" Id="Rd5b37f58508b45ae"/><Relationship Type="http://schemas.openxmlformats.org/officeDocument/2006/relationships/notesMaster" Target="../notesMasters/notesMaster1.xml" Id="R50ff82f19eb045c6"/></Relationships>
</file>

<file path=ppt/notesSlides/_rels/pam_r2_af1b23e2fdb35fcb_notesSlide1.xml.rels><?xml version='1.0' encoding='UTF-8' standalone='yes'?>
<Relationships xmlns="http://schemas.openxmlformats.org/package/2006/relationships"><Relationship Type="http://schemas.openxmlformats.org/officeDocument/2006/relationships/slide" Target="../slides/pam_process_1.xml" Id="R047c1db7b43e4342"/><Relationship Type="http://schemas.openxmlformats.org/officeDocument/2006/relationships/notesMaster" Target="../notesMasters/notesMaster1.xml" Id="R90c2fe727682440b"/></Relationships>
</file>

<file path=ppt/notesSlides/_rels/pam_r2_b73a5af91ccd81e5_notesSlide3.xml.rels><?xml version='1.0' encoding='UTF-8' standalone='yes'?>
<Relationships xmlns="http://schemas.openxmlformats.org/package/2006/relationships"><Relationship Type="http://schemas.openxmlformats.org/officeDocument/2006/relationships/slide" Target="../slides/pam_process_5.xml" Id="Rb796be74ec314b81"/><Relationship Type="http://schemas.openxmlformats.org/officeDocument/2006/relationships/notesMaster" Target="../notesMasters/notesMaster1.xml" Id="Rd38306bd710e4949"/></Relationships>
</file>

<file path=ppt/notesSlides/_rels/pam_r2_b73a5af91ccd81e5_notesSlide4.xml.rels><?xml version='1.0' encoding='UTF-8' standalone='yes'?>
<Relationships xmlns="http://schemas.openxmlformats.org/package/2006/relationships"><Relationship Type="http://schemas.openxmlformats.org/officeDocument/2006/relationships/slide" Target="../slides/signal_zoom_r4_4.xml" Id="R06f84d089e17438b"/><Relationship Type="http://schemas.openxmlformats.org/officeDocument/2006/relationships/notesMaster" Target="../notesMasters/notesMaster1.xml" Id="Ra3250adece734900"/></Relationships>
</file>

<file path=ppt/notesSlides/_rels/pam_r2_b73a5af91ccd81e5_notesSlide10.xml.rels><?xml version='1.0' encoding='UTF-8' standalone='yes'?>
<Relationships xmlns="http://schemas.openxmlformats.org/package/2006/relationships"><Relationship Type="http://schemas.openxmlformats.org/officeDocument/2006/relationships/slide" Target="../slides/signal_zoom_r4_10.xml" Id="R318d85a8e3b04d49"/><Relationship Type="http://schemas.openxmlformats.org/officeDocument/2006/relationships/notesMaster" Target="../notesMasters/notesMaster1.xml" Id="R335256a7d94c40f7"/></Relationships>
</file>

<file path=ppt/notesSlides/_rels/pam_r2_b73a5af91ccd81e5_notesSlide11.xml.rels><?xml version='1.0' encoding='UTF-8' standalone='yes'?>
<Relationships xmlns="http://schemas.openxmlformats.org/package/2006/relationships"><Relationship Type="http://schemas.openxmlformats.org/officeDocument/2006/relationships/slide" Target="../slides/signal_zoom_r4_11.xml" Id="Rc76526b6062047db"/><Relationship Type="http://schemas.openxmlformats.org/officeDocument/2006/relationships/notesMaster" Target="../notesMasters/notesMaster1.xml" Id="Rb07b67799925415e"/></Relationships>
</file>

<file path=ppt/notesSlides/_rels/pam_r2_b73a5af91ccd81e5_notesSlide14.xml.rels><?xml version='1.0' encoding='UTF-8' standalone='yes'?>
<Relationships xmlns="http://schemas.openxmlformats.org/package/2006/relationships"><Relationship Type="http://schemas.openxmlformats.org/officeDocument/2006/relationships/slide" Target="../slides/signal_zoom_r4_14.xml" Id="R1386d20565ba4467"/><Relationship Type="http://schemas.openxmlformats.org/officeDocument/2006/relationships/notesMaster" Target="../notesMasters/notesMaster1.xml" Id="R40feb268c729469a"/></Relationships>
</file>

<file path=ppt/notesSlides/_rels/pam_r2_b73a5af91ccd81e5_notesSlide15.xml.rels><?xml version='1.0' encoding='UTF-8' standalone='yes'?>
<Relationships xmlns="http://schemas.openxmlformats.org/package/2006/relationships"><Relationship Type="http://schemas.openxmlformats.org/officeDocument/2006/relationships/slide" Target="../slides/slide12.xml" Id="Rf3ee972b377942e6"/><Relationship Type="http://schemas.openxmlformats.org/officeDocument/2006/relationships/notesMaster" Target="../notesMasters/notesMaster1.xml" Id="Rf6dc4d57451249fb"/></Relationships>
</file>

<file path=ppt/notesSlides/_rels/pam_r2_bbdea7b908aa7f46_notesSlide1.xml.rels><?xml version='1.0' encoding='UTF-8' standalone='yes'?>
<Relationships xmlns="http://schemas.openxmlformats.org/package/2006/relationships"><Relationship Type="http://schemas.openxmlformats.org/officeDocument/2006/relationships/slide" Target="../slides/slide6.xml" Id="Re54d2727f7f845e6"/><Relationship Type="http://schemas.openxmlformats.org/officeDocument/2006/relationships/notesMaster" Target="../notesMasters/notesMaster1.xml" Id="R3e783db985504de5"/></Relationships>
</file>

<file path=ppt/notesSlides/_rels/pam_r2_c9a2ea79565c4167_notesSlide58.xml.rels><?xml version='1.0' encoding='UTF-8' standalone='yes'?>
<Relationships xmlns="http://schemas.openxmlformats.org/package/2006/relationships"><Relationship Type="http://schemas.openxmlformats.org/officeDocument/2006/relationships/slide" Target="../slides/slide29.xml" Id="Rca404e70978f482a"/><Relationship Type="http://schemas.openxmlformats.org/officeDocument/2006/relationships/notesMaster" Target="../notesMasters/notesMaster1.xml" Id="R254ebb64277143d3"/></Relationships>
</file>

<file path=ppt/notesSlides/_rels/pam_r2_c9a2ea79565c4167_notesSlide59.xml.rels><?xml version='1.0' encoding='UTF-8' standalone='yes'?>
<Relationships xmlns="http://schemas.openxmlformats.org/package/2006/relationships"><Relationship Type="http://schemas.openxmlformats.org/officeDocument/2006/relationships/slide" Target="../slides/signal_zoom_r4_59.xml" Id="Re2ee5d4f6c094cb7"/><Relationship Type="http://schemas.openxmlformats.org/officeDocument/2006/relationships/notesMaster" Target="../notesMasters/notesMaster1.xml" Id="R30ce71cfaa124c93"/></Relationships>
</file>

<file path=ppt/notesSlides/_rels/pam_r2_c9a2ea79565c4167_notesSlide60.xml.rels><?xml version='1.0' encoding='UTF-8' standalone='yes'?>
<Relationships xmlns="http://schemas.openxmlformats.org/package/2006/relationships"><Relationship Type="http://schemas.openxmlformats.org/officeDocument/2006/relationships/slide" Target="../slides/signal_zoom_r4_60.xml" Id="Ra7cc3dddb4df415d"/><Relationship Type="http://schemas.openxmlformats.org/officeDocument/2006/relationships/notesMaster" Target="../notesMasters/notesMaster1.xml" Id="R1a3731475a7a4fff"/></Relationships>
</file>

<file path=ppt/notesSlides/_rels/pam_r2_c9a2ea79565c4167_notesSlide61.xml.rels><?xml version='1.0' encoding='UTF-8' standalone='yes'?>
<Relationships xmlns="http://schemas.openxmlformats.org/package/2006/relationships"><Relationship Type="http://schemas.openxmlformats.org/officeDocument/2006/relationships/slide" Target="../slides/signal_zoom_r4_61.xml" Id="R7980137611e84622"/><Relationship Type="http://schemas.openxmlformats.org/officeDocument/2006/relationships/notesMaster" Target="../notesMasters/notesMaster1.xml" Id="Rcf50541c79cc4db5"/></Relationships>
</file>

<file path=ppt/notesSlides/_rels/pam_r2_f6440d527cf480d3_notesSlide8.xml.rels><?xml version='1.0' encoding='UTF-8' standalone='yes'?>
<Relationships xmlns="http://schemas.openxmlformats.org/package/2006/relationships"><Relationship Type="http://schemas.openxmlformats.org/officeDocument/2006/relationships/slide" Target="../slides/pam_r2_16.xml" Id="Rdd363c782fb74830"/><Relationship Type="http://schemas.openxmlformats.org/officeDocument/2006/relationships/notesMaster" Target="../notesMasters/notesMaster1.xml" Id="R16ae9b70d2204e7a"/></Relationships>
</file>

<file path=ppt/notesSlides/_rels/pam_r2_fb080830bf76bcbd_notesSlide5.xml.rels><?xml version='1.0' encoding='UTF-8' standalone='yes'?>
<Relationships xmlns="http://schemas.openxmlformats.org/package/2006/relationships"><Relationship Type="http://schemas.openxmlformats.org/officeDocument/2006/relationships/slide" Target="../slides/pam_adjacent_r3_4.xml" Id="R8d277592469c47a9"/><Relationship Type="http://schemas.openxmlformats.org/officeDocument/2006/relationships/notesMaster" Target="../notesMasters/notesMaster1.xml" Id="R8f0df1cc32b74110"/></Relationships>
</file>

<file path=ppt/notesSlides/_rels/pam_r2_fd06293ffc40c472_notesSlide62.xml.rels><?xml version='1.0' encoding='UTF-8' standalone='yes'?>
<Relationships xmlns="http://schemas.openxmlformats.org/package/2006/relationships"><Relationship Type="http://schemas.openxmlformats.org/officeDocument/2006/relationships/slide" Target="../slides/slide30.xml" Id="Rcdc984fd65b54335"/><Relationship Type="http://schemas.openxmlformats.org/officeDocument/2006/relationships/notesMaster" Target="../notesMasters/notesMaster1.xml" Id="R7ff350ba72ee4e3f"/></Relationships>
</file>

<file path=ppt/notesSlides/_rels/pam_r2_fd06293ffc40c472_notesSlide63.xml.rels><?xml version='1.0' encoding='UTF-8' standalone='yes'?>
<Relationships xmlns="http://schemas.openxmlformats.org/package/2006/relationships"><Relationship Type="http://schemas.openxmlformats.org/officeDocument/2006/relationships/slide" Target="../slides/signal_zoom_r4_63.xml" Id="R5a5ca58b69454e97"/><Relationship Type="http://schemas.openxmlformats.org/officeDocument/2006/relationships/notesMaster" Target="../notesMasters/notesMaster1.xml" Id="Rb11177218fc747fc"/></Relationships>
</file>

<file path=ppt/notesSlides/_rels/pam_r2_fd06293ffc40c472_notesSlide64.xml.rels><?xml version='1.0' encoding='UTF-8' standalone='yes'?>
<Relationships xmlns="http://schemas.openxmlformats.org/package/2006/relationships"><Relationship Type="http://schemas.openxmlformats.org/officeDocument/2006/relationships/slide" Target="../slides/signal_zoom_r4_64.xml" Id="Reac570205f0e46c3"/><Relationship Type="http://schemas.openxmlformats.org/officeDocument/2006/relationships/notesMaster" Target="../notesMasters/notesMaster1.xml" Id="Ra1872cab55fa462c"/></Relationships>
</file>

<file path=ppt/notesSlides/_rels/pam_r2_fd06293ffc40c472_notesSlide65.xml.rels><?xml version='1.0' encoding='UTF-8' standalone='yes'?>
<Relationships xmlns="http://schemas.openxmlformats.org/package/2006/relationships"><Relationship Type="http://schemas.openxmlformats.org/officeDocument/2006/relationships/slide" Target="../slides/signal_zoom_r4_65.xml" Id="R12586c7c9baf4e0e"/><Relationship Type="http://schemas.openxmlformats.org/officeDocument/2006/relationships/notesMaster" Target="../notesMasters/notesMaster1.xml" Id="R46448783561d446a"/></Relationships>
</file>

<file path=ppt/notesSlides/_rels/recovery_r10_109e1be4b52b8f1f_notesSlide1.xml.rels><?xml version='1.0' encoding='UTF-8' standalone='yes'?>
<Relationships xmlns="http://schemas.openxmlformats.org/package/2006/relationships"><Relationship Type="http://schemas.openxmlformats.org/officeDocument/2006/relationships/slide" Target="../slides/signal_zoom_r4_19.xml" Id="Re6d90586764247b2"/><Relationship Type="http://schemas.openxmlformats.org/officeDocument/2006/relationships/notesMaster" Target="../notesMasters/notesMaster1.xml" Id="Rdb96555c732c40c9"/></Relationships>
</file>

<file path=ppt/notesSlides/_rels/recovery_r10_109e1be4b52b8f1f_notesSlide2.xml.rels><?xml version='1.0' encoding='UTF-8' standalone='yes'?>
<Relationships xmlns="http://schemas.openxmlformats.org/package/2006/relationships"><Relationship Type="http://schemas.openxmlformats.org/officeDocument/2006/relationships/slide" Target="../slides/signal_zoom_r4_20.xml" Id="R4be53c977d284080"/><Relationship Type="http://schemas.openxmlformats.org/officeDocument/2006/relationships/notesMaster" Target="../notesMasters/notesMaster1.xml" Id="R862ae84897ba4e2c"/></Relationships>
</file>

<file path=ppt/notesSlides/_rels/recovery_r10_109e1be4b52b8f1f_notesSlide3.xml.rels><?xml version='1.0' encoding='UTF-8' standalone='yes'?>
<Relationships xmlns="http://schemas.openxmlformats.org/package/2006/relationships"><Relationship Type="http://schemas.openxmlformats.org/officeDocument/2006/relationships/slide" Target="../slides/slide14.xml" Id="R7258e210a6fb446a"/><Relationship Type="http://schemas.openxmlformats.org/officeDocument/2006/relationships/notesMaster" Target="../notesMasters/notesMaster1.xml" Id="R5f381f067d3a4d1a"/></Relationships>
</file>

<file path=ppt/notesSlides/_rels/sinc_r12_2f53e5f32c4b7bfd_notesSlide1.xml.rels><?xml version='1.0' encoding='UTF-8' standalone='yes'?>
<Relationships xmlns="http://schemas.openxmlformats.org/package/2006/relationships"><Relationship Type="http://schemas.openxmlformats.org/officeDocument/2006/relationships/slide" Target="../slides/slide17.xml" Id="R3e1e0cf7498f4942"/><Relationship Type="http://schemas.openxmlformats.org/officeDocument/2006/relationships/notesMaster" Target="../notesMasters/notesMaster1.xml" Id="Rd8f40c0cc8b64f77"/></Relationships>
</file>

<file path=ppt/notesSlides/_rels/sinc_r12_2f53e5f32c4b7bfd_notesSlide2.xml.rels><?xml version='1.0' encoding='UTF-8' standalone='yes'?>
<Relationships xmlns="http://schemas.openxmlformats.org/package/2006/relationships"><Relationship Type="http://schemas.openxmlformats.org/officeDocument/2006/relationships/slide" Target="../slides/signal_zoom_r4_25.xml" Id="Rd9551fc2f2bb4b0a"/><Relationship Type="http://schemas.openxmlformats.org/officeDocument/2006/relationships/notesMaster" Target="../notesMasters/notesMaster1.xml" Id="R9d61465f875c4540"/></Relationships>
</file>

<file path=ppt/notesSlides/_rels/t4_prefix_21c719580f8e_t4_prefix_a2f7aa9f0e46_notesSlide1.xml.rels><?xml version='1.0' encoding='UTF-8' standalone='yes'?>
<Relationships xmlns="http://schemas.openxmlformats.org/package/2006/relationships"><Relationship Type="http://schemas.openxmlformats.org/officeDocument/2006/relationships/slide" Target="../slides/slide1.xml" Id="Rc7101518693c40c2"/><Relationship Type="http://schemas.openxmlformats.org/officeDocument/2006/relationships/notesMaster" Target="../notesMasters/notesMaster1.xml" Id="R9a010fd6dea8483e"/></Relationships>
</file>

<file path=ppt/notesSlides/_rels/t4_prefix_21c719580f8e_t4_prefix_a2f7aa9f0e46_notesSlide5.xml.rels><?xml version='1.0' encoding='UTF-8' standalone='yes'?>
<Relationships xmlns="http://schemas.openxmlformats.org/package/2006/relationships"><Relationship Type="http://schemas.openxmlformats.org/officeDocument/2006/relationships/slide" Target="../slides/slide5.xml" Id="Ra4fe636bd6c947db"/><Relationship Type="http://schemas.openxmlformats.org/officeDocument/2006/relationships/notesMaster" Target="../notesMasters/notesMaster1.xml" Id="R5836a93d888947bf"/></Relationships>
</file>

<file path=ppt/notesSlides/_rels/t4_prefix_21c719580f8e_t4_prefix_a2f7aa9f0e46_notesSlide18.xml.rels><?xml version='1.0' encoding='UTF-8' standalone='yes'?>
<Relationships xmlns="http://schemas.openxmlformats.org/package/2006/relationships"><Relationship Type="http://schemas.openxmlformats.org/officeDocument/2006/relationships/slide" Target="../slides/slide18.xml" Id="Rf37ebfa8154740e8"/><Relationship Type="http://schemas.openxmlformats.org/officeDocument/2006/relationships/notesMaster" Target="../notesMasters/notesMaster1.xml" Id="Re73c42beed524b2f"/></Relationships>
</file>

<file path=ppt/notesSlides/_rels/t4_prefix_21c719580f8e_t4_prefix_a2f7aa9f0e46_notesSlide19.xml.rels><?xml version='1.0' encoding='UTF-8' standalone='yes'?>
<Relationships xmlns="http://schemas.openxmlformats.org/package/2006/relationships"><Relationship Type="http://schemas.openxmlformats.org/officeDocument/2006/relationships/slide" Target="../slides/slide19.xml" Id="R86a90f028de24b7a"/><Relationship Type="http://schemas.openxmlformats.org/officeDocument/2006/relationships/notesMaster" Target="../notesMasters/notesMaster1.xml" Id="R8a598012971a49ae"/></Relationships>
</file>

<file path=ppt/notesSlides/_rels/t4_prefix_21c719580f8e_t4_prefix_a2f7aa9f0e46_notesSlide20.xml.rels><?xml version='1.0' encoding='UTF-8' standalone='yes'?>
<Relationships xmlns="http://schemas.openxmlformats.org/package/2006/relationships"><Relationship Type="http://schemas.openxmlformats.org/officeDocument/2006/relationships/slide" Target="../slides/slide20.xml" Id="R82f1b459f4db4338"/><Relationship Type="http://schemas.openxmlformats.org/officeDocument/2006/relationships/notesMaster" Target="../notesMasters/notesMaster1.xml" Id="R61e0c84c74ec431d"/></Relationships>
</file>

<file path=ppt/notesSlides/_rels/t4_prefix_21c719580f8e_t4_prefix_a2f7aa9f0e46_t3_reference_for_slide2.xml.rels><?xml version='1.0' encoding='UTF-8' standalone='yes'?>
<Relationships xmlns="http://schemas.openxmlformats.org/package/2006/relationships"><Relationship Type="http://schemas.openxmlformats.org/officeDocument/2006/relationships/slide" Target="../slides/slide2.xml" Id="Rf2b1281bfa7b45ef"/><Relationship Type="http://schemas.openxmlformats.org/officeDocument/2006/relationships/notesMaster" Target="../notesMasters/notesMaster1.xml" Id="Rb2a691c2ba83488b"/></Relationships>
</file>

<file path=ppt/notesSlides/_rels/t4_prefix_21c719580f8e_t4_prefix_a2f7aa9f0e46_t3_reference_for_slide3.xml.rels><?xml version='1.0' encoding='UTF-8' standalone='yes'?>
<Relationships xmlns="http://schemas.openxmlformats.org/package/2006/relationships"><Relationship Type="http://schemas.openxmlformats.org/officeDocument/2006/relationships/slide" Target="../slides/slide3.xml" Id="R75a2e6d117e04f42"/><Relationship Type="http://schemas.openxmlformats.org/officeDocument/2006/relationships/notesMaster" Target="../notesMasters/notesMaster1.xml" Id="R8293baa5ddd041f3"/></Relationships>
</file>

<file path=ppt/notesSlides/_rels/t4_prefix_21c719580f8e_t4_prefix_a2f7aa9f0e46_t3_reference_for_slide4.xml.rels><?xml version='1.0' encoding='UTF-8' standalone='yes'?>
<Relationships xmlns="http://schemas.openxmlformats.org/package/2006/relationships"><Relationship Type="http://schemas.openxmlformats.org/officeDocument/2006/relationships/slide" Target="../slides/slide4.xml" Id="R97b652ac645144b5"/><Relationship Type="http://schemas.openxmlformats.org/officeDocument/2006/relationships/notesMaster" Target="../notesMasters/notesMaster1.xml" Id="Rc09e3da7f6e045dc"/></Relationships>
</file>

<file path=ppt/notesSlides/choice_r11_c520e1682907aa5c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Source: Fall2026/Note7_PAM.pdf pp.14-17. The two numbered bands are ALTERNATIVE calculations from the same known impulse samples to the same continuous message. Route 1 uses M=Ts HLP Mdelta and two explicit signal transforms. Route 2 reuses the known hLP=fs sinc(fs t) and the convolution theorem. Each formula is physically inside its own band. The final separate click explicitly selects route 2, traces it, and retains the selection. Exactly one Ts factor on either route. No universal numerical speed claim. Full kernel and interpolation derivations follow on existing slides31/32.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Review of transmitted signals and multiplexing. This section follows the Tutorial 5 ending. Continue through each method in order; hyperlinks are optional shortcuts. Sources: Notes3-7.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animated slides, contact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Additional ungraded practice through Note7. Each question is followed immediately by its solution. Sources and provenance are in the notes of each exercise, not on the student-facing slide. Continue through the questions in order; index links are optional.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Tutorial1 pp.4,6; Past Tutorial1_wSol pp.4,5,6,8; 2026 tutorial_1 pp.5,6,7,9.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02_Tutorial_Note(Past)/02_Tutorial_Note(Past)/ELEG2310B_Tutorial1.pdf; PDF pages 4,6</ns3:t>
            </ns3:r>
          </ns3:p>
          <ns4:p xmlns:ns4="http://schemas.openxmlformats.org/drawingml/2006/main">
            <ns4:r>
              <ns4:t>02_Tutorial_Note(Past)/02_Tutorial_Note(Past)/ELEG2310B_Tutorial1_wSol.pdf; PDF pages 4,5,6,8</ns4:t>
            </ns4:r>
          </ns4:p>
          <ns5:p xmlns:ns5="http://schemas.openxmlformats.org/drawingml/2006/main">
            <ns5:r>
              <ns5:t>Fall2026/tutorial_1.pdf; PDF pages 5,6,7,9</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Tutorial1 pp.4,6; Past Tutorial1_wSol pp.4,5,6,8; 2026 tutorial_1 pp.5,6,7,9.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02_Tutorial_Note(Past)/02_Tutorial_Note(Past)/ELEG2310B_Tutorial1.pdf; PDF pages 4,6</ns3:t>
            </ns3:r>
          </ns3:p>
          <ns4:p xmlns:ns4="http://schemas.openxmlformats.org/drawingml/2006/main">
            <ns4:r>
              <ns4:t>02_Tutorial_Note(Past)/02_Tutorial_Note(Past)/ELEG2310B_Tutorial1_wSol.pdf; PDF pages 4,5,6,8</ns4:t>
            </ns4:r>
          </ns4:p>
          <ns5:p xmlns:ns5="http://schemas.openxmlformats.org/drawingml/2006/main">
            <ns5:r>
              <ns5:t>Fall2026/tutorial_1.pdf; PDF pages 5,6,7,9</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Tutorial1 pp.4,6; Past Tutorial1_wSol pp.4,5,6,8; 2026 tutorial_1 pp.5,6,7,9.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02_Tutorial_Note(Past)/02_Tutorial_Note(Past)/ELEG2310B_Tutorial1.pdf; PDF pages 4,6</ns3:t>
            </ns3:r>
          </ns3:p>
          <ns4:p xmlns:ns4="http://schemas.openxmlformats.org/drawingml/2006/main">
            <ns4:r>
              <ns4:t>02_Tutorial_Note(Past)/02_Tutorial_Note(Past)/ELEG2310B_Tutorial1_wSol.pdf; PDF pages 4,5,6,8</ns4:t>
            </ns4:r>
          </ns4:p>
          <ns5:p xmlns:ns5="http://schemas.openxmlformats.org/drawingml/2006/main">
            <ns5:r>
              <ns5:t>Fall2026/tutorial_1.pdf; PDF pages 5,6,7,9</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Tutorial1 pp.6; Past Tutorial1_wSol pp.8,9; 2026 tutorial_1 pp.9,10.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02_Tutorial_Note(Past)/02_Tutorial_Note(Past)/ELEG2310B_Tutorial1.pdf; PDF pages 6</ns3:t>
            </ns3:r>
          </ns3:p>
          <ns4:p xmlns:ns4="http://schemas.openxmlformats.org/drawingml/2006/main">
            <ns4:r>
              <ns4:t>02_Tutorial_Note(Past)/02_Tutorial_Note(Past)/ELEG2310B_Tutorial1_wSol.pdf; PDF pages 8,9</ns4:t>
            </ns4:r>
          </ns4:p>
          <ns5:p xmlns:ns5="http://schemas.openxmlformats.org/drawingml/2006/main">
            <ns5:r>
              <ns5:t>Fall2026/tutorial_1.pdf; PDF pages 9,10</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Tutorial1 pp.7; Past Tutorial1_wSol pp.10,11,12,13.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02_Tutorial_Note(Past)/02_Tutorial_Note(Past)/ELEG2310B_Tutorial1.pdf; PDF pages 7</ns3:t>
            </ns3:r>
          </ns3:p>
          <ns4:p xmlns:ns4="http://schemas.openxmlformats.org/drawingml/2006/main">
            <ns4:r>
              <ns4:t>02_Tutorial_Note(Past)/02_Tutorial_Note(Past)/ELEG2310B_Tutorial1_wSol.pdf; PDF pages 10,11,12,13</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Tutorial1 pp.7; Past Tutorial1_wSol pp.10,11,12,13.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02_Tutorial_Note(Past)/02_Tutorial_Note(Past)/ELEG2310B_Tutorial1.pdf; PDF pages 7</ns3:t>
            </ns3:r>
          </ns3:p>
          <ns4:p xmlns:ns4="http://schemas.openxmlformats.org/drawingml/2006/main">
            <ns4:r>
              <ns4:t>02_Tutorial_Note(Past)/02_Tutorial_Note(Past)/ELEG2310B_Tutorial1_wSol.pdf; PDF pages 10,11,12,13</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Tutorial2 pp.3; Past Tutorial2_wSol pp.3,4.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02_Tutorial_Note(Past)/02_Tutorial_Note(Past)/ELEG2310B_Tutorial2.pdf; PDF pages 3</ns3:t>
            </ns3:r>
          </ns3:p>
          <ns4:p xmlns:ns4="http://schemas.openxmlformats.org/drawingml/2006/main">
            <ns4:r>
              <ns4:t>02_Tutorial_Note(Past)/02_Tutorial_Note(Past)/ELEG2310B_Tutorial2_wSol.pdf; PDF pages 3,4</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Tutorial2 pp.3; Past Tutorial2_wSol pp.3,4.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02_Tutorial_Note(Past)/02_Tutorial_Note(Past)/ELEG2310B_Tutorial2.pdf; PDF pages 3</ns3:t>
            </ns3:r>
          </ns3:p>
          <ns4:p xmlns:ns4="http://schemas.openxmlformats.org/drawingml/2006/main">
            <ns4:r>
              <ns4:t>02_Tutorial_Note(Past)/02_Tutorial_Note(Past)/ELEG2310B_Tutorial2_wSol.pdf; PDF pages 3,4</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Tutorial2 pp.5; Past Tutorial2_wSol pp.6,7.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02_Tutorial_Note(Past)/02_Tutorial_Note(Past)/ELEG2310B_Tutorial2.pdf; PDF pages 5</ns3:t>
            </ns3:r>
          </ns3:p>
          <ns4:p xmlns:ns4="http://schemas.openxmlformats.org/drawingml/2006/main">
            <ns4:r>
              <ns4:t>02_Tutorial_Note(Past)/02_Tutorial_Note(Past)/ELEG2310B_Tutorial2_wSol.pdf; PDF pages 6,7</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Tutorial2 pp.5; Past Tutorial2_wSol pp.6,7.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02_Tutorial_Note(Past)/02_Tutorial_Note(Past)/ELEG2310B_Tutorial2.pdf; PDF pages 5</ns3:t>
            </ns3:r>
          </ns3:p>
          <ns4:p xmlns:ns4="http://schemas.openxmlformats.org/drawingml/2006/main">
            <ns4:r>
              <ns4:t>02_Tutorial_Note(Past)/02_Tutorial_Note(Past)/ELEG2310B_Tutorial2_wSol.pdf; PDF pages 6,7</ns4:t>
            </ns4:r>
          </ns4:p>
          <ns5:p xmlns:ns5="http://schemas.openxmlformats.org/drawingml/2006/main">
            <ns5:r>
              <ns5:t/>
            </ns5:r>
          </ns5:p>
          <ns6:p xmlns:ns6="http://schemas.openxmlformats.org/drawingml/2006/main">
            <ns6:r>
              <ns6:t>Provenance and editorial checks:</ns6:t>
            </ns6:r>
          </ns6:p>
          <ns7:p xmlns:ns7="http://schemas.openxmlformats.org/drawingml/2006/main">
            <ns7:r>
              <ns7:t>Source correction: the original illustration marks X(fs) = 0.5 while asking about 3 dB. That point is at 100 Hz and corresponds to 20 log10(0.5) = -6.02 dB, not the half-power frequency. The source's algebraic result is correct; the redraw marks the correct amplitude 1/sqrt(2) at 64.36 Hz. The full two-sided half-power interval is [-64.36,64.36] Hz, of width 128.72 Hz; the requested baseband bandwidth is 64.36 Hz.</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Tutorial3 pp.7; Past Tutorial3_wSol pp.7,8,9.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02_Tutorial_Note(Past)/02_Tutorial_Note(Past)/ELEG2310B_Tutorial3.pdf; PDF pages 7</ns3:t>
            </ns3:r>
          </ns3:p>
          <ns4:p xmlns:ns4="http://schemas.openxmlformats.org/drawingml/2006/main">
            <ns4:r>
              <ns4:t>02_Tutorial_Note(Past)/02_Tutorial_Note(Past)/ELEG2310B_Tutorial3_wSol.pdf; PDF pages 7,8,9</ns4:t>
            </ns4:r>
          </ns4:p>
          <ns5:p xmlns:ns5="http://schemas.openxmlformats.org/drawingml/2006/main">
            <ns5:r>
              <ns5:t/>
            </ns5:r>
          </ns5:p>
          <ns6:p xmlns:ns6="http://schemas.openxmlformats.org/drawingml/2006/main">
            <ns6:r>
              <ns6:t>Provenance and editorial checks:</ns6:t>
            </ns6:r>
          </ns6:p>
          <ns7:p xmlns:ns7="http://schemas.openxmlformats.org/drawingml/2006/main">
            <ns7:r>
              <ns7:t>Source clarification: the printed question does not give ka; its worked answer implicitly sets ka = 1. State the general-ka spectrum first, then use ka = 1 for the requested source sketch.</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Tutorial3 pp.7; Past Tutorial3_wSol pp.7,8,9.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02_Tutorial_Note(Past)/02_Tutorial_Note(Past)/ELEG2310B_Tutorial3.pdf; PDF pages 7</ns3:t>
            </ns3:r>
          </ns3:p>
          <ns4:p xmlns:ns4="http://schemas.openxmlformats.org/drawingml/2006/main">
            <ns4:r>
              <ns4:t>02_Tutorial_Note(Past)/02_Tutorial_Note(Past)/ELEG2310B_Tutorial3_wSol.pdf; PDF pages 7,8,9</ns4:t>
            </ns4:r>
          </ns4:p>
          <ns5:p xmlns:ns5="http://schemas.openxmlformats.org/drawingml/2006/main">
            <ns5:r>
              <ns5:t/>
            </ns5:r>
          </ns5:p>
          <ns6:p xmlns:ns6="http://schemas.openxmlformats.org/drawingml/2006/main">
            <ns6:r>
              <ns6:t>Provenance and editorial checks:</ns6:t>
            </ns6:r>
          </ns6:p>
          <ns7:p xmlns:ns7="http://schemas.openxmlformats.org/drawingml/2006/main">
            <ns7:r>
              <ns7:t>(c) For the nonzero source modulation ka = 1, the baseband bandwidth is the largest positive message frequency; the passband transmission bandwidth is the width of the positive-frequency band.</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Tutorial3 pp.13; Past Tutorial3_wSol pp.15,16,17; 2026 Tutorial_2_Slides pp.13,14,15.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02_Tutorial_Note(Past)/02_Tutorial_Note(Past)/ELEG2310B_Tutorial3.pdf; PDF pages 13</ns3:t>
            </ns3:r>
          </ns3:p>
          <ns4:p xmlns:ns4="http://schemas.openxmlformats.org/drawingml/2006/main">
            <ns4:r>
              <ns4:t>02_Tutorial_Note(Past)/02_Tutorial_Note(Past)/ELEG2310B_Tutorial3_wSol.pdf; PDF pages 15,16,17</ns4:t>
            </ns4:r>
          </ns4:p>
          <ns5:p xmlns:ns5="http://schemas.openxmlformats.org/drawingml/2006/main">
            <ns5:r>
              <ns5:t>Fall2026/Tutorial_2_Slides.pdf; PDF pages 13,14,15</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Tutorial3 pp.13; Past Tutorial3_wSol pp.15,16,17; 2026 Tutorial_2_Slides pp.13,14,15.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02_Tutorial_Note(Past)/02_Tutorial_Note(Past)/ELEG2310B_Tutorial3.pdf; PDF pages 13</ns3:t>
            </ns3:r>
          </ns3:p>
          <ns4:p xmlns:ns4="http://schemas.openxmlformats.org/drawingml/2006/main">
            <ns4:r>
              <ns4:t>02_Tutorial_Note(Past)/02_Tutorial_Note(Past)/ELEG2310B_Tutorial3_wSol.pdf; PDF pages 15,16,17</ns4:t>
            </ns4:r>
          </ns4:p>
          <ns5:p xmlns:ns5="http://schemas.openxmlformats.org/drawingml/2006/main">
            <ns5:r>
              <ns5:t>Fall2026/Tutorial_2_Slides.pdf; PDF pages 13,14,15</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Tutorial3 pp.13; Past Tutorial3_wSol pp.15,16,17; 2026 Tutorial_2_Slides pp.13,14,15.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02_Tutorial_Note(Past)/02_Tutorial_Note(Past)/ELEG2310B_Tutorial3.pdf; PDF pages 13</ns3:t>
            </ns3:r>
          </ns3:p>
          <ns4:p xmlns:ns4="http://schemas.openxmlformats.org/drawingml/2006/main">
            <ns4:r>
              <ns4:t>02_Tutorial_Note(Past)/02_Tutorial_Note(Past)/ELEG2310B_Tutorial3_wSol.pdf; PDF pages 15,16,17</ns4:t>
            </ns4:r>
          </ns4:p>
          <ns5:p xmlns:ns5="http://schemas.openxmlformats.org/drawingml/2006/main">
            <ns5:r>
              <ns5:t>Fall2026/Tutorial_2_Slides.pdf; PDF pages 13,14,15</ns5:t>
            </ns5:r>
          </ns5:p>
          <ns6:p xmlns:ns6="http://schemas.openxmlformats.org/drawingml/2006/main">
            <ns6:r>
              <ns6:t/>
            </ns6:r>
          </ns6:p>
          <ns7:p xmlns:ns7="http://schemas.openxmlformats.org/drawingml/2006/main">
            <ns7:r>
              <ns7:t>Provenance and editorial checks:</ns7:t>
            </ns7:r>
          </ns7:p>
          <ns8:p xmlns:ns8="http://schemas.openxmlformats.org/drawingml/2006/main">
            <ns8:r>
              <ns8:t>Source corrections: the prose on past TTR3 p17 and 2026 T2 p15 labels only the two shifted 1/2-height rectangles as V(f), omitting the baseband M(f); the full expression above is required and agrees with the drawn central rectangle. The transform-pair text on past p16 / 2026 p14 says rect(t) where the frequency-domain variable must be rect(f).</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Tutorial4_wSol pp.5,6; Past Tutorial4 pp.5.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02_Tutorial_Note(Past)/02_Tutorial_Note(Past)/ELEG2310B_Tutorial4_wSol.pdf; PDF pages 5,6</ns3:t>
            </ns3:r>
          </ns3:p>
          <ns4:p xmlns:ns4="http://schemas.openxmlformats.org/drawingml/2006/main">
            <ns4:r>
              <ns4:t>02_Tutorial_Note(Past)/02_Tutorial_Note(Past)/ELEG2310B_Tutorial4.pdf; PDF pages 5</ns4:t>
            </ns4:r>
          </ns4:p>
          <ns5:p xmlns:ns5="http://schemas.openxmlformats.org/drawingml/2006/main">
            <ns5:r>
              <ns5:t/>
            </ns5:r>
          </ns5:p>
          <ns6:p xmlns:ns6="http://schemas.openxmlformats.org/drawingml/2006/main">
            <ns6:r>
              <ns6:t>Provenance and editorial checks:</ns6:t>
            </ns6:r>
          </ns6:p>
          <ns7:p xmlns:ns7="http://schemas.openxmlformats.org/drawingml/2006/main">
            <ns7:r>
              <ns7:t>Exercise 1. A DSB-SC signal is s(t)=A_c m(t) cos(2 pi f_c t), with a slowly varying baseband message and f_0 much smaller than f_c. The two schematic messages and their transmitted waveforms are shown below; their peak magnitude is denoted M (not numerically specified).</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Tutorial4_wSol pp.5,6; Past Tutorial4 pp.5.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02_Tutorial_Note(Past)/02_Tutorial_Note(Past)/ELEG2310B_Tutorial4_wSol.pdf; PDF pages 5,6</ns3:t>
            </ns3:r>
          </ns3:p>
          <ns4:p xmlns:ns4="http://schemas.openxmlformats.org/drawingml/2006/main">
            <ns4:r>
              <ns4:t>02_Tutorial_Note(Past)/02_Tutorial_Note(Past)/ELEG2310B_Tutorial4.pdf; PDF pages 5</ns4:t>
            </ns4:r>
          </ns4:p>
          <ns5:p xmlns:ns5="http://schemas.openxmlformats.org/drawingml/2006/main">
            <ns5:r>
              <ns5:t/>
            </ns5:r>
          </ns5:p>
          <ns6:p xmlns:ns6="http://schemas.openxmlformats.org/drawingml/2006/main">
            <ns6:r>
              <ns6:t>Provenance and editorial checks:</ns6:t>
            </ns6:r>
          </ns6:p>
          <ns7:p xmlns:ns7="http://schemas.openxmlformats.org/drawingml/2006/main">
            <ns7:r>
              <ns7:t>(c) For general signed messages, envelope detection is many-to-one: it discards the sign (represented by a pi carrier-phase reversal). A coherent receiver retains it:</ns7:t>
            </ns7:r>
          </ns7:p>
          <ns8:p xmlns:ns8="http://schemas.openxmlformats.org/drawingml/2006/main">
            <ns8:r>
              <ns8:t/>
            </ns8:r>
          </ns8:p>
          <ns9:p xmlns:ns9="http://schemas.openxmlformats.org/drawingml/2006/main">
            <ns9:r>
              <ns9:t>Source qualification: the finite triangular sketches are schematic slow envelopes, not literally strictly bandlimited waveforms. Their role is to demonstrate sign loss, not assign a spectral cutoff.</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2026 Tutorial_2_Slides pp.12.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Fall2026/Tutorial_2_Slides.pdf; PDF pages 12</ns3:t>
            </ns3:r>
          </ns3:p>
          <ns4:p xmlns:ns4="http://schemas.openxmlformats.org/drawingml/2006/main">
            <ns4:r>
              <ns4:t/>
            </ns4:r>
          </ns4:p>
          <ns5:p xmlns:ns5="http://schemas.openxmlformats.org/drawingml/2006/main">
            <ns5:r>
              <ns5:t>Provenance and editorial checks:</ns5:t>
            </ns5:r>
          </ns5:p>
          <ns6:p xmlns:ns6="http://schemas.openxmlformats.org/drawingml/2006/main">
            <ns6:r>
              <ns6:t>SSB Demodulation Example (unnumbered worked example). Follow the slide's four operations: received SSB spectrum, multiplication by a matched carrier, low-pass filtering, and original/recovered M(f). Express the shifted spectra and the recovered baseband.</ns6:t>
            </ns6:r>
          </ns6:p>
          <ns7:p xmlns:ns7="http://schemas.openxmlformats.org/drawingml/2006/main">
            <ns7:r>
              <ns7:t/>
            </ns7:r>
          </ns7:p>
          <ns8:p xmlns:ns8="http://schemas.openxmlformats.org/drawingml/2006/main">
            <ns8:r>
              <ns8:t>Symbolic restatement of the plotted lobes: U(f) is the positive-frequency triangular message lobe, supported on [0,W], with peak a at W/2. Let fc &gt; W. The received positive lobe lies above +fc and its real-signal mirror lies below -fc. These symbols describe the slide's drawing; it does not specify numeric fc, W or a.</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2026 Tutorial_2_Slides pp.12.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Fall2026/Tutorial_2_Slides.pdf; PDF pages 12</ns3:t>
            </ns3:r>
          </ns3:p>
          <ns4:p xmlns:ns4="http://schemas.openxmlformats.org/drawingml/2006/main">
            <ns4:r>
              <ns4:t/>
            </ns4:r>
          </ns4:p>
          <ns5:p xmlns:ns5="http://schemas.openxmlformats.org/drawingml/2006/main">
            <ns5:r>
              <ns5:t>Provenance and editorial checks:</ns5:t>
            </ns5:r>
          </ns5:p>
          <ns6:p xmlns:ns6="http://schemas.openxmlformats.org/drawingml/2006/main">
            <ns6:r>
              <ns6:t>Use the unit-weight impulses at +/-fc shown in the source's multiplication panel, equivalent to an LO 2 cos(2 pi fc t). The diagram treats these spectral lobes as real and nonnegative; no unshown spectral phase is inferred.</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2026 Tutorial_2_Slides pp.12.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Fall2026/Tutorial_2_Slides.pdf; PDF pages 12</ns3:t>
            </ns3:r>
          </ns3:p>
          <ns4:p xmlns:ns4="http://schemas.openxmlformats.org/drawingml/2006/main">
            <ns4:r>
              <ns4:t/>
            </ns4:r>
          </ns4:p>
          <ns5:p xmlns:ns5="http://schemas.openxmlformats.org/drawingml/2006/main">
            <ns5:r>
              <ns5:t>Provenance and editorial checks:</ns5:t>
            </ns5:r>
          </ns5:p>
          <ns6:p xmlns:ns6="http://schemas.openxmlformats.org/drawingml/2006/main">
            <ns6:r>
              <ns6:t>Source note: this entry preserves an unnumbered worked graphical example rather than claiming a new printed exercise. The source's delta arrows indicate the LO convolution kernel; they are not additional carrier impulses in V(f). A magnitude sketch alone does not specify an arbitrary signal's spectral phase or uniquely determine its time-domain waveform.</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Tutorial4_wSol pp.9,10; Past Tutorial4 pp.8.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02_Tutorial_Note(Past)/02_Tutorial_Note(Past)/ELEG2310B_Tutorial4_wSol.pdf; PDF pages 9,10</ns3:t>
            </ns3:r>
          </ns3:p>
          <ns4:p xmlns:ns4="http://schemas.openxmlformats.org/drawingml/2006/main">
            <ns4:r>
              <ns4:t>02_Tutorial_Note(Past)/02_Tutorial_Note(Past)/ELEG2310B_Tutorial4.pdf; PDF pages 8</ns4:t>
            </ns4:r>
          </ns4:p>
          <ns5:p xmlns:ns5="http://schemas.openxmlformats.org/drawingml/2006/main">
            <ns5:r>
              <ns5:t/>
            </ns5:r>
          </ns5:p>
          <ns6:p xmlns:ns6="http://schemas.openxmlformats.org/drawingml/2006/main">
            <ns6:r>
              <ns6:t>Provenance and editorial checks:</ns6:t>
            </ns6:r>
          </ns6:p>
          <ns7:p xmlns:ns7="http://schemas.openxmlformats.org/drawingml/2006/main">
            <ns7:r>
              <ns7:t>Use the source convention: form m(t) cos(2 pi f_c t), then apply a unity-gain USB bandpass filter. No additional amplitude normalization is supplied.</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Tutorial4_wSol pp.9,10; Past Tutorial4 pp.8.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02_Tutorial_Note(Past)/02_Tutorial_Note(Past)/ELEG2310B_Tutorial4_wSol.pdf; PDF pages 9,10</ns3:t>
            </ns3:r>
          </ns3:p>
          <ns4:p xmlns:ns4="http://schemas.openxmlformats.org/drawingml/2006/main">
            <ns4:r>
              <ns4:t>02_Tutorial_Note(Past)/02_Tutorial_Note(Past)/ELEG2310B_Tutorial4.pdf; PDF pages 8</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Tutorial4_wSol pp.9,10; Past Tutorial4 pp.8.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02_Tutorial_Note(Past)/02_Tutorial_Note(Past)/ELEG2310B_Tutorial4_wSol.pdf; PDF pages 9,10</ns3:t>
            </ns3:r>
          </ns3:p>
          <ns4:p xmlns:ns4="http://schemas.openxmlformats.org/drawingml/2006/main">
            <ns4:r>
              <ns4:t>02_Tutorial_Note(Past)/02_Tutorial_Note(Past)/ELEG2310B_Tutorial4.pdf; PDF pages 8</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Tutorial5_wSol pp.2,3,6,7,8; Past Tutorial5 pp.7.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02_Tutorial_Note(Past)/02_Tutorial_Note(Past)/ELEG2310B_Tutorial5_wSol.pdf; PDF pages 2,3,6,7,8</ns3:t>
            </ns3:r>
          </ns3:p>
          <ns4:p xmlns:ns4="http://schemas.openxmlformats.org/drawingml/2006/main">
            <ns4:r>
              <ns4:t>02_Tutorial_Note(Past)/02_Tutorial_Note(Past)/ELEG2310B_Tutorial5.pdf; PDF pages 7</ns4:t>
            </ns4:r>
          </ns4:p>
          <ns5:p xmlns:ns5="http://schemas.openxmlformats.org/drawingml/2006/main">
            <ns5:r>
              <ns5:t/>
            </ns5:r>
          </ns5:p>
          <ns6:p xmlns:ns6="http://schemas.openxmlformats.org/drawingml/2006/main">
            <ns6:r>
              <ns6:t>Provenance and editorial checks:</ns6:t>
            </ns6:r>
          </ns6:p>
          <ns7:p xmlns:ns7="http://schemas.openxmlformats.org/drawingml/2006/main">
            <ns7:r>
              <ns7:t>Exercise 1. Two messages m_1,m_2 are bandlimited to |f|&lt;=W, and f_c&gt;W. The source QAM transmitter and sine-branch mixer use the same amplitude A_c:</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Tutorial5_wSol pp.2,3,6,7,8; Past Tutorial5 pp.7.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02_Tutorial_Note(Past)/02_Tutorial_Note(Past)/ELEG2310B_Tutorial5_wSol.pdf; PDF pages 2,3,6,7,8</ns3:t>
            </ns3:r>
          </ns3:p>
          <ns4:p xmlns:ns4="http://schemas.openxmlformats.org/drawingml/2006/main">
            <ns4:r>
              <ns4:t>02_Tutorial_Note(Past)/02_Tutorial_Note(Past)/ELEG2310B_Tutorial5.pdf; PDF pages 7</ns4:t>
            </ns4:r>
          </ns4:p>
          <ns5:p xmlns:ns5="http://schemas.openxmlformats.org/drawingml/2006/main">
            <ns5:r>
              <ns5:t/>
            </ns5:r>
          </ns5:p>
          <ns6:p xmlns:ns6="http://schemas.openxmlformats.org/drawingml/2006/main">
            <ns6:r>
              <ns6:t>Provenance and editorial checks:</ns6:t>
            </ns6:r>
          </ns6:p>
          <ns7:p xmlns:ns7="http://schemas.openxmlformats.org/drawingml/2006/main">
            <ns7:r>
              <ns7:t>The cutoff can equal W if endpoint content is passed appropriately. Matched carrier frequency and phase are assumed. Source clarification: the old solution says the LPF recovers m_2 but leaves its scale implicit; with its actual LO amplitude A_c the remaining gain is A_c^2/2. Its label v_t in the worked expansion is a typo for v_2.</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Tutorial5_wSol pp.11,13; Past Tutorial5 pp.10.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02_Tutorial_Note(Past)/02_Tutorial_Note(Past)/ELEG2310B_Tutorial5_wSol.pdf; PDF pages 11,13</ns3:t>
            </ns3:r>
          </ns3:p>
          <ns4:p xmlns:ns4="http://schemas.openxmlformats.org/drawingml/2006/main">
            <ns4:r>
              <ns4:t>02_Tutorial_Note(Past)/02_Tutorial_Note(Past)/ELEG2310B_Tutorial5.pdf; PDF pages 10</ns4:t>
            </ns4:r>
          </ns4:p>
          <ns5:p xmlns:ns5="http://schemas.openxmlformats.org/drawingml/2006/main">
            <ns5:r>
              <ns5:t/>
            </ns5:r>
          </ns5:p>
          <ns6:p xmlns:ns6="http://schemas.openxmlformats.org/drawingml/2006/main">
            <ns6:r>
              <ns6:t>Provenance and editorial checks:</ns6:t>
            </ns6:r>
          </ns6:p>
          <ns7:p xmlns:ns7="http://schemas.openxmlformats.org/drawingml/2006/main">
            <ns7:r>
              <ns7:t>Thus the respective client counts are 1000, 2000 and 2000. Count positive-frequency channel allocation once; its negative-frequency mirror is not a second usable 20 MHz allocation. A guard-band requirement would reduce these ideal counts; none is specified in the original question.</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pp.6,7,8,9; Past Tutorial6 pp.6.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6,7,8,9</ns3:t>
            </ns3:r>
          </ns3:p>
          <ns4:p xmlns:ns4="http://schemas.openxmlformats.org/drawingml/2006/main">
            <ns4:r>
              <ns4:t>02_Tutorial_Note(Past)/02_Tutorial_Note(Past)/ELEG2310B_Tutorial6.pdf; PDF pages 6</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pp.6,7,8,9; Past Tutorial6 pp.6.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6,7,8,9</ns3:t>
            </ns3:r>
          </ns3:p>
          <ns4:p xmlns:ns4="http://schemas.openxmlformats.org/drawingml/2006/main">
            <ns4:r>
              <ns4:t>02_Tutorial_Note(Past)/02_Tutorial_Note(Past)/ELEG2310B_Tutorial6.pdf; PDF pages 6</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pp.6,7,8,9; Past Tutorial6 pp.6.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6,7,8,9</ns3:t>
            </ns3:r>
          </ns3:p>
          <ns4:p xmlns:ns4="http://schemas.openxmlformats.org/drawingml/2006/main">
            <ns4:r>
              <ns4:t>02_Tutorial_Note(Past)/02_Tutorial_Note(Past)/ELEG2310B_Tutorial6.pdf; PDF pages 6</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pp.6,7,8,9; Past Tutorial6 pp.6.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6,7,8,9</ns3:t>
            </ns3:r>
          </ns3:p>
          <ns4:p xmlns:ns4="http://schemas.openxmlformats.org/drawingml/2006/main">
            <ns4:r>
              <ns4:t>02_Tutorial_Note(Past)/02_Tutorial_Note(Past)/ELEG2310B_Tutorial6.pdf; PDF pages 6</ns4:t>
            </ns4:r>
          </ns4:p>
          <ns5:p xmlns:ns5="http://schemas.openxmlformats.org/drawingml/2006/main">
            <ns5:r>
              <ns5:t/>
            </ns5:r>
          </ns5:p>
          <ns6:p xmlns:ns6="http://schemas.openxmlformats.org/drawingml/2006/main">
            <ns6:r>
              <ns6:t>Provenance and editorial checks:</ns6:t>
            </ns6:r>
          </ns6:p>
          <ns7:p xmlns:ns7="http://schemas.openxmlformats.org/drawingml/2006/main">
            <ns7:r>
              <ns7:t>There are 8 cycles on [0,2], 12 on [2,4] and 8 on [4,6], with amplitude one throughout. Source completion: the old answer to (c) sketches m_2 only; the lower plot supplies the requested modulated waveform. Source clarification: equivalent PM/FM descriptions use the appropriate message transformation and phase reference, not the same message blindly inserted into both modulators.</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pp.13,14,15; Past Tutorial6 pp.10.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13,14,15</ns3:t>
            </ns3:r>
          </ns3:p>
          <ns4:p xmlns:ns4="http://schemas.openxmlformats.org/drawingml/2006/main">
            <ns4:r>
              <ns4:t>02_Tutorial_Note(Past)/02_Tutorial_Note(Past)/ELEG2310B_Tutorial6.pdf; PDF pages 10</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pp.13,14,15; Past Tutorial6 pp.10.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13,14,15</ns3:t>
            </ns3:r>
          </ns3:p>
          <ns4:p xmlns:ns4="http://schemas.openxmlformats.org/drawingml/2006/main">
            <ns4:r>
              <ns4:t>02_Tutorial_Note(Past)/02_Tutorial_Note(Past)/ELEG2310B_Tutorial6.pdf; PDF pages 10</ns4:t>
            </ns4:r>
          </ns4:p>
          <ns5:p xmlns:ns5="http://schemas.openxmlformats.org/drawingml/2006/main">
            <ns5:r>
              <ns5:t/>
            </ns5:r>
          </ns5:p>
          <ns6:p xmlns:ns6="http://schemas.openxmlformats.org/drawingml/2006/main">
            <ns6:r>
              <ns6:t>Provenance and editorial checks:</ns6:t>
            </ns6:r>
          </ns6:p>
          <ns7:p xmlns:ns7="http://schemas.openxmlformats.org/drawingml/2006/main">
            <ns7:r>
              <ns7:t>Source correction: the old solution treats the first null as a strict cutoff and also assumes an unstated message amplitude 5, giving Delta f=5 kHz and 30 kHz. Neither follows from the printed unit-height rect(t/(2T)). Report 22 kHz only as the stated first-null heuristic, not an exact or unqualified Carson bandwidth.</ns7:t>
            </ns7:r>
          </ns7:p>
          <ns8:p xmlns:ns8="http://schemas.openxmlformats.org/drawingml/2006/main">
            <ns8:r>
              <ns8:t/>
            </ns8:r>
          </ns8:p>
          <ns9:p xmlns:ns9="http://schemas.openxmlformats.org/drawingml/2006/main">
            <ns9:r>
              <ns9:t>Source correction: the old answer drops the pi in the printed amplitude 4 pi and consequently obtains 100 kHz. That would correspond to the different message 4 sin(2 pi f_0 t), not the given question.</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pp.20,21,22,23; Past Tutorial6 pp.17.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20,21,22,23</ns3:t>
            </ns3:r>
          </ns3:p>
          <ns4:p xmlns:ns4="http://schemas.openxmlformats.org/drawingml/2006/main">
            <ns4:r>
              <ns4:t>02_Tutorial_Note(Past)/02_Tutorial_Note(Past)/ELEG2310B_Tutorial6.pdf; PDF pages 17</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Tutorial6_wSol pp.20,21,22,23; Past Tutorial6 pp.17.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02_Tutorial_Note(Past)/02_Tutorial_Note(Past)/ELEG2310B_Tutorial6_wSol.pdf; PDF pages 20,21,22,23</ns3:t>
            </ns3:r>
          </ns3:p>
          <ns4:p xmlns:ns4="http://schemas.openxmlformats.org/drawingml/2006/main">
            <ns4:r>
              <ns4:t>02_Tutorial_Note(Past)/02_Tutorial_Note(Past)/ELEG2310B_Tutorial6.pdf; PDF pages 17</ns4:t>
            </ns4:r>
          </ns4:p>
          <ns5:p xmlns:ns5="http://schemas.openxmlformats.org/drawingml/2006/main">
            <ns5:r>
              <ns5:t/>
            </ns5:r>
          </ns5:p>
          <ns6:p xmlns:ns6="http://schemas.openxmlformats.org/drawingml/2006/main">
            <ns6:r>
              <ns6:t>Provenance and editorial checks:</ns6:t>
            </ns6:r>
          </ns6:p>
          <ns7:p xmlns:ns7="http://schemas.openxmlformats.org/drawingml/2006/main">
            <ns7:r>
              <ns7:t>Source qualification: 450 Hz is an estimated occupied-band edge, not a strict maximum spectral frequency of FM; FM has small tails beyond Carson's band. The old source writes f_c+BW_FM while numerically adding the half-width Delta f+W. The corrected calculation above separates the 100 Hz full width from its 50 Hz half-width. The question's factor-three criterion is an assumed engineering tolerance, not an exact mathematical equivalence to 'much smaller'.</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Tutorial7_wSol pp.2,3; Past Tutorial7 pp.2.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02_Tutorial_Note(Past)/02_Tutorial_Note(Past)/ELEG2310B_Tutorial7_wSol.pdf; PDF pages 2,3</ns3:t>
            </ns3:r>
          </ns3:p>
          <ns4:p xmlns:ns4="http://schemas.openxmlformats.org/drawingml/2006/main">
            <ns4:r>
              <ns4:t>02_Tutorial_Note(Past)/02_Tutorial_Note(Past)/ELEG2310B_Tutorial7.pdf; PDF pages 2</ns4:t>
            </ns4:r>
          </ns4:p>
          <ns5:p xmlns:ns5="http://schemas.openxmlformats.org/drawingml/2006/main">
            <ns5:r>
              <ns5:t/>
            </ns5:r>
          </ns5:p>
          <ns6:p xmlns:ns6="http://schemas.openxmlformats.org/drawingml/2006/main">
            <ns6:r>
              <ns6:t>Provenance and editorial checks:</ns6:t>
            </ns6:r>
          </ns6:p>
          <ns7:p xmlns:ns7="http://schemas.openxmlformats.org/drawingml/2006/main">
            <ns7:r>
              <ns7:t>Exercise 1. For each message below, determine its bandwidth and nominal Nyquist rate, then sketch the magnitude spectrum after ideal impulse sampling. Include the cases above, at and below the nominal rate, as in the source's comparison. Samples are taken at t=nT_s with zero time offset.</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Tutorial7_wSol pp.2,3; Past Tutorial7 pp.2.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02_Tutorial_Note(Past)/02_Tutorial_Note(Past)/ELEG2310B_Tutorial7_wSol.pdf; PDF pages 2,3</ns3:t>
            </ns3:r>
          </ns3:p>
          <ns4:p xmlns:ns4="http://schemas.openxmlformats.org/drawingml/2006/main">
            <ns4:r>
              <ns4:t>02_Tutorial_Note(Past)/02_Tutorial_Note(Past)/ELEG2310B_Tutorial7.pdf; PDF pages 2</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Tutorial7_wSol pp.2,3; Past Tutorial7 pp.2.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02_Tutorial_Note(Past)/02_Tutorial_Note(Past)/ELEG2310B_Tutorial7_wSol.pdf; PDF pages 2,3</ns3:t>
            </ns3:r>
          </ns3:p>
          <ns4:p xmlns:ns4="http://schemas.openxmlformats.org/drawingml/2006/main">
            <ns4:r>
              <ns4:t>02_Tutorial_Note(Past)/02_Tutorial_Note(Past)/ELEG2310B_Tutorial7.pdf; PDF pages 2</ns4:t>
            </ns4:r>
          </ns4:p>
          <ns5:p xmlns:ns5="http://schemas.openxmlformats.org/drawingml/2006/main">
            <ns5:r>
              <ns5:t/>
            </ns5:r>
          </ns5:p>
          <ns6:p xmlns:ns6="http://schemas.openxmlformats.org/drawingml/2006/main">
            <ns6:r>
              <ns6:t>Provenance and editorial checks:</ns6:t>
            </ns6:r>
          </ns6:p>
          <ns7:p xmlns:ns7="http://schemas.openxmlformats.org/drawingml/2006/main">
            <ns7:r>
              <ns7:t>For a below-rate illustration f_s=15 kHz, m(nT_s)=sin(4 pi n/3)=-sin(2 pi n/3), indistinguishable from a negative 5 kHz sine sampled at that rate. Source correction: the old exact-Nyquist sine sketch shows nonzero lines, missing cancellation for the stated zero-offset sine.</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Tutorial7_wSol pp.3,4; Past Tutorial7 pp.3,4.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02_Tutorial_Note(Past)/02_Tutorial_Note(Past)/ELEG2310B_Tutorial7_wSol.pdf; PDF pages 3,4</ns3:t>
            </ns3:r>
          </ns3:p>
          <ns4:p xmlns:ns4="http://schemas.openxmlformats.org/drawingml/2006/main">
            <ns4:r>
              <ns4:t>02_Tutorial_Note(Past)/02_Tutorial_Note(Past)/ELEG2310B_Tutorial7.pdf; PDF pages 3,4</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Tutorial7_wSol pp.3,4; Past Tutorial7 pp.3,4.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02_Tutorial_Note(Past)/02_Tutorial_Note(Past)/ELEG2310B_Tutorial7_wSol.pdf; PDF pages 3,4</ns3:t>
            </ns3:r>
          </ns3:p>
          <ns4:p xmlns:ns4="http://schemas.openxmlformats.org/drawingml/2006/main">
            <ns4:r>
              <ns4:t>02_Tutorial_Note(Past)/02_Tutorial_Note(Past)/ELEG2310B_Tutorial7.pdf; PDF pages 3,4</ns4:t>
            </ns4:r>
          </ns4:p>
          <ns5:p xmlns:ns5="http://schemas.openxmlformats.org/drawingml/2006/main">
            <ns5:r>
              <ns5:t/>
            </ns5:r>
          </ns5:p>
          <ns6:p xmlns:ns6="http://schemas.openxmlformats.org/drawingml/2006/main">
            <ns6:r>
              <ns6:t>Provenance and editorial checks:</ns6:t>
            </ns6:r>
          </ns6:p>
          <ns7:p xmlns:ns7="http://schemas.openxmlformats.org/drawingml/2006/main">
            <ns7:r>
              <ns7:t>(c) Choose the source's valid example T=T_s/2=T_0/8. Convolution with the pulse gives</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Tutorial7_wSol pp.3,4; Past Tutorial7 pp.3,4.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02_Tutorial_Note(Past)/02_Tutorial_Note(Past)/ELEG2310B_Tutorial7_wSol.pdf; PDF pages 3,4</ns3:t>
            </ns3:r>
          </ns3:p>
          <ns4:p xmlns:ns4="http://schemas.openxmlformats.org/drawingml/2006/main">
            <ns4:r>
              <ns4:t>02_Tutorial_Note(Past)/02_Tutorial_Note(Past)/ELEG2310B_Tutorial7.pdf; PDF pages 3,4</ns4:t>
            </ns4:r>
          </ns4:p>
          <ns5:p xmlns:ns5="http://schemas.openxmlformats.org/drawingml/2006/main">
            <ns5:r>
              <ns5:t/>
            </ns5:r>
          </ns5:p>
          <ns6:p xmlns:ns6="http://schemas.openxmlformats.org/drawingml/2006/main">
            <ns6:r>
              <ns6:t>Provenance and editorial checks:</ns6:t>
            </ns6:r>
          </ns6:p>
          <ns7:p xmlns:ns7="http://schemas.openxmlformats.org/drawingml/2006/main">
            <ns7:r>
              <ns7:t>This is the course's one-sided first-null transmission-bandwidth convention. Rectangular pulses have infinite strict spectral support, so their spectrum does not stop at 8/T_0. Source clarification: 'bandwidth depends on pulse width' here refers to this chosen pulse-response convention, not a universal finite-support statement for arbitrary PAM spectra.</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Sources: Past Tutorial9_wSol pp.3,4; Past Tutorial9 pp.3. Content retyped and necessary diagrams redrawn.</ns0:t>
            </ns0:r>
          </ns0:p>
          <ns1:p xmlns:ns1="http://schemas.openxmlformats.org/drawingml/2006/main">
            <ns1:r>
              <ns1:t/>
            </ns1:r>
          </ns1:p>
          <ns2:p xmlns:ns2="http://schemas.openxmlformats.org/drawingml/2006/main">
            <ns2:r>
              <ns2:t>Sources (notes only):</ns2:t>
            </ns2:r>
          </ns2:p>
          <ns3:p xmlns:ns3="http://schemas.openxmlformats.org/drawingml/2006/main">
            <ns3:r>
              <ns3:t>02_Tutorial_Note(Past)/02_Tutorial_Note(Past)/ELEG2310B_Tutorial9_wSol.pdf; PDF pages 3,4</ns3:t>
            </ns3:r>
          </ns3:p>
          <ns4:p xmlns:ns4="http://schemas.openxmlformats.org/drawingml/2006/main">
            <ns4:r>
              <ns4:t>02_Tutorial_Note(Past)/02_Tutorial_Note(Past)/ELEG2310B_Tutorial9.pdf; PDF pages 3</ns4:t>
            </ns4:r>
          </ns4:p>
          <ns5:p xmlns:ns5="http://schemas.openxmlformats.org/drawingml/2006/main">
            <ns5:r>
              <ns5:t/>
            </ns5:r>
          </ns5:p>
          <ns6:p xmlns:ns6="http://schemas.openxmlformats.org/drawingml/2006/main">
            <ns6:r>
              <ns6:t>Provenance and editorial checks:</ns6:t>
            </ns6:r>
          </ns6:p>
          <ns7:p xmlns:ns7="http://schemas.openxmlformats.org/drawingml/2006/main">
            <ns7:r>
              <ns7:t>Sampling-rate portion only of Tutorial 9's first Example. The message family is given below. Determine the smallest nominal sampling rate that covers every allowed message frequency.</ns7:t>
            </ns7:r>
          </ns7:p>
          <ns8:p xmlns:ns8="http://schemas.openxmlformats.org/drawingml/2006/main">
            <ns8:r>
              <ns8:t/>
            </ns8:r>
          </ns8:p>
          <ns9:p xmlns:ns9="http://schemas.openxmlformats.org/drawingml/2006/main">
            <ns9:r>
              <ns9:t>The original example also asks for PCM quantization, codeword length and bit rate. Those later-course requests are explicitly excluded from this Note7-cutoff bank.</ns9:t>
            </ns9:r>
          </ns9:p>
          <ns10:p xmlns:ns10="http://schemas.openxmlformats.org/drawingml/2006/main">
            <ns10:r>
              <ns10:t/>
            </ns10:r>
          </ns10:p>
          <ns11:p xmlns:ns11="http://schemas.openxmlformats.org/drawingml/2006/main">
            <ns11:r>
              <ns11:t>Thus 400 samples/s is the nominal Nyquist-rate answer used in the source. Because the family includes every phase at f_m=200 Hz, equality does not guarantee recovery:</ns11:t>
            </ns11:r>
          </ns11:p>
          <ns12:p xmlns:ns12="http://schemas.openxmlformats.org/drawingml/2006/main">
            <ns12:r>
              <ns12:t/>
            </ns12:r>
          </ns12:p>
          <ns13:p xmlns:ns13="http://schemas.openxmlformats.org/drawingml/2006/main">
            <ns13:r>
              <ns13:t>To guarantee preservation of the entire family independently of phase, choose f_s&gt;400 samples/s, for example 500 samples/s. There is no smallest real-valued rate strictly greater than 400; 400 is the infimum. This distinction repairs the unqualified equality in the source while retaining its nominal answer.</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ca75f11920872ed_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FM: Set frequency deviation proportional to the message. Example: message 1 Hz; carrier 8 Hz; peak frequency deviation 1.5 Hz. Source: Note6 pp.5,9,16-19,23-27.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ca75f11920872ed_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FM: Set frequency deviation proportional to the message. Example: message 1 Hz; carrier 8 Hz; peak frequency deviation 1.5 Hz. Source: Note6 pp.5,9,16-19,23-27.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ca75f11920872ed_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FM: Set frequency deviation proportional to the message. Example: message 1 Hz; carrier 8 Hz; peak frequency deviation 1.5 Hz. Source: Note6 pp.5,9,16-19,23-27.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ca75f11920872ed_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FM: Set frequency deviation proportional to the message. Example: message 1 Hz; carrier 8 Hz; peak frequency deviation 1.5 Hz. Source: Note6 pp.5,9,16-19,23-27.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1e172f81cb89d07e_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SSB: Keep one sideband and its negative-frequency mirror. Example: keep the USB lines at +9 and -9 Hz; each weight is 0.25. Source: Note4 pp.11-15.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1e172f81cb89d07e_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SSB: Keep one sideband and its negative-frequency mirror. Example: keep the USB lines at +9 and -9 Hz; each weight is 0.25. Source: Note4 pp.11-15.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1e172f81cb89d07e_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SSB: Keep one sideband and its negative-frequency mirror. Example: keep the USB lines at +9 and -9 Hz; each weight is 0.25. Source: Note4 pp.11-15.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1e172f81cb89d07e_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SSB: Keep one sideband and its negative-frequency mirror. Example: keep the USB lines at +9 and -9 Hz; each weight is 0.25. Source: Note4 pp.11-15.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3eae6a00bb190a72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Formula-free section preview: take values from the continuous message, then use the same values as isolated pulse heights. Reuse exactly the objects and samples from the opening process. Source: Fall2026/Note7_PAM.pdf, pp.5-10. Teaching revision: explain the local operation before mathematics. Time-domain examples use the same exact finite sinc sum with samples 0.5,1,-0.5,0.8,-0.3 at n=0..4, all other integer samples zero. Spectral-copy illustrations separately use the explicitly announced triangular spectrum. No quantization; ideal noiseless, synchronized receiver.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3ff9a14525965f44_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QAM: Use cosine and sine at the SAME carrier frequency. Example: two messages at 1 and 2 Hz; one carrier at 12 Hz. Source: Note4 pp.16-21.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3ff9a14525965f44_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QAM: Use cosine and sine at the SAME carrier frequency. Example: two messages at 1 and 2 Hz; one carrier at 12 Hz. Source: Note4 pp.16-21.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3ff9a14525965f44_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QAM: Use cosine and sine at the SAME carrier frequency. Example: two messages at 1 and 2 Hz; one carrier at 12 Hz. Source: Note4 pp.16-21.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3ff9a14525965f44_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QAM: Use cosine and sine at the SAME carrier frequency. Example: two messages at 1 and 2 Hz; one carrier at 12 Hz. Source: Note4 pp.16-21.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06cdad7ea24924_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PM: Add a phase proportional to the message. Example: message 1 Hz; carrier 8 Hz; phase sensitivity 1.2. Source: Note6 pp.2-4,9,12-15; approved TTR4 PM-recovery/Carson recap.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06cdad7ea24924_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PM: Add a phase proportional to the message. Example: message 1 Hz; carrier 8 Hz; phase sensitivity 1.2. Source: Note6 pp.2-4,9,12-15; approved TTR4 PM-recovery/Carson recap.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06cdad7ea24924_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PM: Add a phase proportional to the message. Example: message 1 Hz; carrier 8 Hz; phase sensitivity 1.2. Source: Note6 pp.2-4,9,12-15; approved TTR4 PM-recovery/Carson recap.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06cdad7ea24924_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PM: Add a phase proportional to the message. Example: message 1 Hz; carrier 8 Hz; phase sensitivity 1.2. Source: Note6 pp.2-4,9,12-15; approved TTR4 PM-recovery/Carson recap.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f4f7cf7376851a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received flat-top pulse heights give the original sample values. Read the heights first, then reconstruct from the complete impulse sample stream using Ts times an ideal LPF. The sinc interpolation is the time representation of that same reconstruction. The time example uses the same five nonzero samples throughout; the separately announced triangular spectrum illustrates the frequency calculation.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f4f7cf7376851a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received flat-top pulse heights give the original sample values. Read the heights first, then reconstruct from the complete impulse sample stream using Ts times an ideal LPF. The sinc interpolation is the time representation of that same reconstruction. The time example uses the same five nonzero samples throughout; the separately announced triangular spectrum illustrates the frequency calculation.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f4f7cf7376851a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received flat-top pulse heights give the original sample values. Read the heights first, then reconstruct from the complete impulse sample stream using Ts times an ideal LPF. The sinc interpolation is the time representation of that same reconstruction. The time example uses the same five nonzero samples throughout; the separately announced triangular spectrum illustrates the frequency calculation.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f4f7cf7376851a_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received flat-top pulse heights give the original sample values. Read the heights first, then reconstruct from the complete impulse sample stream using Ts times an ideal LPF. The sinc interpolation is the time representation of that same reconstruction. The time example uses the same five nonzero samples throughout; the separately announced triangular spectrum illustrates the frequency calculation.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df4f7cf7376851a_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received flat-top pulse heights give the original sample values. Read the heights first, then reconstruct from the complete impulse sample stream using Ts times an ideal LPF. The sinc interpolation is the time representation of that same reconstruction. The time example uses the same five nonzero samples throughout; the separately announced triangular spectrum illustrates the frequency calculation.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69afd0355267864c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Continue from the established frequency convolution. Reuse the impulse-convolution shift already explained in time. Animate one shifted triangular M first, then add the other copies. Explicit diagram normalization Ts removes only the common scale; W=fs/3 is an announced spectrum illustration, not the earlier finite-sinc message. Full Note7 Fourier-series calculation follows immediately as an optional proof. Source: Fall2026/Note7_PAM.pdf pp.5-17. Fourier convention exp(-j2 pi f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70d2ef6c9f692d2_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PAM: Sample the message; use each value as a pulse height. Example: sample rate 8/s; pulse width 0.07 s; message 1 Hz. Source: Note7 pp.5-16.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70d2ef6c9f692d2_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PAM: Sample the message; use each value as a pulse height. Example: sample rate 8/s; pulse width 0.07 s; message 1 Hz. Source: Note7 pp.5-16.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70d2ef6c9f692d2_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PAM: Sample the message; use each value as a pulse height. Example: sample rate 8/s; pulse width 0.07 s; message 1 Hz. Source: Note7 pp.5-16.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070d2ef6c9f692d2_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PAM: Sample the message; use each value as a pulse height. Example: sample rate 8/s; pulse width 0.07 s; message 1 Hz. Source: Note7 pp.5-16.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514f1d2b8e9d3df2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Optional proof part1. Retain Note7 Fourier-series reasoning and coefficient integral over one period. Write the impulse train explicitly instead of adding delta_Ts notation. This calculation justifies the clock-transform result already given. Source: Fall2026/Note7_PAM.pdf pp.5-17. Fourier convention exp(-j2 pi f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747c61a836c946e0_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Optional adjacent derivation of the result just stated; not a further signal-processing stage. The sampling analysis located spectral copies. Now isolate the second operation: forming a finite rectangular pulse. Find H from the same h; retain integral, exponential factor, sine identity and sinc definition. This page supplies the multiplier used next. Source: Fall2026/Note7_PAM.pdf, pp.11. Teaching revision: explain the local operation before mathematics. Time-domain examples use the same exact finite sinc sum with samples 0.5,1,-0.5,0.8,-0.3 at n=0..4, all other integer samples zero. Spectral-copy illustrations separately use the explicitly announced triangular spectrum. No quantization; ideal noiseless, synchronized receiver.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49987dbdb6bb1e10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Use the known causal rectangular pulse. Give its frequency response as a supporting result, then view its shape. The complete integral derivation follows only after the continuous signal flow. H is the pulse-shaping response, not the message spectrum. Source: Fall2026/Note7_PAM.pdf, pp.11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917134a2828d4667_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AM: The envelope follows the message. Example: message 1 Hz; carrier 8 Hz; modulation depth 0.6. Source: Note3 pp.4-8,10-12.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917134a2828d4667_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AM: The envelope follows the message. Example: message 1 Hz; carrier 8 Hz; modulation depth 0.6. Source: Note3 pp.4-8,10-12.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917134a2828d4667_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AM: The envelope follows the message. Example: message 1 Hz; carrier 8 Hz; modulation depth 0.6. Source: Note3 pp.4-8,10-12.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917134a2828d4667_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AM: The envelope follows the message. Example: message 1 Hz; carrier 8 Hz; modulation depth 0.6. Source: Note3 pp.4-8,10-12.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011e3186666ea3f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Optional adjacent derivation of the result just stated; not a further signal-processing stage. The target is the already-seen pulse signal. Show why convolving the impulse samples with h produces those pulses. Keep the defining integral, substitution, sum exchange and sifting before the dominant final signal. Source: Fall2026/Note7_PAM.pdf, pp.10. Teaching revision: explain the local operation before mathematics. Time-domain examples use the same exact finite sinc sum with samples 0.5,1,-0.5,0.8,-0.3 at n=0..4, all other integer samples zero. Spectral-copy illustrations separately use the explicitly announced triangular spectrum. No quantization; ideal noiseless, synchronized receiver.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700e06728285029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Sampling can preserve all message information only if the spectral copies stay apart. Keep the same bandlimited message while changing fs. Compare W and fs-W, derive the source Nyquist condition, and state the boundary-tone restriction beside it. Source: Fall2026/Note7_PAM.pdf, pp.8. Teaching revision: explain the local operation before mathematics. Time-domain examples use the same exact finite sinc sum with samples 0.5,1,-0.5,0.8,-0.3 at n=0..4, all other integer samples zero. Spectral-copy illustrations separately use the explicitly announced triangular spectrum. No quantization; ideal noiseless, synchronized receiver.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04982223d73c7f8_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DSB-SC: Multiply the message by the carrier; retain its sign. Example: message 1 Hz; carrier 8 Hz; local oscillator amplitude 2. Source: Note4 pp.3-9.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04982223d73c7f8_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DSB-SC: Multiply the message by the carrier; retain its sign. Example: message 1 Hz; carrier 8 Hz; local oscillator amplitude 2. Source: Note4 pp.3-9.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04982223d73c7f8_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DSB-SC: Multiply the message by the carrier; retain its sign. Example: message 1 Hz; carrier 8 Hz; local oscillator amplitude 2. Source: Note4 pp.3-9.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04982223d73c7f8_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DSB-SC: Multiply the message by the carrier; retain its sign. Example: message 1 Hz; carrier 8 Hz; local oscillator amplitude 2. Source: Note4 pp.3-9.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af1b23e2fdb35fcb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Formula-free complete process. The same sample heights are carried through the sender, received pulses and reconstruction. Inspecting the spectrum branches off from the transmitted pulse signal; it is not another processing stage. Source: Fall2026/Note7_PAM.pdf, pp.5-17. Teaching revision: explain the local operation before mathematics. Time-domain examples use the same exact finite sinc sum with samples 0.5,1,-0.5,0.8,-0.3 at n=0..4, all other integer samples zero. Spectral-copy illustrations separately use the explicitly announced triangular spectrum. No quantization; ideal noiseless, synchronized receiver.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73a5af91ccd81e5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time and frequency expressions describe the same transmitted signal: s=m_delta*h and S=M_delta H. Sampling determines M_delta; pulse shape determines H. Substitute each established factor back into S. Bandwidth is a property of S, not an extra transmission stage.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73a5af91ccd81e5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time and frequency expressions describe the same transmitted signal: s=m_delta*h and S=M_delta H. Sampling determines M_delta; pulse shape determines H. Substitute each established factor back into S. Bandwidth is a property of S, not an extra transmission stage.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73a5af91ccd81e5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time and frequency expressions describe the same transmitted signal: s=m_delta*h and S=M_delta H. Sampling determines M_delta; pulse shape determines H. Substitute each established factor back into S. Bandwidth is a property of S, not an extra transmission stage.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73a5af91ccd81e5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time and frequency expressions describe the same transmitted signal: s=m_delta*h and S=M_delta H. Sampling determines M_delta; pulse shape determines H. Substitute each established factor back into S. Bandwidth is a property of S, not an extra transmission stage.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73a5af91ccd81e5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time and frequency expressions describe the same transmitted signal: s=m_delta*h and S=M_delta H. Sampling determines M_delta; pulse shape determines H. Substitute each established factor back into S. Bandwidth is a property of S, not an extra transmission stage.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73a5af91ccd81e5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time and frequency expressions describe the same transmitted signal: s=m_delta*h and S=M_delta H. Sampling determines M_delta; pulse shape determines H. Substitute each established factor back into S. Bandwidth is a property of S, not an extra transmission stage. Source: Fall2026/Note7_PAM.pdf pp.5-17. Fourier convention exp(-j2 pi f t). Conditions: 0&lt;T&lt;Ts; bandlimited messages; fs&gt;=2W with no boundary tones at equality. The pulse first-null scale 1/T is not strict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bbdea7b908aa7f46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Show all three actual objects: the message, its impulse samples, and the pulse shape h. Sampling comes first; a selected weighted impulse then shifts/scales one h, after which linear addition makes the complete s. Same five-sample finite-sinc example as page6; negative sample n=2 has value -0.5. No quantization. No time-domain multiplication by h. Source: Fall2026/Note7_PAM.pdf pp.5-17. Fourier convention exp(-j2 pi f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c9a2ea79565c4167_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FDM: Modulate separately, then add nonoverlapping frequency bands. Example: three 2-Hz allocations; two 2-Hz guards; total span 10 Hz. Source: Note5 pp.3-8.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c9a2ea79565c4167_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FDM: Modulate separately, then add nonoverlapping frequency bands. Example: three 2-Hz allocations; two 2-Hz guards; total span 10 Hz. Source: Note5 pp.3-8.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c9a2ea79565c4167_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FDM: Modulate separately, then add nonoverlapping frequency bands. Example: three 2-Hz allocations; two 2-Hz guards; total span 10 Hz. Source: Note5 pp.3-8.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c9a2ea79565c4167_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FDM: Modulate separately, then add nonoverlapping frequency bands. Example: three 2-Hz allocations; two 2-Hz guards; total span 10 Hz. Source: Note5 pp.3-8.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f6440d527cf480d3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Optional proof part2. Substitute the just-computed Fourier series into m_delta, then show the Fourier integral, combine the exponentials, and identify the shifted M. Matches Note7 without introducing a separate symbol for the sampling clock. Source: Fall2026/Note7_PAM.pdf pp.5-17. Fourier convention exp(-j2 pi f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fb080830bf76bcbd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known sample operation is a multiplication by explicitly written periodic impulses. Give the clock transform as a stated result, with the full Fourier-series proof immediately following. Multiplication in time becomes convolution in frequency, so the sampled-message spectrum is the convolution of M with that clock spectrum. This identifies exactly why frequency-domain impulses appear before any shifted copy is drawn. Source: Fall2026/Note7_PAM.pdf pp.5-17. Fourier convention exp(-j2 pi f 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fd06293ffc40c472_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TDM: Interleave sample streams into synchronized time slots. Example: each message 4 samples/s; three messages share 12 pulses/s. Source: Note7 pp.18-19.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fd06293ffc40c472_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TDM: Interleave sample streams into synchronized time slots. Example: each message 4 samples/s; three messages share 12 pulses/s. Source: Note7 pp.18-19.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fd06293ffc40c472_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TDM: Interleave sample streams into synchronized time slots. Example: each message 4 samples/s; three messages share 12 pulses/s. Source: Note7 pp.18-19.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am_r2_fd06293ffc40c472_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TDM: Interleave sample streams into synchronized time slots. Example: each message 4 samples/s; three messages share 12 pulses/s. Source: Note7 pp.18-19. Ideal noiseless matched receiver. Reconstruction gains and assumptions are stated beside the corresponding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covery_r10_109e1be4b52b8f1f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Source: Fall2026/Note7_PAM.pdf pp.14-17. Fourier convention exp(-j2 pi f t). Unit LPF cutoff fs/2; fs=1/Ts, fs&gt;=2W, no boundary tones at equality. Reconstruct after reading the flat pulse heights. Triangle spectrum is a general nonaliasing frequency illustration, distinct from the finite sinc time example. The known ideal filter kernel avoids explicitly transforming the sample stream and the filtered spectrum in a symbolic solution; no claim about universal numerical complexity.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covery_r10_109e1be4b52b8f1f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Source: Fall2026/Note7_PAM.pdf pp.14-17. Fourier convention exp(-j2 pi f t). Unit LPF cutoff fs/2; fs=1/Ts, fs&gt;=2W, no boundary tones at equality. Reconstruct after reading the flat pulse heights. Triangle spectrum is a general nonaliasing frequency illustration, distinct from the finite sinc time example. The known ideal filter kernel avoids explicitly transforming the sample stream and the filtered spectrum in a symbolic solution; no claim about universal numerical complexity.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covery_r10_109e1be4b52b8f1f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Source: Fall2026/Note7_PAM.pdf pp.14-17. Fourier convention exp(-j2 pi f t). Unit LPF cutoff fs/2; fs=1/Ts, fs&gt;=2W, no boundary tones at equality. Reconstruct after reading the flat pulse heights. Triangle spectrum is a general nonaliasing frequency illustration, distinct from the finite sinc time example. The known ideal filter kernel avoids explicitly transforming the sample stream and the filtered spectrum in a symbolic solution; no claim about universal numerical complexity.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inc_r12_2f53e5f32c4b7bfd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Source: Fall2026/Note7_PAM.pdf pp.14-17. The selected time-domain reconstruction is m=Ts hLP*m_delta. The scaled kernel Ts hLP=sinc(t/Ts), with fs Ts=1. Keep the same finite example: Ts normalized to1, five nonzero samples [0.5,1,-0.5,0.8,-0.3], all other integer samples zero; m is their exact finite sinc sum, not a claim that arbitrary messages require only five samples. A unit sinc is shifted to each nTs, weighted by m(nTs), then the responses are added. The marked sinc centre (nTs,m(nTs)) corresponds to the marked input sample; negative coefficients invert the curve. Reconstruction passes every integer sample. No new G, g, or frequency detour.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inc_r12_2f53e5f32c4b7bfd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Source: Fall2026/Note7_PAM.pdf pp.14-17. The selected time-domain reconstruction is m=Ts hLP*m_delta. The scaled kernel Ts hLP=sinc(t/Ts), with fs Ts=1. Keep the same finite example: Ts normalized to1, five nonzero samples [0.5,1,-0.5,0.8,-0.3], all other integer samples zero; m is their exact finite sinc sum, not a claim that arbitrary messages require only five samples. A unit sinc is shifted to each nTs, weighted by m(nTs), then the responses are added. The marked sinc centre (nTs,m(nTs)) corresponds to the marked input sample; negative coefficients invert the curve. Reconstruction passes every integer sample. No new G, g, or frequency detour.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Tutorial 5: Pulse Modulation. Teaching Assistants: WANG, Runbang; TIAN, Feng.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pulse replaces the sinusoid as the signal shape. Compare the response to one changing sample: height for PAM, width for PDM, and time position for PPM. Only PAM is developed here. Source: Fall2026/Note7_PAM.pdf, pp.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Use the same pulse heights for multiple messages. The commutator takes one sample from each of three messages during each interval Ts, placing them in successive time slots. A message is still sampled every Ts; the common stream has three times as many pulses. In this sequential illustration the actual sampling times are t_(n,i)=nTs+(i-1)Ts/3, not simultaneous samples from all channels. Input messages are bandlimited with fs&gt;=2W. Source: Fall2026/Note7_PAM.pdf, pp. 18-19.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The decommutator uses the same slot assignment and timing clock to direct each pulse to the right message stream. Each stream then uses the same reconstruction filter, with its own known sample-time offset. The formula is the previous interpolation formula translated to the sample times t_(n,i). Timing synchronization is required; otherwise pulse heights can be assigned to the wrong channel. These ideal demonstrations omit transmission distortion and noise. Source: Fall2026/Note7_PAM.pdf, pp.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Return to the four outcomes of the same pulse-message path. Pulse height stores a sample; sampling creates copies which must remain separated; a reconstruction filter combines shifted sinc pulses to recover the message; TDM interleaves and separates several sample streams using synchronized slots. Conditions: strictly bandlimited messages, the sampling-theorem endpoint assumptions, isolated pulses with 0&lt;T&lt;Ts, and an ideal channel. Source: Fall2026/Note7_PAM.pdf, pp. 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t3_reference_for_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Recall the same message, transmitted signal, received signal and recovered message from Tutorials 3 and 4.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t3_reference_for_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Use the established ideal channel r=s while generating and reconstructing the pulse signal.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21c719580f8e_t4_prefix_a2f7aa9f0e46_t3_reference_for_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Sinusoidal modulation and pulse modulation are branches of the same message-to-signal picture. The pulse-height branch uses h(t), following Note 7. AM, PM and FM provide the comparison with a sinusoidal carrier.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choice_r11_2300fbb688968eeb_t3_reference_methods_slideLayout1.xml.rels><?xml version='1.0' encoding='UTF-8' standalone='yes'?>
<Relationships xmlns="http://schemas.openxmlformats.org/package/2006/relationships"><Relationship Type="http://schemas.openxmlformats.org/officeDocument/2006/relationships/slideMaster" Target="../slideMasters/choice_r11_ce3126bafaead60f_t3_reference_methods_slideMaster1.xml" Id="Rb871d85dee314de5"/></Relationships>
</file>

<file path=ppt/slideLayouts/_rels/pam_process_2300fbb688968eeb_t3_reference_methods_slideLayout1.xml.rels><?xml version='1.0' encoding='UTF-8' standalone='yes'?>
<Relationships xmlns="http://schemas.openxmlformats.org/package/2006/relationships"><Relationship Type="http://schemas.openxmlformats.org/officeDocument/2006/relationships/slideMaster" Target="../slideMasters/pam_process_ce3126bafaead60f_t3_reference_methods_slideMaster1.xml" Id="Rb871d85dee314de5"/></Relationships>
</file>

<file path=ppt/slideLayouts/_rels/pam_r2_2300fbb688968eeb_t3_reference_methods_slideLayout1.xml.rels><?xml version='1.0' encoding='UTF-8' standalone='yes'?>
<Relationships xmlns="http://schemas.openxmlformats.org/package/2006/relationships"><Relationship Type="http://schemas.openxmlformats.org/officeDocument/2006/relationships/slideMaster" Target="../slideMasters/pam_r2_ce3126bafaead60f_t3_reference_methods_slideMaster1.xml" Id="Rb871d85dee314de5"/></Relationships>
</file>

<file path=ppt/slideLayouts/_rels/recovery_r10_2300fbb688968eeb_t3_reference_methods_slideLayout1.xml.rels><?xml version='1.0' encoding='UTF-8' standalone='yes'?>
<Relationships xmlns="http://schemas.openxmlformats.org/package/2006/relationships"><Relationship Type="http://schemas.openxmlformats.org/officeDocument/2006/relationships/slideMaster" Target="../slideMasters/recovery_r10_ce3126bafaead60f_t3_reference_methods_slideMaster1.xml" Id="Rb871d85dee314de5"/></Relationships>
</file>

<file path=ppt/slideLayouts/_rels/sinc_r12_2300fbb688968eeb_t3_reference_methods_slideLayout1.xml.rels><?xml version='1.0' encoding='UTF-8' standalone='yes'?>
<Relationships xmlns="http://schemas.openxmlformats.org/package/2006/relationships"><Relationship Type="http://schemas.openxmlformats.org/officeDocument/2006/relationships/slideMaster" Target="../slideMasters/sinc_r12_ce3126bafaead60f_t3_reference_methods_slideMaster1.xml" Id="Rb871d85dee314de5"/></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9bec3809d746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c349c0c9b844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18dfd5c99d45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4e9a0411c94d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33e8260b944a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e451c6b5da44f6"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_rels/t3_reference_slideLayout1.xml.rels><?xml version='1.0' encoding='UTF-8' standalone='yes'?>
<Relationships xmlns="http://schemas.openxmlformats.org/package/2006/relationships"><Relationship Type="http://schemas.openxmlformats.org/officeDocument/2006/relationships/slideMaster" Target="../slideMasters/t3_reference_slideMaster1.xml" Id="R4825e161fbcc4f68"/></Relationships>
</file>

<file path=ppt/slideLayouts/_rels/t4_prefix_21c719580f8e_t4_prefix_a2f7aa9f0e46_t3_reference_methods_slideLayout1.xml.rels><?xml version='1.0' encoding='UTF-8' standalone='yes'?>
<Relationships xmlns="http://schemas.openxmlformats.org/package/2006/relationships"><Relationship Type="http://schemas.openxmlformats.org/officeDocument/2006/relationships/slideMaster" Target="../slideMasters/t4_prefix_21c719580f8e_t4_prefix_a2f7aa9f0e46_t3_reference_methods_slideMaster1.xml" Id="Rb871d85dee314de5"/></Relationships>
</file>

<file path=ppt/slideLayouts/_rels/t4_prefix_21c719580f8e_t4_prefix_a2f7aa9f0e46_t3_reference_slideLayout1.xml.rels><?xml version='1.0' encoding='UTF-8' standalone='yes'?>
<Relationships xmlns="http://schemas.openxmlformats.org/package/2006/relationships"><Relationship Type="http://schemas.openxmlformats.org/officeDocument/2006/relationships/slideMaster" Target="../slideMasters/t4_prefix_21c719580f8e_t4_prefix_a2f7aa9f0e46_t3_reference_slideMaster1.xml" Id="R4825e161fbcc4f68"/></Relationships>
</file>

<file path=ppt/slideLayouts/choice_r11_2300fbb688968eeb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pam_process_2300fbb688968eeb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pam_r2_2300fbb688968eeb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recovery_r10_2300fbb688968eeb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inc_r12_2300fbb688968eeb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6E7166-ED46-45E0-A453-35EAC68BD9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1ADEB7-733A-4E4D-B3E3-78E9B83463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DE5B1D-701A-456B-A11C-79027F5866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CE1759-8DCF-4BA3-A2E6-8C2A2CAB0A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749DB3-5C8B-4F8F-ABC0-15362D6748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B2B1D6-0EE8-440F-B846-D6850A657B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1D8B78-0B56-44AA-B608-188D3D3DAB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41FEB1-8B71-4E54-B18F-28466CC94D9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9F5032-1049-462A-95B7-0D51F8C9A4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782593-B009-4DEF-BF6A-B38172926B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4_prefix_21c719580f8e_t4_prefix_a2f7aa9f0e46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4_prefix_21c719580f8e_t4_prefix_a2f7aa9f0e46_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choice_r11_ce3126bafaead60f_t3_reference_methods_slideMaster1.xml.rels><?xml version='1.0' encoding='UTF-8' standalone='yes'?>
<Relationships xmlns="http://schemas.openxmlformats.org/package/2006/relationships"><Relationship Type="http://schemas.openxmlformats.org/officeDocument/2006/relationships/theme" Target="theme/choice_r11_8b500abccb3a8606_t3_reference_methods_theme2.xml" Id="R1607b95a764944df"/><Relationship Type="http://schemas.openxmlformats.org/officeDocument/2006/relationships/slideLayout" Target="../slideLayouts/choice_r11_2300fbb688968eeb_t3_reference_methods_slideLayout1.xml" Id="R6e2dbe7aaf214e86"/></Relationships>
</file>

<file path=ppt/slideMasters/_rels/pam_process_ce3126bafaead60f_t3_reference_methods_slideMaster1.xml.rels><?xml version='1.0' encoding='UTF-8' standalone='yes'?>
<Relationships xmlns="http://schemas.openxmlformats.org/package/2006/relationships"><Relationship Type="http://schemas.openxmlformats.org/officeDocument/2006/relationships/theme" Target="theme/pam_process_8b500abccb3a8606_t3_reference_methods_theme2.xml" Id="R1607b95a764944df"/><Relationship Type="http://schemas.openxmlformats.org/officeDocument/2006/relationships/slideLayout" Target="../slideLayouts/pam_process_2300fbb688968eeb_t3_reference_methods_slideLayout1.xml" Id="R6e2dbe7aaf214e86"/></Relationships>
</file>

<file path=ppt/slideMasters/_rels/pam_r2_ce3126bafaead60f_t3_reference_methods_slideMaster1.xml.rels><?xml version='1.0' encoding='UTF-8' standalone='yes'?>
<Relationships xmlns="http://schemas.openxmlformats.org/package/2006/relationships"><Relationship Type="http://schemas.openxmlformats.org/officeDocument/2006/relationships/theme" Target="theme/pam_r2_8b500abccb3a8606_t3_reference_methods_theme2.xml" Id="R1607b95a764944df"/><Relationship Type="http://schemas.openxmlformats.org/officeDocument/2006/relationships/slideLayout" Target="../slideLayouts/pam_r2_2300fbb688968eeb_t3_reference_methods_slideLayout1.xml" Id="R6e2dbe7aaf214e86"/></Relationships>
</file>

<file path=ppt/slideMasters/_rels/recovery_r10_ce3126bafaead60f_t3_reference_methods_slideMaster1.xml.rels><?xml version='1.0' encoding='UTF-8' standalone='yes'?>
<Relationships xmlns="http://schemas.openxmlformats.org/package/2006/relationships"><Relationship Type="http://schemas.openxmlformats.org/officeDocument/2006/relationships/theme" Target="theme/recovery_r10_8b500abccb3a8606_t3_reference_methods_theme2.xml" Id="R1607b95a764944df"/><Relationship Type="http://schemas.openxmlformats.org/officeDocument/2006/relationships/slideLayout" Target="../slideLayouts/recovery_r10_2300fbb688968eeb_t3_reference_methods_slideLayout1.xml" Id="R6e2dbe7aaf214e86"/></Relationships>
</file>

<file path=ppt/slideMasters/_rels/sinc_r12_ce3126bafaead60f_t3_reference_methods_slideMaster1.xml.rels><?xml version='1.0' encoding='UTF-8' standalone='yes'?>
<Relationships xmlns="http://schemas.openxmlformats.org/package/2006/relationships"><Relationship Type="http://schemas.openxmlformats.org/officeDocument/2006/relationships/theme" Target="theme/sinc_r12_8b500abccb3a8606_t3_reference_methods_theme2.xml" Id="R1607b95a764944df"/><Relationship Type="http://schemas.openxmlformats.org/officeDocument/2006/relationships/slideLayout" Target="../slideLayouts/sinc_r12_2300fbb688968eeb_t3_reference_methods_slideLayout1.xml" Id="R6e2dbe7aaf214e86"/></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2cb2356676be4f1c" /><Relationship Type="http://schemas.openxmlformats.org/officeDocument/2006/relationships/slideLayout" Target="/ppt/slideLayouts/slideLayout1.xml" Id="Rd13827ea07934cb4" /><Relationship Type="http://schemas.openxmlformats.org/officeDocument/2006/relationships/slideLayout" Target="/ppt/slideLayouts/slideLayout2.xml" Id="Rb0bfba051d7c47a6" /><Relationship Type="http://schemas.openxmlformats.org/officeDocument/2006/relationships/slideLayout" Target="/ppt/slideLayouts/slideLayout3.xml" Id="R68a7d3e1dd58481f" /><Relationship Type="http://schemas.openxmlformats.org/officeDocument/2006/relationships/slideLayout" Target="/ppt/slideLayouts/slideLayout4.xml" Id="R2a70af5b302c4f08" /><Relationship Type="http://schemas.openxmlformats.org/officeDocument/2006/relationships/slideLayout" Target="/ppt/slideLayouts/slideLayout5.xml" Id="R0f1d7e6cbcdd4b01" /><Relationship Type="http://schemas.openxmlformats.org/officeDocument/2006/relationships/slideLayout" Target="/ppt/slideLayouts/slideLayout6.xml" Id="R7fb4b7420fb44ad9"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_rels/t3_reference_slideMaster1.xml.rels><?xml version='1.0' encoding='UTF-8' standalone='yes'?>
<Relationships xmlns="http://schemas.openxmlformats.org/package/2006/relationships"><Relationship Type="http://schemas.openxmlformats.org/officeDocument/2006/relationships/theme" Target="theme/t3_reference_theme2.xml" Id="R28f210a4fae04f12"/><Relationship Type="http://schemas.openxmlformats.org/officeDocument/2006/relationships/slideLayout" Target="../slideLayouts/t3_reference_slideLayout1.xml" Id="R557c2c90296b48a6"/></Relationships>
</file>

<file path=ppt/slideMasters/_rels/t4_prefix_21c719580f8e_t4_prefix_a2f7aa9f0e46_t3_reference_methods_slideMaster1.xml.rels><?xml version='1.0' encoding='UTF-8' standalone='yes'?>
<Relationships xmlns="http://schemas.openxmlformats.org/package/2006/relationships"><Relationship Type="http://schemas.openxmlformats.org/officeDocument/2006/relationships/theme" Target="theme/t4_prefix_21c719580f8e_t4_prefix_a2f7aa9f0e46_t3_reference_methods_theme2.xml" Id="R1607b95a764944df"/><Relationship Type="http://schemas.openxmlformats.org/officeDocument/2006/relationships/slideLayout" Target="../slideLayouts/t4_prefix_21c719580f8e_t4_prefix_a2f7aa9f0e46_t3_reference_methods_slideLayout1.xml" Id="R6e2dbe7aaf214e86"/></Relationships>
</file>

<file path=ppt/slideMasters/_rels/t4_prefix_21c719580f8e_t4_prefix_a2f7aa9f0e46_t3_reference_slideMaster1.xml.rels><?xml version='1.0' encoding='UTF-8' standalone='yes'?>
<Relationships xmlns="http://schemas.openxmlformats.org/package/2006/relationships"><Relationship Type="http://schemas.openxmlformats.org/officeDocument/2006/relationships/theme" Target="theme/t4_prefix_21c719580f8e_t4_prefix_a2f7aa9f0e46_t3_reference_theme2.xml" Id="R28f210a4fae04f12"/><Relationship Type="http://schemas.openxmlformats.org/officeDocument/2006/relationships/slideLayout" Target="../slideLayouts/t4_prefix_21c719580f8e_t4_prefix_a2f7aa9f0e46_t3_reference_slideLayout1.xml" Id="R557c2c90296b48a6"/></Relationships>
</file>

<file path=ppt/slideMasters/choice_r11_ce3126bafaead60f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6"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pam_process_ce3126bafaead60f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1"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pam_r2_ce3126bafaead60f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2"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recovery_r10_ce3126bafaead60f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4"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inc_r12_ce3126bafaead60f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8"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3827ea07934cb4"/>
    <p:sldLayoutId xmlns:r="http://schemas.openxmlformats.org/officeDocument/2006/relationships" id="2147483650" r:id="Rb0bfba051d7c47a6"/>
    <p:sldLayoutId xmlns:r="http://schemas.openxmlformats.org/officeDocument/2006/relationships" id="2147483651" r:id="R68a7d3e1dd58481f"/>
    <p:sldLayoutId xmlns:r="http://schemas.openxmlformats.org/officeDocument/2006/relationships" id="2147483652" r:id="R2a70af5b302c4f08"/>
    <p:sldLayoutId xmlns:r="http://schemas.openxmlformats.org/officeDocument/2006/relationships" id="2147483653" r:id="R0f1d7e6cbcdd4b01"/>
    <p:sldLayoutId xmlns:r="http://schemas.openxmlformats.org/officeDocument/2006/relationships" id="2147483654" r:id="R7fb4b7420fb44a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9"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0"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4_prefix_21c719580f8e_t4_prefix_a2f7aa9f0e46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7"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4_prefix_21c719580f8e_t4_prefix_a2f7aa9f0e46_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8"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choice_r11_8b500abccb3a8606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pam_process_8b500abccb3a8606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pam_r2_8b500abccb3a8606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recovery_r10_8b500abccb3a8606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sinc_r12_8b500abccb3a8606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4_prefix_21c719580f8e_t4_prefix_a2f7aa9f0e46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4_prefix_21c719580f8e_t4_prefix_a2f7aa9f0e46_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pam_adjacent_r3_4.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74c78571903c40f2"/><Relationship Type="http://schemas.openxmlformats.org/officeDocument/2006/relationships/image" Target="../media/pam_r2_50ef53ba95d3ab2f_image26.png" Id="R58a199cd68fd43d8"/><Relationship Type="http://schemas.openxmlformats.org/officeDocument/2006/relationships/image" Target="../media/pam_r2_b39fcffd130b98c0_image6.png" Id="Rf53f29171c06498f"/><Relationship Type="http://schemas.openxmlformats.org/officeDocument/2006/relationships/image" Target="../media/image72.png" Id="R0b4b099f68734ba6"/><Relationship Type="http://schemas.openxmlformats.org/officeDocument/2006/relationships/image" Target="../media/pam_r2_b39fcffd130b98c0_image6.png" Id="Rec3d914f60bd413c"/><Relationship Type="http://schemas.openxmlformats.org/officeDocument/2006/relationships/image" Target="../media/pam_r2_1cac3b386e11f0e9_image7.png" Id="Rb0a4598960924a1e"/><Relationship Type="http://schemas.openxmlformats.org/officeDocument/2006/relationships/image" Target="../media/pam_r2_85c12f5c79c478a9_image25.png" Id="R7e04624feced4232"/><Relationship Type="http://schemas.openxmlformats.org/officeDocument/2006/relationships/image" Target="../media/pam_r2_c98db7069a040be0_image44.png" Id="Rb7ed1873d6b14270"/><Relationship Type="http://schemas.openxmlformats.org/officeDocument/2006/relationships/image" Target="../media/pam_r2_0677df3a48cfc011_image38.png" Id="R8ff9797d8b4f4bed"/><Relationship Type="http://schemas.openxmlformats.org/officeDocument/2006/relationships/image" Target="../media/pam_r2_800b9ae7c738f545_image30.png" Id="R045683964f9c43a7"/><Relationship Type="http://schemas.openxmlformats.org/officeDocument/2006/relationships/image" Target="../media/pam_r2_0648431ca5a84c81_image31.png" Id="R542ba5c9c5564a53"/><Relationship Type="http://schemas.openxmlformats.org/officeDocument/2006/relationships/image" Target="../media/pam_r2_08522946100003f0_image32.png" Id="R05d4ba76da504eba"/><Relationship Type="http://schemas.openxmlformats.org/officeDocument/2006/relationships/notesSlide" Target="../notesSlides/pam_r2_fb080830bf76bcbd_notesSlide5.xml" Id="R685c87ff6b1341f2"/><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308e8932e1cee54c_t4_308e8932e1cee54c6cc8f87c.svg"/><Relationship Id="rIdMathSvg6" Type="http://schemas.openxmlformats.org/officeDocument/2006/relationships/image" Target="../media/pam_r2_c0c999c9eebe0344_t4_c0c999c9eebe034476c6f544.svg"/><Relationship Id="rIdMathSvg7" Type="http://schemas.openxmlformats.org/officeDocument/2006/relationships/image" Target="../media/pam_r2_585b8b3b09ea758e_t4_585b8b3b09ea758e38bc3a71.svg"/><Relationship Id="rIdMathSvg8" Type="http://schemas.openxmlformats.org/officeDocument/2006/relationships/image" Target="../media/pam_r2_886b039d6368eca0_t4_886b039d6368eca0e6ed9571.svg"/><Relationship Id="rIdMathSvg9" Type="http://schemas.openxmlformats.org/officeDocument/2006/relationships/image" Target="../media/pam_r2_a7adb60f4e15492d_t4_a7adb60f4e15492d74d4756e.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slide9.xml"/><Relationship Id="rIdNav6" Type="http://schemas.openxmlformats.org/officeDocument/2006/relationships/slide" Target="pam_process_5.xml"/><Relationship Id="rIdT4ClickFrame1" Type="http://schemas.openxmlformats.org/officeDocument/2006/relationships/image" Target="../media/pam_r2_50ef53ba95d3ab2f_image26.png"/><Relationship Id="rIdT4ClickFrame2" Type="http://schemas.openxmlformats.org/officeDocument/2006/relationships/image" Target="../media/pam_r2_50ef53ba95d3ab2f_image26.png"/><Relationship Id="rIdT4ClickFrame3" Type="http://schemas.openxmlformats.org/officeDocument/2006/relationships/image" Target="../media/pam_r2_50ef53ba95d3ab2f_image26.png"/><Relationship Id="rIdT4ClickFrame4" Type="http://schemas.openxmlformats.org/officeDocument/2006/relationships/image" Target="../media/pam_r2_50ef53ba95d3ab2f_image26.png"/><Relationship Id="rIdT4ClickFrame5" Type="http://schemas.openxmlformats.org/officeDocument/2006/relationships/image" Target="../media/pam_r2_50ef53ba95d3ab2f_image26.png"/><Relationship Id="rIdT4ClickFrame6" Type="http://schemas.openxmlformats.org/officeDocument/2006/relationships/image" Target="../media/pam_r2_50ef53ba95d3ab2f_image26.png"/><Relationship Id="rIdT4ClickFrame7" Type="http://schemas.openxmlformats.org/officeDocument/2006/relationships/image" Target="../media/pam_r2_a6bf1e04aaeb243a_t4_click_a6bf1e04aaeb243a2cae4073ed2811be986d34afd847ed9e7ea0a952fb353692.png"/><Relationship Id="rIdT4ClickFrame8" Type="http://schemas.openxmlformats.org/officeDocument/2006/relationships/image" Target="../media/pam_r2_a6bf1e04aaeb243a_t4_click_a6bf1e04aaeb243a2cae4073ed2811be986d34afd847ed9e7ea0a952fb353692.png"/><Relationship Id="rIdT4ClickFrame9" Type="http://schemas.openxmlformats.org/officeDocument/2006/relationships/image" Target="../media/pam_r2_a6bf1e04aaeb243a_t4_click_a6bf1e04aaeb243a2cae4073ed2811be986d34afd847ed9e7ea0a952fb353692.png"/><Relationship Id="rIdT4ClickFrame10" Type="http://schemas.openxmlformats.org/officeDocument/2006/relationships/image" Target="../media/pam_r2_a6bf1e04aaeb243a_t4_click_a6bf1e04aaeb243a2cae4073ed2811be986d34afd847ed9e7ea0a952fb353692.png"/><Relationship Id="rIdT4ClickFrame11" Type="http://schemas.openxmlformats.org/officeDocument/2006/relationships/image" Target="../media/pam_r2_a6bf1e04aaeb243a_t4_click_a6bf1e04aaeb243a2cae4073ed2811be986d34afd847ed9e7ea0a952fb353692.png"/><Relationship Id="rIdT4ClickFrame12" Type="http://schemas.openxmlformats.org/officeDocument/2006/relationships/image" Target="../media/pam_r2_51de49a01e134d5b_t4_click_51de49a01e134d5ba310863be0d4893198207c9b424c1b13252d0141b76149d9.png"/><Relationship Id="rIdT4ClickFrame13" Type="http://schemas.openxmlformats.org/officeDocument/2006/relationships/image" Target="../media/pam_r2_51de49a01e134d5b_t4_click_51de49a01e134d5ba310863be0d4893198207c9b424c1b13252d0141b76149d9.png"/><Relationship Id="rIdT4ClickFrame14" Type="http://schemas.openxmlformats.org/officeDocument/2006/relationships/image" Target="../media/pam_r2_51de49a01e134d5b_t4_click_51de49a01e134d5ba310863be0d4893198207c9b424c1b13252d0141b76149d9.png"/><Relationship Id="rIdT4ClickFrame15" Type="http://schemas.openxmlformats.org/officeDocument/2006/relationships/image" Target="../media/pam_r2_51de49a01e134d5b_t4_click_51de49a01e134d5ba310863be0d4893198207c9b424c1b13252d0141b76149d9.png"/><Relationship Id="rIdT4ClickFrame16" Type="http://schemas.openxmlformats.org/officeDocument/2006/relationships/image" Target="../media/pam_r2_51de49a01e134d5b_t4_click_51de49a01e134d5ba310863be0d4893198207c9b424c1b13252d0141b76149d9.png"/><Relationship Id="rIdT4ClickFrame17" Type="http://schemas.openxmlformats.org/officeDocument/2006/relationships/image" Target="../media/pam_r2_32e2044973335320_t4_click_32e204497333532015be79992420cf39e1ea5869d049e8707ebcab4368075549.png"/><Relationship Id="rIdT4ClickFrame18" Type="http://schemas.openxmlformats.org/officeDocument/2006/relationships/image" Target="../media/pam_r2_32e2044973335320_t4_click_32e204497333532015be79992420cf39e1ea5869d049e8707ebcab4368075549.png"/><Relationship Id="rIdT4ClickFrame19" Type="http://schemas.openxmlformats.org/officeDocument/2006/relationships/image" Target="../media/pam_r2_32e2044973335320_t4_click_32e204497333532015be79992420cf39e1ea5869d049e8707ebcab4368075549.png"/><Relationship Id="rIdT4ClickFrame20" Type="http://schemas.openxmlformats.org/officeDocument/2006/relationships/image" Target="../media/pam_r2_32e2044973335320_t4_click_32e204497333532015be79992420cf39e1ea5869d049e8707ebcab4368075549.png"/><Relationship Id="rIdT4ClickFrame21" Type="http://schemas.openxmlformats.org/officeDocument/2006/relationships/image" Target="../media/pam_r2_32e2044973335320_t4_click_32e204497333532015be79992420cf39e1ea5869d049e8707ebcab4368075549.png"/><Relationship Id="rIdT4ClickFrame22" Type="http://schemas.openxmlformats.org/officeDocument/2006/relationships/image" Target="../media/pam_r2_9433828183edf4aa_t4_click_9433828183edf4aa5b05a26f441ba575fa7fcc5c7ebe7881c15d136ca17077a3.png"/><Relationship Id="rIdT4ClickFrame23" Type="http://schemas.openxmlformats.org/officeDocument/2006/relationships/image" Target="../media/pam_r2_9433828183edf4aa_t4_click_9433828183edf4aa5b05a26f441ba575fa7fcc5c7ebe7881c15d136ca17077a3.png"/><Relationship Id="rIdT4ClickFrame24" Type="http://schemas.openxmlformats.org/officeDocument/2006/relationships/image" Target="../media/pam_r2_9433828183edf4aa_t4_click_9433828183edf4aa5b05a26f441ba575fa7fcc5c7ebe7881c15d136ca17077a3.png"/><Relationship Id="rIdT4ClickFrame25" Type="http://schemas.openxmlformats.org/officeDocument/2006/relationships/image" Target="../media/pam_r2_9433828183edf4aa_t4_click_9433828183edf4aa5b05a26f441ba575fa7fcc5c7ebe7881c15d136ca17077a3.png"/><Relationship Id="rIdT4ClickFrame26" Type="http://schemas.openxmlformats.org/officeDocument/2006/relationships/image" Target="../media/pam_r2_9433828183edf4aa_t4_click_9433828183edf4aa5b05a26f441ba575fa7fcc5c7ebe7881c15d136ca17077a3.png"/><Relationship Id="rIdT4ClickFrame27" Type="http://schemas.openxmlformats.org/officeDocument/2006/relationships/image" Target="../media/pam_r2_8e2a2151d857de83_t4_click_8e2a2151d857de83fd9217f2512b6847f9b646a095001447bdc474e43abef935.png"/></Relationships>
</file>

<file path=ppt/slides/_rels/pam_process_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b004cd33da1d4274"/><Relationship Type="http://schemas.openxmlformats.org/officeDocument/2006/relationships/image" Target="../media/pam_r2_f207d25b9db19c2b_image.png" Id="R0c9f1e6544984b4c"/><Relationship Type="http://schemas.openxmlformats.org/officeDocument/2006/relationships/image" Target="../media/pam_r2_3228d177571cec9e_image2.png" Id="Ra5fc4b1bcc31414b"/><Relationship Type="http://schemas.openxmlformats.org/officeDocument/2006/relationships/image" Target="../media/pam_r2_2c67550006c3667c_image3.png" Id="R1b62c9489a794e39"/><Relationship Type="http://schemas.openxmlformats.org/officeDocument/2006/relationships/image" Target="../media/pam_r2_4d70cfc2e0b09baa_image4.png" Id="Re40464868a014ef2"/><Relationship Type="http://schemas.openxmlformats.org/officeDocument/2006/relationships/notesSlide" Target="../notesSlides/pam_r2_af1b23e2fdb35fcb_notesSlide1.xml" Id="R93f90551a5564d50"/><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T4ClickFrame1" Type="http://schemas.openxmlformats.org/officeDocument/2006/relationships/image" Target="../media/light_sinc_r13_ccc8b9e0c4856245180229e635cf50a89d7000f6cd23f174ddeead51268951a0.png"/><Relationship Id="rIdT4ClickFrame2" Type="http://schemas.openxmlformats.org/officeDocument/2006/relationships/image" Target="../media/light_sinc_r13_dfbcccbf578e566606e668492420a3af73d099636e838992f01906588a602b67.png"/><Relationship Id="rIdT4ClickFrame3" Type="http://schemas.openxmlformats.org/officeDocument/2006/relationships/image" Target="../media/light_sinc_r13_b862cce42c50eae47e9472ddeccdbe16dad63ea446f4e95faaffd24d1b1a816b.png"/><Relationship Id="rIdT4ClickFrame4" Type="http://schemas.openxmlformats.org/officeDocument/2006/relationships/image" Target="../media/light_sinc_r13_a27ecdb18d60014feb4c1951a4f1b92df4c3596f4e13466d94b4bf827a3cbc71.png"/><Relationship Id="rIdT4ClickFrame5" Type="http://schemas.openxmlformats.org/officeDocument/2006/relationships/image" Target="../media/light_sinc_r13_f3fdc67c53963f17b777101876eda97d8dd1ea819a9e053b2feaa4a4c7453d3a.png"/><Relationship Id="rIdT4ClickFrame6" Type="http://schemas.openxmlformats.org/officeDocument/2006/relationships/image" Target="../media/light_sinc_r13_8b57ed8cdde0a012800a8089e92f6eb3059f3ad04928dd25fce367c10fbe34a6.png"/><Relationship Id="rIdT4ClickFrame7" Type="http://schemas.openxmlformats.org/officeDocument/2006/relationships/image" Target="../media/light_sinc_r13_ae27501daf79f6a493e84ac0a23d391c493ec0c9cfc3a8eaf54814d5025015f4.png"/><Relationship Id="rIdT4ClickFrame8" Type="http://schemas.openxmlformats.org/officeDocument/2006/relationships/image" Target="../media/light_sinc_r13_cd10d8568c0badca9396a530abf3c4ab7f670a6863c5625c7badfa91c9abde6b.png"/><Relationship Id="rIdT4ClickFrame9" Type="http://schemas.openxmlformats.org/officeDocument/2006/relationships/image" Target="../media/light_sinc_r13_ff2d57ea182642078adec0369359c9b819554b37e08077ef008ce5239f267ab4.png"/><Relationship Id="rIdT4ClickFrame10" Type="http://schemas.openxmlformats.org/officeDocument/2006/relationships/image" Target="../media/light_sinc_r13_c679b5eea347ce03bf1a32ec7e254c2d8b5fc975050d2b5c4dfac74845b1ae7f.png"/><Relationship Id="rIdT4ClickFrame11" Type="http://schemas.openxmlformats.org/officeDocument/2006/relationships/image" Target="../media/light_sinc_r13_fecc5f3a66ebe6e0a8daea5b334b31a0e269343e66c91b25eb2748b71cff1e67.png"/><Relationship Id="rIdT4ClickFrame12" Type="http://schemas.openxmlformats.org/officeDocument/2006/relationships/image" Target="../media/light_sinc_r13_1f7094bf58d08028589cefa63ee5fbbb9029c4b6afcb101814f539b54719464f.png"/><Relationship Id="rIdT4ClickFrame13" Type="http://schemas.openxmlformats.org/officeDocument/2006/relationships/image" Target="../media/light_sinc_r13_a3aa807d1b046b6856c32493acf9e4cff793fcf54b7ec8b48682db3845c0fc33.png"/><Relationship Id="rIdT4ClickFrame14" Type="http://schemas.openxmlformats.org/officeDocument/2006/relationships/image" Target="../media/light_sinc_r13_9a1201a14bcc251be941e39b94385ab5effc133eedbf8e7ed5e9aae75d340ca9.png"/><Relationship Id="rIdT4ClickFrame15" Type="http://schemas.openxmlformats.org/officeDocument/2006/relationships/image" Target="../media/light_sinc_r13_66131e2c8aefbf842ed5675a7f2d1bfe8a951498eef5c57b65ab67c98d880d50.png"/><Relationship Id="rIdT4ClickFrame16" Type="http://schemas.openxmlformats.org/officeDocument/2006/relationships/image" Target="../media/light_sinc_r13_e517b5a55d36ce7f500fce739d096f813e59ba5459e9e0b96ec7807d4141f13e.png"/><Relationship Id="rIdT4ClickFrame17" Type="http://schemas.openxmlformats.org/officeDocument/2006/relationships/image" Target="../media/light_sinc_r13_d6f2d30706ee77e1490842819c99506cc8d7a6095c645396166c49a26daa9bf0.png"/><Relationship Id="rIdT4ClickFrame18" Type="http://schemas.openxmlformats.org/officeDocument/2006/relationships/image" Target="../media/light_sinc_r13_620b4964dc45f778ee2c0e47e41351b4d29fd26b5f0ad97331f202f54623ca8c.png"/><Relationship Id="rIdT4ClickFrame19" Type="http://schemas.openxmlformats.org/officeDocument/2006/relationships/image" Target="../media/light_sinc_r13_967832d157ae805b6169cdb36a1129b40aec8e66453084b53bcb842f9f7d29bb.png"/><Relationship Id="rIdT4ClickFrame20" Type="http://schemas.openxmlformats.org/officeDocument/2006/relationships/image" Target="../media/light_sinc_r13_bfd6bf4fea5f9a40910c0a256da0b0d495470e9102e9ee7f1c82fefa27de8fd8.png"/><Relationship Id="rIdT4ClickFrame21" Type="http://schemas.openxmlformats.org/officeDocument/2006/relationships/image" Target="../media/light_sinc_r13_e45e2e550634a65509fd9b2932d49682c88ebedbb28823adb1c8461436d4a5da.png"/><Relationship Id="rIdT4ClickFrame22" Type="http://schemas.openxmlformats.org/officeDocument/2006/relationships/image" Target="../media/light_sinc_r13_1ccbe70ec9dc925f8a8d64ecf326f07327e23638e3857efdc69e9424528535bd.png"/><Relationship Id="rIdT4ClickFrame23" Type="http://schemas.openxmlformats.org/officeDocument/2006/relationships/image" Target="../media/light_sinc_r13_dd9fc4f7411203adf6e2aea7ba5e51ce1b12e02273738e0645ce139999dcd1e3.png"/><Relationship Id="rIdT4ClickFrame24" Type="http://schemas.openxmlformats.org/officeDocument/2006/relationships/image" Target="../media/light_sinc_r13_36f5112230ba9da1a32553b9dd64bdb7ec6cbd7e750e1937c3157a46167a952f.png"/><Relationship Id="rIdT4ClickFrame25" Type="http://schemas.openxmlformats.org/officeDocument/2006/relationships/image" Target="../media/light_sinc_r13_3766c0aa6f51c5d7f5f49e2becf20b4b98f8b328769357beb97a168a2828135e.png"/><Relationship Id="rIdT4ClickFrame26" Type="http://schemas.openxmlformats.org/officeDocument/2006/relationships/image" Target="../media/light_sinc_r13_0be244d0b4b9ba1156920a75cfc275d963fa2fef266b4fc13c1abd03366782d2.png"/><Relationship Id="rIdT4ClickFrame27" Type="http://schemas.openxmlformats.org/officeDocument/2006/relationships/image" Target="../media/light_sinc_r13_fbd62fb3f74fd73d221629d9b368af669e4047fc0a5a65d2cba769c9071d7c41.png"/><Relationship Id="rIdT4ClickFrame28" Type="http://schemas.openxmlformats.org/officeDocument/2006/relationships/image" Target="../media/light_sinc_r13_a5ec82b9affcc36bdadcb7c6ed9d72cb8431ce2c375f5c1d67c821b020fa3235.png"/><Relationship Id="rIdT4ClickFrame29" Type="http://schemas.openxmlformats.org/officeDocument/2006/relationships/image" Target="../media/light_sinc_r13_2e034bd9493aaa83ca3f117b7edbf0951646f1dc44b0602d5d4429cf35dd7a9e.png"/><Relationship Id="rIdT4ClickFrame30" Type="http://schemas.openxmlformats.org/officeDocument/2006/relationships/image" Target="../media/light_sinc_r13_cc6c6bceb255376945f91c2a5bb293cf2fd7c54c14b80e43e5505a2d89e25a34.png"/><Relationship Id="rIdT4ClickFrame31" Type="http://schemas.openxmlformats.org/officeDocument/2006/relationships/image" Target="../media/light_sinc_r13_81df1a08712d19c7b9122b4f6d43e4ff1f2c84a9d9fdfc51f1e3e3f91fe7159b.png"/><Relationship Id="rIdT4ClickFrame32" Type="http://schemas.openxmlformats.org/officeDocument/2006/relationships/image" Target="../media/light_sinc_r13_d6cfeabc549c4990e208b7d91c57b9b22f87582e769d56a982733899fd631056.png"/><Relationship Id="rIdT4ClickFrame33" Type="http://schemas.openxmlformats.org/officeDocument/2006/relationships/image" Target="../media/light_sinc_r13_a7ac90dcad528d36b1ce3199eef815ae20abd829ca27398ab85377b8198fd37a.png"/><Relationship Id="rIdT4ClickFrame34" Type="http://schemas.openxmlformats.org/officeDocument/2006/relationships/image" Target="../media/light_sinc_r13_c4aecea737a66ef8dbb68cd12da4187c5888ebe56f41878650d353a88119fe77.png"/><Relationship Id="rIdT4ClickFrame35" Type="http://schemas.openxmlformats.org/officeDocument/2006/relationships/image" Target="../media/light_sinc_r13_b6dcb16acb86253264345bb816b96645d1140cce3da298eb764e25fe04b62552.png"/><Relationship Id="rIdT4ClickFrame36" Type="http://schemas.openxmlformats.org/officeDocument/2006/relationships/image" Target="../media/light_sinc_r13_2121b2a057dfa889fcfb0b2e048094a57d79be241032da0987f391893e464361.png"/><Relationship Id="rIdT4ClickFrame37" Type="http://schemas.openxmlformats.org/officeDocument/2006/relationships/image" Target="../media/light_sinc_r13_143241c9d6ef6e7e9ac1b18f2b6056fb9ca3647d7a96772e4344bef296731f81.png"/><Relationship Id="rIdT4ClickFrame38" Type="http://schemas.openxmlformats.org/officeDocument/2006/relationships/image" Target="../media/light_sinc_r13_aaf12a39afc0aaa0ef5dc7e4560107b8936b44f1da9d4a87e8940cca277d7b0c.png"/><Relationship Id="rIdT4ClickFrame39" Type="http://schemas.openxmlformats.org/officeDocument/2006/relationships/image" Target="../media/light_sinc_r13_ae23cc186523df6563c9ca1e09fb4d7613ac8c69abec43b6b721e6384f94c027.png"/><Relationship Id="rIdT4ClickFrame40" Type="http://schemas.openxmlformats.org/officeDocument/2006/relationships/image" Target="../media/light_sinc_r13_89397c03f715671f35a62b7375febfd81a6f735fff5cca190871e5116d6fdd1f.png"/><Relationship Id="rIdT4ClickFrame41" Type="http://schemas.openxmlformats.org/officeDocument/2006/relationships/image" Target="../media/light_sinc_r13_a950607c82b153b2f165676dcb87bd987d2011db8c639592a2829cca0d4e6a81.png"/><Relationship Id="rIdT4ClickFrame42" Type="http://schemas.openxmlformats.org/officeDocument/2006/relationships/image" Target="../media/light_sinc_r13_67c4ae87506775a2d664780d8ce439352279e78a2d207af24adafc033526bde9.png"/><Relationship Id="rIdT4ClickFrame43" Type="http://schemas.openxmlformats.org/officeDocument/2006/relationships/image" Target="../media/light_sinc_r13_57e4caadb7f8309efb48d73613ed57d89939041c966e65eace71e8aae5949755.png"/><Relationship Id="rIdT4ClickFrame44" Type="http://schemas.openxmlformats.org/officeDocument/2006/relationships/image" Target="../media/light_sinc_r13_be6851c13533a67584a13808785bf192b34ddd50f8ad19861d31235e8bcc195c.png"/><Relationship Id="rIdT4ClickFrame45" Type="http://schemas.openxmlformats.org/officeDocument/2006/relationships/image" Target="../media/light_sinc_r13_90e2852472031e546f521267fb6b5c457fa97e6b04d0e982fcbc16f4153eb686.png"/><Relationship Id="rIdT4ClickFrame46" Type="http://schemas.openxmlformats.org/officeDocument/2006/relationships/image" Target="../media/light_sinc_r13_582100678e6f5bf9cbc23c0c1496e5b8894b17ec19b8720f7beab8fd5b603350.png"/><Relationship Id="rIdT4ClickFrame47" Type="http://schemas.openxmlformats.org/officeDocument/2006/relationships/image" Target="../media/light_sinc_r13_8331480178b931207fe4cc2d17907145cd447bd2490b937dd24ff2ad4c10ceb1.png"/><Relationship Id="rIdT4ClickFrame48" Type="http://schemas.openxmlformats.org/officeDocument/2006/relationships/image" Target="../media/light_sinc_r13_a9ae11d8f32ed77bed6f2e976f21531094d0594c6115505c9e03f5ddc8865fe6.png"/><Relationship Id="rIdT4ClickFrame49" Type="http://schemas.openxmlformats.org/officeDocument/2006/relationships/image" Target="../media/light_sinc_r13_5387485feeec31f539e23cd639367f2c3eb184b0eed1206ac0966fc586100ae6.png"/><Relationship Id="rIdT4ClickFrame50" Type="http://schemas.openxmlformats.org/officeDocument/2006/relationships/image" Target="../media/light_sinc_r13_9e4c156452d9c759ead070cb47b342d7f33522e2f07a23618ad745bb0ed2e6c5.png"/><Relationship Id="rIdT4ClickFrame51" Type="http://schemas.openxmlformats.org/officeDocument/2006/relationships/image" Target="../media/light_sinc_r13_9bfbd324e391fd3caf228dd34be62721ea2d1665b97fcd953c25aa19285e9470.png"/><Relationship Id="rIdT4ClickFrame52" Type="http://schemas.openxmlformats.org/officeDocument/2006/relationships/image" Target="../media/light_sinc_r13_2b498244da6a95d6260713dc10d0824af1ce518a255c771ad70b958e6d475ef8.png"/><Relationship Id="rIdT4ClickFrame53" Type="http://schemas.openxmlformats.org/officeDocument/2006/relationships/image" Target="../media/light_sinc_r13_7da4376f75222a23e3554345e0ce66a8e5b3f2f4ea06bf35347f6016b7b41441.png"/><Relationship Id="rIdT4ClickFrame54" Type="http://schemas.openxmlformats.org/officeDocument/2006/relationships/image" Target="../media/light_sinc_r13_4cc75a50e0c38e0af4b8a872a9cb362751511879fb37c829d24aad791aaaf24b.png"/><Relationship Id="rIdT4ClickFrame55" Type="http://schemas.openxmlformats.org/officeDocument/2006/relationships/image" Target="../media/light_sinc_r13_c03885bc593acd4c1921f0df08b04eb697ae76d7d6543874b36e688f6ab0b397.png"/><Relationship Id="rIdT4ClickFrame56" Type="http://schemas.openxmlformats.org/officeDocument/2006/relationships/image" Target="../media/light_sinc_r13_e9d96aad157ec44d954286b82069a448b6c05926b2ad7c77d561f55769751672.png"/><Relationship Id="rIdT4ClickFrame57" Type="http://schemas.openxmlformats.org/officeDocument/2006/relationships/image" Target="../media/light_sinc_r13_80a77f551aabc4d7d52dd181871aae38c5000ebf29f261896f013d77c1fe4f7b.png"/><Relationship Id="rIdT4ClickFrame58" Type="http://schemas.openxmlformats.org/officeDocument/2006/relationships/image" Target="../media/light_sinc_r13_df2ec28f48d9194a931fdc0c93e8bfb9cc4ea20820785f6fcd50eafcccd3f0d0.png"/><Relationship Id="rIdT4ClickFrame59" Type="http://schemas.openxmlformats.org/officeDocument/2006/relationships/image" Target="../media/light_sinc_r13_2806d65627ecaeeb8fe8c2a148f2ede93196c656266c5d3e61993587aee2896c.png"/><Relationship Id="rIdT4ClickFrame60" Type="http://schemas.openxmlformats.org/officeDocument/2006/relationships/image" Target="../media/light_sinc_r13_0ba0484d2bf792d29ca98085796570959565ace352d0aee2a3a543e40809fd0c.png"/><Relationship Id="rIdT4ClickFrame61" Type="http://schemas.openxmlformats.org/officeDocument/2006/relationships/image" Target="../media/light_sinc_r13_f3810c3a92a1b8a696900afe5a4cf3a4db7d14f56c41da504ee8650acceefbd8.png"/><Relationship Id="rIdT4ClickFrame62" Type="http://schemas.openxmlformats.org/officeDocument/2006/relationships/image" Target="../media/light_sinc_r13_053aad70841be1c307bdbfb954a7454cd3d38a1653e4386c4d9b67d89f7b2e27.png"/><Relationship Id="rIdT4ClickFrame63" Type="http://schemas.openxmlformats.org/officeDocument/2006/relationships/image" Target="../media/light_sinc_r13_575d3abf3674f46676f096a8f949bde3810b75fe5b72927da156c7f968e0232b.png"/><Relationship Id="rIdT4ClickFrame64" Type="http://schemas.openxmlformats.org/officeDocument/2006/relationships/image" Target="../media/light_sinc_r13_b56c30b4017a8d7bb46f5184f03f87d94311f2103b1cb2954059d615ce95efba.png"/><Relationship Id="rIdT4ClickFrame65" Type="http://schemas.openxmlformats.org/officeDocument/2006/relationships/image" Target="../media/light_sinc_r13_7f95743d9301aad503396c807ae0b85462a04f93acff8bba9570fda250ede451.png"/><Relationship Id="rIdT4ClickFrame66" Type="http://schemas.openxmlformats.org/officeDocument/2006/relationships/image" Target="../media/light_sinc_r13_a2712d7d0425c09f92f01d82c91605a0338efbd06015ae5f2e65c068ba19bac1.png"/><Relationship Id="rIdT4ClickFrame67" Type="http://schemas.openxmlformats.org/officeDocument/2006/relationships/image" Target="../media/light_sinc_r13_e9b41b3d29645e59457988f4573e559d73361b426521f6c67ee39dacd1e4386e.png"/><Relationship Id="rIdT4ClickFrame68" Type="http://schemas.openxmlformats.org/officeDocument/2006/relationships/image" Target="../media/light_sinc_r13_6766902d8c144c2361bdd48eecfc457f0fdc4afa4eb8e1b139bedd3a8c5bd82c.png"/></Relationships>
</file>

<file path=ppt/slides/_rels/pam_process_2.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861e624b47a6423d"/><Relationship Type="http://schemas.openxmlformats.org/officeDocument/2006/relationships/image" Target="../media/pam_r2_bc4e5103fd61d776_image5.png" Id="R951af6c14c644fc0"/><Relationship Type="http://schemas.openxmlformats.org/officeDocument/2006/relationships/image" Target="../media/pam_r2_9ae9c634c495b718_image6.png" Id="R1b127a9a6a0b47e2"/><Relationship Type="http://schemas.openxmlformats.org/officeDocument/2006/relationships/notesSlide" Target="../notesSlides/pam_r2_3eae6a00bb190a72_notesSlide2.xml" Id="R45930ded9a4d4d15"/><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T4ClickFrame1" Type="http://schemas.openxmlformats.org/officeDocument/2006/relationships/image" Target="../media/pam_r2_bc4e5103fd61d776_image5.png"/><Relationship Id="rIdT4ClickFrame2" Type="http://schemas.openxmlformats.org/officeDocument/2006/relationships/image" Target="../media/pam_r2_d5e6af20b30b347d_t4_click_d5e6af20b30b347d2fc2b7380043999250917736426d1865d81e99077a142bbf.png"/><Relationship Id="rIdT4ClickFrame3" Type="http://schemas.openxmlformats.org/officeDocument/2006/relationships/image" Target="../media/pam_r2_b6a4f90ea11ae03c_t4_click_b6a4f90ea11ae03cb3c5ff53d0c111fa04102250e013d189a3ae86c17e6e329a.png"/><Relationship Id="rIdT4ClickFrame4" Type="http://schemas.openxmlformats.org/officeDocument/2006/relationships/image" Target="../media/pam_r2_4cbe96ac81127b74_t4_click_4cbe96ac81127b747a6a895579957dc6119b4634a17501d8e2c9521f920ac342.png"/><Relationship Id="rIdT4ClickFrame5" Type="http://schemas.openxmlformats.org/officeDocument/2006/relationships/image" Target="../media/pam_r2_dc279283fe5c2d6f_t4_click_dc279283fe5c2d6f3aa16fc49cec217363fa36fba382b72b035b114be8ad37ff.png"/><Relationship Id="rIdT4ClickFrame6" Type="http://schemas.openxmlformats.org/officeDocument/2006/relationships/image" Target="../media/pam_r2_545d593f4a42f3e9_t4_click_545d593f4a42f3e93fa2a96bac90a4c4d2e1c3a74b81e7dbf2fa1cee16c1bd6d.png"/><Relationship Id="rIdT4ClickFrame7" Type="http://schemas.openxmlformats.org/officeDocument/2006/relationships/image" Target="../media/pam_r2_f8a202c97ca89b69_t4_click_f8a202c97ca89b693b1eebf9ec594e3a675631fa62b31210b6a166dc6da82966.png"/><Relationship Id="rIdT4ClickFrame8" Type="http://schemas.openxmlformats.org/officeDocument/2006/relationships/image" Target="../media/pam_r2_71a736cdd70229e9_t4_click_71a736cdd70229e92ff1eb784875e2cdddcf250676694b86bca11b60f2c9bba9.png"/><Relationship Id="rIdT4ClickFrame9" Type="http://schemas.openxmlformats.org/officeDocument/2006/relationships/image" Target="../media/pam_r2_2d617205a1e21633_t4_click_2d617205a1e216332180a6ea56afec490442615a7b5ff547811a5b51cb8f39ba.png"/><Relationship Id="rIdT4ClickFrame10" Type="http://schemas.openxmlformats.org/officeDocument/2006/relationships/image" Target="../media/pam_r2_00a789a17bceff3c_t4_click_00a789a17bceff3cb3e00bf9173ae95270de22a95c5c10a1c3e77cc41fc1d0d1.png"/><Relationship Id="rIdT4ClickFrame11" Type="http://schemas.openxmlformats.org/officeDocument/2006/relationships/image" Target="../media/pam_r2_ec367ead1e93820f_t4_click_ec367ead1e93820f804276f97f7c5c637e2053d3a05a168a56fb28d52fcd611e.png"/><Relationship Id="rIdT4ClickFrame12" Type="http://schemas.openxmlformats.org/officeDocument/2006/relationships/image" Target="../media/pam_r2_2c48282c4a55db8f_t4_click_2c48282c4a55db8fcfabc8205d08bfd112f1a002e35c8b0b17d47116d0a8ecdb.png"/><Relationship Id="rIdT4ClickFrame13" Type="http://schemas.openxmlformats.org/officeDocument/2006/relationships/image" Target="../media/pam_r2_e18eef4dc3e5334a_t4_click_e18eef4dc3e5334a19c2eae48c7beae36391d39959ec3437c6d99fe37e55654e.png"/><Relationship Id="rIdT4ClickFrame14" Type="http://schemas.openxmlformats.org/officeDocument/2006/relationships/image" Target="../media/pam_r2_74b059c16dbb154b_t4_click_74b059c16dbb154b5d2104037a787b9e69255ede93cd6cefb88d593345b96e44.png"/><Relationship Id="rIdT4ClickFrame15" Type="http://schemas.openxmlformats.org/officeDocument/2006/relationships/image" Target="../media/pam_r2_01185b58b0f1c29e_t4_click_01185b58b0f1c29eff6176e81cd07b94703ce1b68789819c63a0d1bbccc7b86d.png"/><Relationship Id="rIdT4ClickFrame16" Type="http://schemas.openxmlformats.org/officeDocument/2006/relationships/image" Target="../media/pam_r2_30eb2de92c1065f6_t4_click_30eb2de92c1065f6e062cea8a60b241e6ed3c82bf2195c20909d1b3e7e5a4b5f.png"/><Relationship Id="rIdT4ClickFrame17" Type="http://schemas.openxmlformats.org/officeDocument/2006/relationships/image" Target="../media/pam_r2_65c6f032ed5d6bcd_t4_click_65c6f032ed5d6bcdd58b797e8aca02a93056fc6a75dd83a7d358213d1b694108.png"/><Relationship Id="rIdT4ClickFrame18" Type="http://schemas.openxmlformats.org/officeDocument/2006/relationships/image" Target="../media/pam_r2_9ae9c634c495b718_image6.png"/><Relationship Id="rIdT4ClickFrame19" Type="http://schemas.openxmlformats.org/officeDocument/2006/relationships/image" Target="../media/pam_r2_8c734d0e413e8a69_t4_click_8c734d0e413e8a69407b91f5a9a74b0641d9d809135e6c69676d3651aba18015.png"/><Relationship Id="rIdT4ClickFrame20" Type="http://schemas.openxmlformats.org/officeDocument/2006/relationships/image" Target="../media/pam_r2_2258fb7caf76636f_t4_click_2258fb7caf76636f4a77c4be3df7d9296cd8d0ba16beb07e80e3d4674d376c15.png"/><Relationship Id="rIdT4ClickFrame21" Type="http://schemas.openxmlformats.org/officeDocument/2006/relationships/image" Target="../media/pam_r2_6769e8e3384cf41e_t4_click_6769e8e3384cf41e00d4340c0067728d889f694022921bf641b726bea3825a5d.png"/><Relationship Id="rIdT4ClickFrame22" Type="http://schemas.openxmlformats.org/officeDocument/2006/relationships/image" Target="../media/pam_r2_3d7cf5c28f6e3fdd_t4_click_3d7cf5c28f6e3fdd2fe0e95cb1ed0ac2bff37ac20b3fca4cfef96c76e4403fe1.png"/><Relationship Id="rIdT4ClickFrame23" Type="http://schemas.openxmlformats.org/officeDocument/2006/relationships/image" Target="../media/pam_r2_3c390432effbd7b6_t4_click_3c390432effbd7b602493d48fadc5659fe056b08e18dbeab6c1c09772e28204e.png"/><Relationship Id="rIdT4ClickFrame24" Type="http://schemas.openxmlformats.org/officeDocument/2006/relationships/image" Target="../media/pam_r2_0831959e14ed037f_t4_click_0831959e14ed037fb76fba4455fabdca5e115e94d4e9ecfdfcc02dd3216f950f.png"/><Relationship Id="rIdT4ClickFrame25" Type="http://schemas.openxmlformats.org/officeDocument/2006/relationships/image" Target="../media/pam_r2_4983a4aea587e3ed_t4_click_4983a4aea587e3ed5d7f6c8d1225955d46dd1dfd9c64e34c0dd32f70e1fbb167.png"/><Relationship Id="rIdT4ClickFrame26" Type="http://schemas.openxmlformats.org/officeDocument/2006/relationships/image" Target="../media/pam_r2_3b9fc607652f2df2_t4_click_3b9fc607652f2df2b1d9e7eee64da4b7ceff454b9fc50e2cd3c827efb9161d68.png"/><Relationship Id="rIdT4ClickFrame27" Type="http://schemas.openxmlformats.org/officeDocument/2006/relationships/image" Target="../media/pam_r2_e1ecc519d54b62ae_t4_click_e1ecc519d54b62aeed824039d6adc424a7dfc7738b85bdac1c7a29ae24ee6796.png"/><Relationship Id="rIdT4ClickFrame28" Type="http://schemas.openxmlformats.org/officeDocument/2006/relationships/image" Target="../media/pam_r2_b8da035883f5652d_t4_click_b8da035883f5652d4a803a6fff8a42e1dbb8f0e06917d26cffc4fcdea77f4ab8.png"/><Relationship Id="rIdT4ClickFrame29" Type="http://schemas.openxmlformats.org/officeDocument/2006/relationships/image" Target="../media/pam_r2_032e41be6f681258_t4_click_032e41be6f6812581fb42b71c2467fbd9a4841a38fd70ca795c10b05b8c298a1.png"/><Relationship Id="rIdT4ClickFrame30" Type="http://schemas.openxmlformats.org/officeDocument/2006/relationships/image" Target="../media/pam_r2_59e89493d6b230d1_t4_click_59e89493d6b230d12adae51f0fbbe5ca6411df002df6f280c3ae9acea28f1d03.png"/><Relationship Id="rIdT4ClickFrame31" Type="http://schemas.openxmlformats.org/officeDocument/2006/relationships/image" Target="../media/pam_r2_f00946b5f43f410d_t4_click_f00946b5f43f410d570e76b37169433ce721657444e89a01dbdbe0d2ac81ff45.png"/><Relationship Id="rIdT4ClickFrame32" Type="http://schemas.openxmlformats.org/officeDocument/2006/relationships/image" Target="../media/pam_r2_618df1e4679b71f7_t4_click_618df1e4679b71f751812f42c00f25a6af78fc98fc7e6488243e4cfa4a44ef39.png"/><Relationship Id="rIdT4ClickFrame33" Type="http://schemas.openxmlformats.org/officeDocument/2006/relationships/image" Target="../media/pam_r2_9c92f5fb8eb27e45_t4_click_9c92f5fb8eb27e4575c7e79fec05e6827999a5e301d34f0c1ad6640e3f52b117.png"/><Relationship Id="rIdT4ClickFrame34" Type="http://schemas.openxmlformats.org/officeDocument/2006/relationships/image" Target="../media/pam_r2_06fb2fbf8c6d7d37_t4_click_06fb2fbf8c6d7d3710598aeb5abf75eccec8d55f2f4de48afc1876fcbd34e1ee.png"/></Relationships>
</file>

<file path=ppt/slides/_rels/pam_process_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7c874fe97a946d9"/><Relationship Type="http://schemas.openxmlformats.org/officeDocument/2006/relationships/image" Target="../media/pam_r2_3705830b49fab764_image20.png" Id="Ra2a8109649ba47e0"/><Relationship Type="http://schemas.openxmlformats.org/officeDocument/2006/relationships/image" Target="../media/pam_r2_d151816b816b9f17_image21.png" Id="R5a410bc84b204ed8"/><Relationship Type="http://schemas.openxmlformats.org/officeDocument/2006/relationships/image" Target="../media/pam_r2_c46384de6d46d43a_image22.png" Id="R1c4bad5d55744415"/><Relationship Type="http://schemas.openxmlformats.org/officeDocument/2006/relationships/image" Target="../media/pam_r2_b39fcffd130b98c0_image6.png" Id="R7f78794cb7c84b78"/><Relationship Type="http://schemas.openxmlformats.org/officeDocument/2006/relationships/image" Target="../media/image72.png" Id="Ra35896d529b34a5f"/><Relationship Type="http://schemas.openxmlformats.org/officeDocument/2006/relationships/image" Target="../media/pam_r2_b39fcffd130b98c0_image6.png" Id="R831b52ae7eea4551"/><Relationship Type="http://schemas.openxmlformats.org/officeDocument/2006/relationships/image" Target="../media/pam_r2_1cac3b386e11f0e9_image7.png" Id="Rd976830090884cb1"/><Relationship Type="http://schemas.openxmlformats.org/officeDocument/2006/relationships/image" Target="../media/pam_r2_85c12f5c79c478a9_image25.png" Id="R7bd3cf32ed7f4021"/><Relationship Type="http://schemas.openxmlformats.org/officeDocument/2006/relationships/image" Target="../media/pam_r2_ffc59ed73b3ec883_image22.png" Id="R5e22d55cf59f4c0c"/><Relationship Type="http://schemas.openxmlformats.org/officeDocument/2006/relationships/image" Target="../media/pam_r2_6353e992177474c7_image25.png" Id="Re3f4fe4d7ae54db1"/><Relationship Type="http://schemas.openxmlformats.org/officeDocument/2006/relationships/notesSlide" Target="../notesSlides/pam_r2_b73a5af91ccd81e5_notesSlide3.xml" Id="R0d6eb849d7cf445b"/><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9b86c91de6e97403_t4_9b86c91de6e97403869dd358.svg"/><Relationship Id="rIdMathSvg6" Type="http://schemas.openxmlformats.org/officeDocument/2006/relationships/image" Target="../media/pam_r2_1428c2f8a8ab8804_t4_1428c2f8a8ab8804d9f6f295.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signal_zoom_r4_4.xml"/><Relationship Id="rIdNav6" Type="http://schemas.openxmlformats.org/officeDocument/2006/relationships/slide" Target="signal_zoom_r4_11.xml"/><Relationship Id="rIdT4ClickFrame1" Type="http://schemas.openxmlformats.org/officeDocument/2006/relationships/image" Target="../media/pam_r2_3705830b49fab764_image20.png"/><Relationship Id="rIdT4ClickFrame2" Type="http://schemas.openxmlformats.org/officeDocument/2006/relationships/image" Target="../media/pam_r2_6b81c8ffd11dc998_t4_click_6b81c8ffd11dc99835743e5dc198fb225bb08fdd8edbf436a27b5f3b25a835c5.png"/><Relationship Id="rIdT4ClickFrame3" Type="http://schemas.openxmlformats.org/officeDocument/2006/relationships/image" Target="../media/pam_r2_2b4f086e3b18ebd2_t4_click_2b4f086e3b18ebd2d66458fe1430d5bdb6e372ae6bd14d4accdb18f7232a5613.png"/><Relationship Id="rIdT4ClickFrame4" Type="http://schemas.openxmlformats.org/officeDocument/2006/relationships/image" Target="../media/pam_r2_09097bd177bf0323_t4_click_09097bd177bf03233037468c85523f946b7e3b47b6c2cc11701bd4f42b9c086c.png"/><Relationship Id="rIdT4ClickFrame5" Type="http://schemas.openxmlformats.org/officeDocument/2006/relationships/image" Target="../media/pam_r2_24c9479fac2b4fd8_t4_click_24c9479fac2b4fd85bc40a553bade01b2ad6b4a0a7760e762bd0ef27da5e6cd5.png"/><Relationship Id="rIdT4ClickFrame6" Type="http://schemas.openxmlformats.org/officeDocument/2006/relationships/image" Target="../media/pam_r2_a43d90ac15bb391c_t4_click_a43d90ac15bb391c7d3757511ce4984363bdbf2119bfca07f2fbf31562254780.png"/><Relationship Id="rIdT4ClickFrame7" Type="http://schemas.openxmlformats.org/officeDocument/2006/relationships/image" Target="../media/pam_r2_82666e3989d6d165_t4_click_82666e3989d6d165cdbde0109ad5075821123ec1503873a5265bafa4133525cc.png"/><Relationship Id="rIdT4ClickFrame8" Type="http://schemas.openxmlformats.org/officeDocument/2006/relationships/image" Target="../media/pam_r2_4f92225f811cb3ee_t4_click_4f92225f811cb3eedb93808f99cebf2b39554c24bdef26d481df8f2509454c37.png"/><Relationship Id="rIdT4ClickFrame9" Type="http://schemas.openxmlformats.org/officeDocument/2006/relationships/image" Target="../media/pam_r2_a40076f2878b9479_t4_click_a40076f2878b947904233f70552b60773f39799996b3f19861baec1617d95490.png"/><Relationship Id="rIdT4ClickFrame10" Type="http://schemas.openxmlformats.org/officeDocument/2006/relationships/image" Target="../media/pam_r2_56132612db5f22d1_t4_click_56132612db5f22d185a6d56410c9f50aa58fe7698618f594703d2317b3011855.png"/><Relationship Id="rIdT4ClickFrame11" Type="http://schemas.openxmlformats.org/officeDocument/2006/relationships/image" Target="../media/pam_r2_5edcc86a04d381d3_t4_click_5edcc86a04d381d3aa880460683b742d1298eeb743df3427535d91e4b9e5f103.png"/><Relationship Id="rIdT4ClickFrame12" Type="http://schemas.openxmlformats.org/officeDocument/2006/relationships/image" Target="../media/pam_r2_044770c59e3a4c9a_t4_click_044770c59e3a4c9a51b5cee0cac6dcb12c05320ca87f039ab1f7d42b84b31d91.png"/><Relationship Id="rIdT4ClickFrame13" Type="http://schemas.openxmlformats.org/officeDocument/2006/relationships/image" Target="../media/pam_r2_96e4847feee59441_t4_click_96e4847feee594412fe3d57db809624a9501c4c0e205cb6cddae81c1c759fda0.png"/><Relationship Id="rIdT4ClickFrame14" Type="http://schemas.openxmlformats.org/officeDocument/2006/relationships/image" Target="../media/pam_r2_9cbc06ea991ce830_t4_click_9cbc06ea991ce830a03604f65f6fac812093971fe591ed97bc7dde4106ea35e8.png"/><Relationship Id="rIdT4ClickFrame15" Type="http://schemas.openxmlformats.org/officeDocument/2006/relationships/image" Target="../media/pam_r2_4b8ca6b812519eeb_t4_click_4b8ca6b812519eeb79e96dc523ae00c39bc11fe350a148b1adebcd7c6f9cb950.png"/><Relationship Id="rIdT4ClickFrame16" Type="http://schemas.openxmlformats.org/officeDocument/2006/relationships/image" Target="../media/pam_r2_ea330f0b6cb8ddd4_t4_click_ea330f0b6cb8ddd4e00203752c77a0cebcaa161d98f79a6a5279a17ca6c1ff8d.png"/><Relationship Id="rIdT4ClickFrame17" Type="http://schemas.openxmlformats.org/officeDocument/2006/relationships/image" Target="../media/pam_r2_4c75663a9bb31795_t4_click_4c75663a9bb31795faebd07649b03d361200f9a76fc92e9b039ed901f32d4451.png"/><Relationship Id="rIdT4ClickFrame18" Type="http://schemas.openxmlformats.org/officeDocument/2006/relationships/image" Target="../media/pam_r2_beb08014606e7e9f_t4_click_beb08014606e7e9f395072291d1a427c16cc014535f4f7741c7bcda605f15263.png"/><Relationship Id="rIdT4ClickFrame19" Type="http://schemas.openxmlformats.org/officeDocument/2006/relationships/image" Target="../media/pam_r2_0f8fb43e33bffa78_t4_click_0f8fb43e33bffa787161558908ed17d823bdcda6739181dc1118d0632bb1980a.png"/><Relationship Id="rIdT4ClickFrame20" Type="http://schemas.openxmlformats.org/officeDocument/2006/relationships/image" Target="../media/pam_r2_9d3f3beefda855dd_t4_click_9d3f3beefda855dd5651cf90cb565f3dcce38e96328f27cc33478fbdc781dc91.png"/><Relationship Id="rIdT4ClickFrame21" Type="http://schemas.openxmlformats.org/officeDocument/2006/relationships/image" Target="../media/pam_r2_97e5a156e23599aa_t4_click_97e5a156e23599aafe470080d2db680503609aa2e17844ec4b1a8495e7432124.png"/><Relationship Id="rIdT4ClickFrame22" Type="http://schemas.openxmlformats.org/officeDocument/2006/relationships/image" Target="../media/pam_r2_767b1af135056953_t4_click_767b1af135056953aac97da601b48cc14e765b38fb6f7d1b2c2028b2c05e8a2b.png"/><Relationship Id="rIdT4ClickFrame23" Type="http://schemas.openxmlformats.org/officeDocument/2006/relationships/image" Target="../media/pam_r2_35a67dc2c8d3f9d2_t4_click_35a67dc2c8d3f9d2fb875b23cd40e904a0a05c0b6fcf4e59efb5693f08d110e7.png"/><Relationship Id="rIdT4ClickFrame24" Type="http://schemas.openxmlformats.org/officeDocument/2006/relationships/image" Target="../media/pam_r2_77eb450af1dd9364_t4_click_77eb450af1dd936440cf51cda0dab6eb4b9260dc6c6ce8e86d01bd8118442fd8.png"/><Relationship Id="rIdT4ClickFrame25" Type="http://schemas.openxmlformats.org/officeDocument/2006/relationships/image" Target="../media/pam_r2_720a82cfc3fbe66b_t4_click_720a82cfc3fbe66b21702dac89af0c6806d40158ff95133b00bcfa0a4a45a114.png"/><Relationship Id="rIdT4ClickFrame26" Type="http://schemas.openxmlformats.org/officeDocument/2006/relationships/image" Target="../media/pam_r2_d151816b816b9f17_image21.png"/><Relationship Id="rIdT4ClickFrame27" Type="http://schemas.openxmlformats.org/officeDocument/2006/relationships/image" Target="../media/pam_r2_d36260161379cebb_t4_click_d36260161379cebbfe95784a9ac56e67dedce588523f8392ae4f3c9a9063bfac.png"/><Relationship Id="rIdT4ClickFrame28" Type="http://schemas.openxmlformats.org/officeDocument/2006/relationships/image" Target="../media/pam_r2_0c8525fa4748df1d_t4_click_0c8525fa4748df1d15f4c300479a5826a97b229e5309be68fa69cb17a83dda12.png"/><Relationship Id="rIdT4ClickFrame29" Type="http://schemas.openxmlformats.org/officeDocument/2006/relationships/image" Target="../media/pam_r2_404444a3eceadc64_t4_click_404444a3eceadc647207f1529527634efed280935acdd6dca1b8bace44fe381c.png"/><Relationship Id="rIdT4ClickFrame30" Type="http://schemas.openxmlformats.org/officeDocument/2006/relationships/image" Target="../media/pam_r2_d5c379c575b9c585_t4_click_d5c379c575b9c585bc30a15c7019bd6ea629ddedaac0f8f378b0128e15829a1f.png"/><Relationship Id="rIdT4ClickFrame31" Type="http://schemas.openxmlformats.org/officeDocument/2006/relationships/image" Target="../media/pam_r2_6e7d636af685df83_t4_click_6e7d636af685df83bb25ab337b1ef0cddc0373e0ed6191dae6e898b52c21b7bc.png"/><Relationship Id="rIdT4ClickFrame32" Type="http://schemas.openxmlformats.org/officeDocument/2006/relationships/image" Target="../media/pam_r2_2ee01fca64163b43_t4_click_2ee01fca64163b43a6a8f6d9a5ae5efdf3a56c94fbf1597ee2a98b661f683777.png"/><Relationship Id="rIdT4ClickFrame33" Type="http://schemas.openxmlformats.org/officeDocument/2006/relationships/image" Target="../media/pam_r2_cd1a125af35161f2_t4_click_cd1a125af35161f27d35267363becaef90f16d31491fb38417564cb627465b20.png"/><Relationship Id="rIdT4ClickFrame34" Type="http://schemas.openxmlformats.org/officeDocument/2006/relationships/image" Target="../media/pam_r2_1c6dac5eae488d1c_t4_click_1c6dac5eae488d1cc7cbecf46c24f19953d6e5ad3b28082a707bacc31e063e4d.png"/><Relationship Id="rIdT4ClickFrame35" Type="http://schemas.openxmlformats.org/officeDocument/2006/relationships/image" Target="../media/pam_r2_2fdf5683f8c33963_t4_click_2fdf5683f8c33963e289961849c65e199ed6e59932ad87d8afdb7164f37d1f31.png"/><Relationship Id="rIdT4ClickFrame36" Type="http://schemas.openxmlformats.org/officeDocument/2006/relationships/image" Target="../media/pam_r2_73e265d3ab9acb6c_t4_click_73e265d3ab9acb6c3b8965bdc9918c58aad1fa2931f886d5f1eeeea6a5fb2d59.png"/><Relationship Id="rIdT4ClickFrame37" Type="http://schemas.openxmlformats.org/officeDocument/2006/relationships/image" Target="../media/pam_r2_f89ab77883b201d6_t4_click_f89ab77883b201d691bb14a62cb6ee46318499768208c07c8d6468b05529de17.png"/><Relationship Id="rIdT4ClickFrame38" Type="http://schemas.openxmlformats.org/officeDocument/2006/relationships/image" Target="../media/pam_r2_6c0fa475a2df1091_t4_click_6c0fa475a2df1091b8a6ba3791c36686f32e93a49048dfec540ac11bc8d4004f.png"/><Relationship Id="rIdT4ClickFrame39" Type="http://schemas.openxmlformats.org/officeDocument/2006/relationships/image" Target="../media/pam_r2_c0c91f1371cd3916_t4_click_c0c91f1371cd3916af04902052b4563cbff6312e039ec0e1fe8c6e5d0db157f3.png"/><Relationship Id="rIdT4ClickFrame40" Type="http://schemas.openxmlformats.org/officeDocument/2006/relationships/image" Target="../media/pam_r2_b722123c4bcf013c_t4_click_b722123c4bcf013c5fe5195f3e94f49740a1df8d3e433768be914480079e3a9d.png"/><Relationship Id="rIdT4ClickFrame41" Type="http://schemas.openxmlformats.org/officeDocument/2006/relationships/image" Target="../media/pam_r2_d209b4ebd0eab5ed_t4_click_d209b4ebd0eab5ed89f97d57a2d799c5839cce06e07a1cd53309d7ae93a0926e.png"/><Relationship Id="rIdT4ClickFrame42" Type="http://schemas.openxmlformats.org/officeDocument/2006/relationships/image" Target="../media/pam_r2_e25f6a9e8a9c3633_t4_click_e25f6a9e8a9c3633031f812d3d0eeb3b727a435bf5bd3c01bc2c69002249c16b.png"/><Relationship Id="rIdT4ClickFrame43" Type="http://schemas.openxmlformats.org/officeDocument/2006/relationships/image" Target="../media/pam_r2_7adf6a9fdcb46772_t4_click_7adf6a9fdcb467728a7a29c7d781653159f12f8a4658723beb0d92ba9c0adac2.png"/><Relationship Id="rIdT4ClickFrame44" Type="http://schemas.openxmlformats.org/officeDocument/2006/relationships/image" Target="../media/pam_r2_3ed00d91db4d17ba_t4_click_3ed00d91db4d17bae5e02bbc84122af53a0482c47d206cd4bbae17f4ec1f91d6.png"/><Relationship Id="rIdT4ClickFrame45" Type="http://schemas.openxmlformats.org/officeDocument/2006/relationships/image" Target="../media/pam_r2_a18e79f89dab8ae3_t4_click_a18e79f89dab8ae3a568f7dd2b6f2ae880c6c3c900baf6fec716b5dee71cb456.png"/><Relationship Id="rIdT4ClickFrame46" Type="http://schemas.openxmlformats.org/officeDocument/2006/relationships/image" Target="../media/pam_r2_b2af71541a32aab2_t4_click_b2af71541a32aab283cd0ce3e3456116705282f0123590fd91d9d466bd72831e.png"/><Relationship Id="rIdT4ClickFrame47" Type="http://schemas.openxmlformats.org/officeDocument/2006/relationships/image" Target="../media/pam_r2_8c1af4972c7446d9_t4_click_8c1af4972c7446d905a6707cb9e01b44d4cf19131edd97bb2aacd8407fa706f5.png"/><Relationship Id="rIdT4ClickFrame48" Type="http://schemas.openxmlformats.org/officeDocument/2006/relationships/image" Target="../media/pam_r2_6d229556e7884cb9_t4_click_6d229556e7884cb9f6e01adb04f80e18de682368c69c9b804d06557dd701d920.png"/><Relationship Id="rIdT4ClickFrame49" Type="http://schemas.openxmlformats.org/officeDocument/2006/relationships/image" Target="../media/pam_r2_fb44b5e8795fc00e_t4_click_fb44b5e8795fc00e3bce5fd67bed553f3a789d1ea1344f86c67151dcb2e5b3a7.png"/><Relationship Id="rIdT4ClickFrame50" Type="http://schemas.openxmlformats.org/officeDocument/2006/relationships/image" Target="../media/pam_r2_cdfa099aa90a68ac_t4_click_cdfa099aa90a68ac4896eed547f5d334dc9c33464efa8c30502dd9539b9d1870.png"/><Relationship Id="rIdT4ClickFrame51" Type="http://schemas.openxmlformats.org/officeDocument/2006/relationships/image" Target="../media/pam_r2_c46384de6d46d43a_image22.png"/><Relationship Id="rIdT4ClickFrame52" Type="http://schemas.openxmlformats.org/officeDocument/2006/relationships/image" Target="../media/pam_r2_4d54b4139e389078_t4_click_4d54b4139e389078c7f851f25d11399234ff3399ecf6fbf638554ad4e211e995.png"/><Relationship Id="rIdT4ClickFrame53" Type="http://schemas.openxmlformats.org/officeDocument/2006/relationships/image" Target="../media/pam_r2_cc22ec128a29177a_t4_click_cc22ec128a29177a1fe9bec2f4d5d1f1f1fe348aa6e56fc151a3eb2fa95c441f.png"/><Relationship Id="rIdT4ClickFrame54" Type="http://schemas.openxmlformats.org/officeDocument/2006/relationships/image" Target="../media/pam_r2_3aa8aceaddb63280_t4_click_3aa8aceaddb632807b962d7d0ffb6d56ebf9effa73406f2b837702612d95506a.png"/><Relationship Id="rIdT4ClickFrame55" Type="http://schemas.openxmlformats.org/officeDocument/2006/relationships/image" Target="../media/pam_r2_3b61f210893b1813_t4_click_3b61f210893b18139aa9e78f89fe9a94813b09716dcc83ffa6f6225fdad3e569.png"/><Relationship Id="rIdT4ClickFrame56" Type="http://schemas.openxmlformats.org/officeDocument/2006/relationships/image" Target="../media/pam_r2_917640130dd1a273_t4_click_917640130dd1a273794cd4348ed22eda9e57311d6778b44d7c024deed03e1277.png"/><Relationship Id="rIdT4ClickFrame57" Type="http://schemas.openxmlformats.org/officeDocument/2006/relationships/image" Target="../media/pam_r2_276b36b997a2cbc5_t4_click_276b36b997a2cbc5ebf0d8baacaf76650fac0de12e27f40cac0e04997dffb86d.png"/><Relationship Id="rIdT4ClickFrame58" Type="http://schemas.openxmlformats.org/officeDocument/2006/relationships/image" Target="../media/pam_r2_b3308079d9f9f4bf_t4_click_b3308079d9f9f4bff11aa24927b2a0b432a8fb6d011853a9ade2686358b11727.png"/><Relationship Id="rIdT4ClickFrame59" Type="http://schemas.openxmlformats.org/officeDocument/2006/relationships/image" Target="../media/pam_r2_bdd7418814c0624a_t4_click_bdd7418814c0624a8c7844d0d0750360f794756d9fc6d3158ee04354e39b6b0f.png"/><Relationship Id="rIdT4ClickFrame60" Type="http://schemas.openxmlformats.org/officeDocument/2006/relationships/image" Target="../media/pam_r2_ed8fc5da9984718b_t4_click_ed8fc5da9984718b20159210a95545971487060179c768cca8760f8ddc7481b3.png"/><Relationship Id="rIdT4ClickFrame61" Type="http://schemas.openxmlformats.org/officeDocument/2006/relationships/image" Target="../media/pam_r2_8bd45348afc83b79_t4_click_8bd45348afc83b7918c295ecbdc0a6c4b54808178c94ecc4b637c73801ac4880.png"/><Relationship Id="rIdT4ClickFrame62" Type="http://schemas.openxmlformats.org/officeDocument/2006/relationships/image" Target="../media/pam_r2_e981846c93fd0780_t4_click_e981846c93fd07806e764bc33831d79fd8a3340442f8030e1e9405b329558330.png"/><Relationship Id="rIdT4ClickFrame63" Type="http://schemas.openxmlformats.org/officeDocument/2006/relationships/image" Target="../media/pam_r2_d4e3ec1315c3f446_t4_click_d4e3ec1315c3f446ece599eaf0e09549870f98170b07a5660696c0fa1832f33f.png"/><Relationship Id="rIdT4ClickFrame64" Type="http://schemas.openxmlformats.org/officeDocument/2006/relationships/image" Target="../media/pam_r2_01bdbf4cc8306fbc_t4_click_01bdbf4cc8306fbca3347ced9bc62c5321b683c7d6cfe0dd1afd86f4e4b6c801.png"/><Relationship Id="rIdT4ClickFrame65" Type="http://schemas.openxmlformats.org/officeDocument/2006/relationships/image" Target="../media/pam_r2_3d1e63e8d857d387_t4_click_3d1e63e8d857d387a983789f6278f07353969d0561469ea80c00dfaa2c8362df.png"/><Relationship Id="rIdT4ClickFrame66" Type="http://schemas.openxmlformats.org/officeDocument/2006/relationships/image" Target="../media/pam_r2_461b028335e678a3_t4_click_461b028335e678a3cbc0fedec4973ded6a1174892acfc7558a6286e57cbf7443.png"/><Relationship Id="rIdT4ClickFrame67" Type="http://schemas.openxmlformats.org/officeDocument/2006/relationships/image" Target="../media/pam_r2_5fcf61a58f0b4732_t4_click_5fcf61a58f0b4732da98a5e3b254456990fd9235da7c3ed09850c83af0c0411f.png"/><Relationship Id="rIdT4ClickFrame68" Type="http://schemas.openxmlformats.org/officeDocument/2006/relationships/image" Target="../media/pam_r2_1b57115a867c64ef_t4_click_1b57115a867c64efddc8f78a19bb504675081472cb6b8544b64b45fa024dda16.png"/><Relationship Id="rIdT4ClickFrame69" Type="http://schemas.openxmlformats.org/officeDocument/2006/relationships/image" Target="../media/pam_r2_5cc48eb352f66d33_t4_click_5cc48eb352f66d331b87680ed564fcdca429ec80dd64c34d0655d60dcb240391.png"/><Relationship Id="rIdT4ClickFrame70" Type="http://schemas.openxmlformats.org/officeDocument/2006/relationships/image" Target="../media/pam_r2_de33d51cc89df040_t4_click_de33d51cc89df04032a2db4733bc0cca135ecb7b6516bbfc1a887bff3588ae7d.png"/><Relationship Id="rIdT4ClickFrame71" Type="http://schemas.openxmlformats.org/officeDocument/2006/relationships/image" Target="../media/pam_r2_3db409aed5989464_t4_click_3db409aed5989464a538a4f9af302beea9ac9d30304f9aa7b51e0c06eab5f3b6.png"/><Relationship Id="rIdT4ClickFrame72" Type="http://schemas.openxmlformats.org/officeDocument/2006/relationships/image" Target="../media/pam_r2_c7131974ab44d7d7_t4_click_c7131974ab44d7d7bf77c9c229ce297cb727c868e861eb488f125a0de18b298e.png"/><Relationship Id="rIdT4ClickFrame73" Type="http://schemas.openxmlformats.org/officeDocument/2006/relationships/image" Target="../media/pam_r2_267e27c74dadb886_t4_click_267e27c74dadb886d79192b0a65c24e2938ef3d8f6479cf8ba243e2a8e6ca1c8.png"/><Relationship Id="rIdT4ClickFrame74" Type="http://schemas.openxmlformats.org/officeDocument/2006/relationships/image" Target="../media/pam_r2_9811f51a9e2a976d_t4_click_9811f51a9e2a976d36a0d39dd611e1605c5c5d909745caba8ce409436c18075b.png"/><Relationship Id="rIdT4ClickFrame75" Type="http://schemas.openxmlformats.org/officeDocument/2006/relationships/image" Target="../media/pam_r2_f8e5725541bee05a_image101.png"/></Relationships>
</file>

<file path=ppt/slides/_rels/pam_process_1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bf17548b3614217"/><Relationship Type="http://schemas.openxmlformats.org/officeDocument/2006/relationships/image" Target="../media/pam_r2_4c38aac375017626_image148.png" Id="Rd6d08f98c4954314"/><Relationship Type="http://schemas.openxmlformats.org/officeDocument/2006/relationships/image" Target="../media/pam_r2_513a1ef9f4e55656_image149.png" Id="R1254437bd4294561"/><Relationship Type="http://schemas.openxmlformats.org/officeDocument/2006/relationships/image" Target="../media/pam_r2_b39fcffd130b98c0_image6.png" Id="R33e492a4b0864bb7"/><Relationship Type="http://schemas.openxmlformats.org/officeDocument/2006/relationships/image" Target="../media/image72.png" Id="R0b88aa7e4e724824"/><Relationship Type="http://schemas.openxmlformats.org/officeDocument/2006/relationships/image" Target="../media/image71.png" Id="Re7708329da794d80"/><Relationship Type="http://schemas.openxmlformats.org/officeDocument/2006/relationships/image" Target="../media/pam_r2_1cac3b386e11f0e9_image7.png" Id="R78a3928c4ba8472d"/><Relationship Type="http://schemas.openxmlformats.org/officeDocument/2006/relationships/image" Target="../media/pam_r2_03c1f69c4fd799c6_image8.png" Id="Rca6faca73cbe4aab"/><Relationship Type="http://schemas.openxmlformats.org/officeDocument/2006/relationships/image" Target="../media/pam_r2_394767b15a908b31_image155.png" Id="Re6945902cea244f6"/><Relationship Type="http://schemas.openxmlformats.org/officeDocument/2006/relationships/image" Target="../media/pam_r2_7bfe0d55167afeba_image156.png" Id="R025bc110eaca4b25"/><Relationship Type="http://schemas.openxmlformats.org/officeDocument/2006/relationships/notesSlide" Target="../notesSlides/pam_r2_7df4f7cf7376851a_notesSlide16.xml" Id="Rab6f8dd31f044c2d"/><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235f65b617af0c92_t4_235f65b617af0c924d0ea316.svg"/><Relationship Id="rIdMathSvg3" Type="http://schemas.openxmlformats.org/officeDocument/2006/relationships/image" Target="../media/pam_r2_2cf38e6aa9ffc28a_t4_2cf38e6aa9ffc28a913a1c9e.svg"/><Relationship Id="rIdMathSvg4" Type="http://schemas.openxmlformats.org/officeDocument/2006/relationships/image" Target="../media/pam_r2_85a3ad982d2ccfca_t4_85a3ad982d2ccfca1d625c6a.svg"/><Relationship Id="rIdMathSvg5" Type="http://schemas.openxmlformats.org/officeDocument/2006/relationships/image" Target="../media/pam_r2_8842289466575e42_t4_8842289466575e428d888db1.svg"/><Relationship Id="rIdMathSvg6" Type="http://schemas.openxmlformats.org/officeDocument/2006/relationships/image" Target="../media/pam_r2_753a228c3a59b5fc_t4_753a228c3a59b5fc75aba9a9.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signal_zoom_r4_17.xml"/><Relationship Id="rIdNav6" Type="http://schemas.openxmlformats.org/officeDocument/2006/relationships/slide" Target="signal_zoom_r4_20.xml"/><Relationship Id="rIdT4ClickFrame1" Type="http://schemas.openxmlformats.org/officeDocument/2006/relationships/image" Target="../media/pam_r2_4c38aac375017626_image148.png"/><Relationship Id="rIdT4ClickFrame2" Type="http://schemas.openxmlformats.org/officeDocument/2006/relationships/image" Target="../media/pam_r2_c42540ba2f965567_t4_click_c42540ba2f9655677acaaec409cd4c83536b74b6e970d36335df33196f6c1054.png"/><Relationship Id="rIdT4ClickFrame3" Type="http://schemas.openxmlformats.org/officeDocument/2006/relationships/image" Target="../media/pam_r2_c47b98e0865aacf6_t4_click_c47b98e0865aacf6d29c9a896f35d2e2ac7015584a8f890c8b1ea877a81d914e.png"/><Relationship Id="rIdT4ClickFrame4" Type="http://schemas.openxmlformats.org/officeDocument/2006/relationships/image" Target="../media/pam_r2_1f842bb37188743a_t4_click_1f842bb37188743a25801b82bf30a1d16c9f09e63e94ccdee74ca393ac5cd6dc.png"/><Relationship Id="rIdT4ClickFrame5" Type="http://schemas.openxmlformats.org/officeDocument/2006/relationships/image" Target="../media/pam_r2_58976d194c016dca_t4_click_58976d194c016dca1294f2d1c52b5762b06c1dd40753b93e63424f6cb6754736.png"/><Relationship Id="rIdT4ClickFrame6" Type="http://schemas.openxmlformats.org/officeDocument/2006/relationships/image" Target="../media/pam_r2_a7d27d3b2085f4c2_t4_click_a7d27d3b2085f4c292c1dfc917abbb563d502be8b90821aa912852a4a9d986e5.png"/><Relationship Id="rIdT4ClickFrame7" Type="http://schemas.openxmlformats.org/officeDocument/2006/relationships/image" Target="../media/pam_r2_d578398d0443d64b_t4_click_d578398d0443d64bac77a8ca601b7b250b439cb45f03efa9628d33f3d140c803.png"/><Relationship Id="rIdT4ClickFrame8" Type="http://schemas.openxmlformats.org/officeDocument/2006/relationships/image" Target="../media/pam_r2_282e39394ee894a7_t4_click_282e39394ee894a734d9bbb0e0b5c8054062f51f94bd3f560455e2e6512d8309.png"/><Relationship Id="rIdT4ClickFrame9" Type="http://schemas.openxmlformats.org/officeDocument/2006/relationships/image" Target="../media/pam_r2_b1a97f4d239ae730_t4_click_b1a97f4d239ae730a36be79b33c20eafe7dd2458a5e896f8709a05126b631fc6.png"/><Relationship Id="rIdT4ClickFrame10" Type="http://schemas.openxmlformats.org/officeDocument/2006/relationships/image" Target="../media/pam_r2_aa12f6d84f411495_t4_click_aa12f6d84f411495b71b7534fdcbb35ef2fd25d4a1efd7b8521285305ff42b21.png"/><Relationship Id="rIdT4ClickFrame11" Type="http://schemas.openxmlformats.org/officeDocument/2006/relationships/image" Target="../media/pam_r2_6cac8a95b1558674_t4_click_6cac8a95b15586744e815d9aae21e6922d8315873996e7d90ab7aa7a8e7e00e0.png"/><Relationship Id="rIdT4ClickFrame12" Type="http://schemas.openxmlformats.org/officeDocument/2006/relationships/image" Target="../media/pam_r2_cacff4c0bfb17c6a_t4_click_cacff4c0bfb17c6a9adf13787c2ef75b60cf3c135d885aac73290a82a43f940f.png"/><Relationship Id="rIdT4ClickFrame13" Type="http://schemas.openxmlformats.org/officeDocument/2006/relationships/image" Target="../media/pam_r2_0f049ec1e9a337ac_t4_click_0f049ec1e9a337aceb301ec5536c6dc20a8aa4a89962565e5b93824763496c4b.png"/><Relationship Id="rIdT4ClickFrame14" Type="http://schemas.openxmlformats.org/officeDocument/2006/relationships/image" Target="../media/pam_r2_0e6879a2af43a9f0_t4_click_0e6879a2af43a9f02b21b7fe5c12c3756b6680980a0db564c922d20f5d7354a1.png"/><Relationship Id="rIdT4ClickFrame15" Type="http://schemas.openxmlformats.org/officeDocument/2006/relationships/image" Target="../media/pam_r2_bbe43d195d931347_t4_click_bbe43d195d931347b1847feba959378fe4a14baf6e4de903cd4092a5a595a01c.png"/><Relationship Id="rIdT4ClickFrame16" Type="http://schemas.openxmlformats.org/officeDocument/2006/relationships/image" Target="../media/pam_r2_2c0b686549af420c_t4_click_2c0b686549af420cb9178588cd40e6ce0219bae4f5e914972a37e4e52bf07bb3.png"/><Relationship Id="rIdT4ClickFrame17" Type="http://schemas.openxmlformats.org/officeDocument/2006/relationships/image" Target="../media/pam_r2_86c87141f9103299_t4_click_86c87141f9103299a40f52be5c03a74cbe8c7021103b0c6ea98404805393c798.png"/><Relationship Id="rIdT4ClickFrame18" Type="http://schemas.openxmlformats.org/officeDocument/2006/relationships/image" Target="../media/pam_r2_6a2d65a21f970f48_t4_click_6a2d65a21f970f489dc73868b0343a43b511cb6606a5bb7b8a4debdd5ca14690.png"/><Relationship Id="rIdT4ClickFrame19" Type="http://schemas.openxmlformats.org/officeDocument/2006/relationships/image" Target="../media/pam_r2_e79c8edffee562d3_t4_click_e79c8edffee562d329938ac25e5e63840d4ad3288ffc55baa7a15fed062ca82b.png"/><Relationship Id="rIdT4ClickFrame20" Type="http://schemas.openxmlformats.org/officeDocument/2006/relationships/image" Target="../media/pam_r2_6e0a4827a57b07c9_t4_click_6e0a4827a57b07c9151152e845fb8de67647527fe682dfb6821ce192ef94da26.png"/><Relationship Id="rIdT4ClickFrame21" Type="http://schemas.openxmlformats.org/officeDocument/2006/relationships/image" Target="../media/pam_r2_299cbf7008a0e470_t4_click_299cbf7008a0e47066d187c822c3a8bb2e8d8beb3f5f2985736a3dfadbf97772.png"/><Relationship Id="rIdT4ClickFrame22" Type="http://schemas.openxmlformats.org/officeDocument/2006/relationships/image" Target="../media/pam_r2_da9e495ff067755a_t4_click_da9e495ff067755a4da9a76020eecc34f7562e0af461c37f26ff4c1386d8b8b8.png"/><Relationship Id="rIdT4ClickFrame23" Type="http://schemas.openxmlformats.org/officeDocument/2006/relationships/image" Target="../media/pam_r2_3fb50d1886ebdc32_t4_click_3fb50d1886ebdc32aa43a458c7fd92cee0705dd729ed331c8377dd8ca9d65472.png"/><Relationship Id="rIdT4ClickFrame24" Type="http://schemas.openxmlformats.org/officeDocument/2006/relationships/image" Target="../media/pam_r2_fba61bc1fba238ef_t4_click_fba61bc1fba238ef558cb7183cfcf8cca942d72014f1cb17d123e62e6a2d2abc.png"/><Relationship Id="rIdT4ClickFrame25" Type="http://schemas.openxmlformats.org/officeDocument/2006/relationships/image" Target="../media/pam_r2_52e1e058a2c6d5a1_t4_click_52e1e058a2c6d5a157b156768ccb586a19fa83b7c93307c8e98bae09067ce237.png"/><Relationship Id="rIdT4ClickFrame26" Type="http://schemas.openxmlformats.org/officeDocument/2006/relationships/image" Target="../media/pam_r2_30847aec1ef524fc_t4_click_30847aec1ef524fcfb4d44d971a7799582b31539ae880d84a2026d59da946a9a.png"/><Relationship Id="rIdT4ClickFrame27" Type="http://schemas.openxmlformats.org/officeDocument/2006/relationships/image" Target="../media/pam_r2_03dd120a334c03d9_t4_click_03dd120a334c03d958dad862acfa3598ef3d0bb3fa9bf690fc8ed69b6fde65e7.png"/><Relationship Id="rIdT4ClickFrame28" Type="http://schemas.openxmlformats.org/officeDocument/2006/relationships/image" Target="../media/pam_r2_62a0b26937a3e142_t4_click_62a0b26937a3e142bf1ea319d8e570f078b9626ccdae08f28592d6ae92ec8079.png"/><Relationship Id="rIdT4ClickFrame29" Type="http://schemas.openxmlformats.org/officeDocument/2006/relationships/image" Target="../media/pam_r2_513a1ef9f4e55656_image149.png"/><Relationship Id="rIdT4ClickFrame30" Type="http://schemas.openxmlformats.org/officeDocument/2006/relationships/image" Target="../media/pam_r2_513a1ef9f4e55656_image149.png"/><Relationship Id="rIdT4ClickFrame31" Type="http://schemas.openxmlformats.org/officeDocument/2006/relationships/image" Target="../media/light_sinc_r13_92cc3a51c0cbadd5c5183f9f61b74dd4f393c817b522ae3c147a7cb30da09d8a.png"/><Relationship Id="rIdT4ClickFrame32" Type="http://schemas.openxmlformats.org/officeDocument/2006/relationships/image" Target="../media/light_sinc_r13_e9ec861730f25cddd0065da253290e5a431782c9989347e4e970ed2a7ac41a5a.png"/><Relationship Id="rIdT4ClickFrame33" Type="http://schemas.openxmlformats.org/officeDocument/2006/relationships/image" Target="../media/light_sinc_r13_f7c6faf7421cc8f1884329490372928a98ba0f26b924a28fb59a51427e1100df.png"/><Relationship Id="rIdT4ClickFrame34" Type="http://schemas.openxmlformats.org/officeDocument/2006/relationships/image" Target="../media/light_sinc_r13_38f96c13ddf76bd3e9900cf4a4418ea721d74ae6a46d12f44acc2b77bcd82c90.png"/><Relationship Id="rIdT4ClickFrame35" Type="http://schemas.openxmlformats.org/officeDocument/2006/relationships/image" Target="../media/light_sinc_r13_2dfa7461391f75ce7ed716fd6d13a1c417cd9f4f0ebf708f8da53164a1614cb8.png"/><Relationship Id="rIdT4ClickFrame36" Type="http://schemas.openxmlformats.org/officeDocument/2006/relationships/image" Target="../media/light_sinc_r13_a5e73c167a5284cdce0f13510503eb6f097d01d95bb1a36e4fa5b4b4e493d6aa.png"/><Relationship Id="rIdT4ClickFrame37" Type="http://schemas.openxmlformats.org/officeDocument/2006/relationships/image" Target="../media/light_sinc_r13_52f28ac6b7d1f1f41cb0a8805be67c0cb82dcaa9f096ff08f3c60da7949d534c.png"/><Relationship Id="rIdT4ClickFrame38" Type="http://schemas.openxmlformats.org/officeDocument/2006/relationships/image" Target="../media/light_sinc_r13_0d7ea12fd3f13c882555f21468b9577089c844a6363f2b10671a435d49b86767.png"/><Relationship Id="rIdT4ClickFrame39" Type="http://schemas.openxmlformats.org/officeDocument/2006/relationships/image" Target="../media/light_sinc_r13_40d3d0097a253bd173bd76c839371f25e7df4254b6be6ba36a2ccc9b6a219b55.png"/><Relationship Id="rIdT4ClickFrame40" Type="http://schemas.openxmlformats.org/officeDocument/2006/relationships/image" Target="../media/light_sinc_r13_835fb8e9d138b821aa611809d867c409b783cf9be59d88d0c4b275cf6da097a0.png"/><Relationship Id="rIdT4ClickFrame41" Type="http://schemas.openxmlformats.org/officeDocument/2006/relationships/image" Target="../media/light_sinc_r13_8c80cb3607950ad83715d0cc75a97e36d9ca3dd3c09b46aaced345c67850f252.png"/><Relationship Id="rIdT4ClickFrame42" Type="http://schemas.openxmlformats.org/officeDocument/2006/relationships/image" Target="../media/light_sinc_r13_1e3c4a9d1da6fd2e0e0ff0ac80e2c21d32230b4fa1c83c3bb05b63b880608e8b.png"/><Relationship Id="rIdT4ClickFrame43" Type="http://schemas.openxmlformats.org/officeDocument/2006/relationships/image" Target="../media/light_sinc_r13_45e1e5913c65c3aebf18753195924cd5630bef9ca30ddfaf28d467cfbaee3e8b.png"/><Relationship Id="rIdT4ClickFrame44" Type="http://schemas.openxmlformats.org/officeDocument/2006/relationships/image" Target="../media/light_sinc_r13_beea36c034f43420c2a669557568a190011f69d35908c2bed2f4ce265564ad6e.png"/><Relationship Id="rIdT4ClickFrame45" Type="http://schemas.openxmlformats.org/officeDocument/2006/relationships/image" Target="../media/light_sinc_r13_fe48e76561a6f3cc96c8beda7d8cd7212575476526b77096598d94f669a702d9.png"/><Relationship Id="rIdT4ClickFrame46" Type="http://schemas.openxmlformats.org/officeDocument/2006/relationships/image" Target="../media/light_sinc_r13_d7ca26ac6b7f69d72487d923927a201f68e7885ddeeb75d9b3e82e1151ba19d0.png"/><Relationship Id="rIdT4ClickFrame47" Type="http://schemas.openxmlformats.org/officeDocument/2006/relationships/image" Target="../media/light_sinc_r13_d7d24c66ace16949685cf260ce4ab84ddf3e6c75df9eea35fc09392f911927f4.png"/><Relationship Id="rIdT4ClickFrame48" Type="http://schemas.openxmlformats.org/officeDocument/2006/relationships/image" Target="../media/light_sinc_r13_a40eebac566fd7a7e93c2388dd2133753ca7a713ebf396445368e216d38bd110.png"/><Relationship Id="rIdT4ClickFrame49" Type="http://schemas.openxmlformats.org/officeDocument/2006/relationships/image" Target="../media/light_sinc_r13_ec5c08d56d6e91cf5a033289be721e1968e8203163f364804a7e2b6447f785f0.png"/><Relationship Id="rIdT4ClickFrame50" Type="http://schemas.openxmlformats.org/officeDocument/2006/relationships/image" Target="../media/light_sinc_r13_08e51f1e877c06029d2a6ac1a00ae86b400694fc60ed470dc16621f615d6c548.png"/><Relationship Id="rIdT4ClickFrame51" Type="http://schemas.openxmlformats.org/officeDocument/2006/relationships/image" Target="../media/light_sinc_r13_e0afe9ac7ddbed4b124a7d642df8865bb574c55f9f885e4e17186b2d39ce189e.png"/><Relationship Id="rIdT4ClickFrame52" Type="http://schemas.openxmlformats.org/officeDocument/2006/relationships/image" Target="../media/light_sinc_r13_335f2bd1a7b5bc700c8cc03230f2118e467d799a4f7f212b2b07f3c1c729e5b1.png"/><Relationship Id="rIdT4ClickFrame53" Type="http://schemas.openxmlformats.org/officeDocument/2006/relationships/image" Target="../media/light_sinc_r13_aa794cccbe206adb61765c252f37fa909694ef9c17fbce268f6ef39e36985d63.png"/><Relationship Id="rIdT4ClickFrame54" Type="http://schemas.openxmlformats.org/officeDocument/2006/relationships/image" Target="../media/light_sinc_r13_c0c412e72c5f3fc9fbf3dd2b370790cf5857338b2d1502addf34fcf0c98c0786.png"/><Relationship Id="rIdT4ClickFrame55" Type="http://schemas.openxmlformats.org/officeDocument/2006/relationships/image" Target="../media/light_sinc_r13_c9ec31bf77579765935848cd798d09823b1fae8bfeac519e8ac25dd82d46885c.png"/><Relationship Id="rIdT4ClickFrame56" Type="http://schemas.openxmlformats.org/officeDocument/2006/relationships/image" Target="../media/light_sinc_r13_fc83b71249fc36ba154fc63120b99000be79d8a0e959175af57801f6825bf0e3.png"/><Relationship Id="rIdT4ClickFrame57" Type="http://schemas.openxmlformats.org/officeDocument/2006/relationships/image" Target="../media/light_sinc_r13_989ec429881207f0bef1534e5e998a7f33fba71eafa02d677bbf8ae7e155a321.png"/><Relationship Id="rIdT4ClickFrame58" Type="http://schemas.openxmlformats.org/officeDocument/2006/relationships/image" Target="../media/light_sinc_r13_8b1e05737e568b562d037259171c56b17cca818e9393f449473325cf538ad084.png"/></Relationships>
</file>

<file path=ppt/slides/_rels/pam_r2_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e70cd3232d0046bf"/><Relationship Type="http://schemas.openxmlformats.org/officeDocument/2006/relationships/image" Target="../media/pam_r2_a8a67e9c3409aeee_image30.png" Id="R033449aa83804878"/><Relationship Type="http://schemas.openxmlformats.org/officeDocument/2006/relationships/image" Target="../media/pam_r2_b39fcffd130b98c0_image6.png" Id="Re81f1763af1649d7"/><Relationship Type="http://schemas.openxmlformats.org/officeDocument/2006/relationships/image" Target="../media/image72.png" Id="R5f4d2d06b2cc4016"/><Relationship Type="http://schemas.openxmlformats.org/officeDocument/2006/relationships/image" Target="../media/pam_r2_b39fcffd130b98c0_image6.png" Id="R6a573b1371d743fe"/><Relationship Type="http://schemas.openxmlformats.org/officeDocument/2006/relationships/image" Target="../media/pam_r2_1cac3b386e11f0e9_image7.png" Id="Rb7100f1a46024927"/><Relationship Type="http://schemas.openxmlformats.org/officeDocument/2006/relationships/image" Target="../media/pam_r2_85c12f5c79c478a9_image25.png" Id="R87d2f5bfbe354542"/><Relationship Type="http://schemas.openxmlformats.org/officeDocument/2006/relationships/image" Target="../media/pam_r2_02217776c1920ea6_image110.png" Id="R660015e606e64caa"/><Relationship Type="http://schemas.openxmlformats.org/officeDocument/2006/relationships/image" Target="../media/pam_r2_0677df3a48cfc011_image38.png" Id="R38f110e47ee14f7a"/><Relationship Type="http://schemas.openxmlformats.org/officeDocument/2006/relationships/image" Target="../media/t4_prefix_21c719580f8e_t4_prefix_a2f7aa9f0e46_image17.png" Id="Rc157614e1a6b4af0"/><Relationship Type="http://schemas.openxmlformats.org/officeDocument/2006/relationships/image" Target="../media/pam_process_973bf90fdf73c588_image62.png" Id="R26b9459467b34cd4"/><Relationship Type="http://schemas.openxmlformats.org/officeDocument/2006/relationships/notesSlide" Target="../notesSlides/pam_r2_49987dbdb6bb1e10_notesSlide12.xml" Id="R264937836cdd4e3c"/><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5a9b975a6b7f3c36_t4_5a9b975a6b7f3c361587ac38.svg"/><Relationship Id="rIdMathSvg6" Type="http://schemas.openxmlformats.org/officeDocument/2006/relationships/image" Target="../media/pam_r2_c0c999c9eebe0344_t4_c0c999c9eebe034476c6f544.svg"/><Relationship Id="rIdMathSvg7" Type="http://schemas.openxmlformats.org/officeDocument/2006/relationships/image" Target="../media/pam_r2_6fb7f4e5d6d6afa8_t4_6fb7f4e5d6d6afa8a3468e57.svg"/><Relationship Id="rIdMathSvg8" Type="http://schemas.openxmlformats.org/officeDocument/2006/relationships/image" Target="../media/pam_r2_fe0641c53f469011_t4_fe0641c53f469011b7588e66.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signal_zoom_r4_14.xml"/><Relationship Id="rIdNav6" Type="http://schemas.openxmlformats.org/officeDocument/2006/relationships/slide" Target="pam_process_5.xml"/><Relationship Id="rIdT4ClickFrame1" Type="http://schemas.openxmlformats.org/officeDocument/2006/relationships/image" Target="../media/pam_r2_a8a67e9c3409aeee_image30.png"/><Relationship Id="rIdT4ClickFrame2" Type="http://schemas.openxmlformats.org/officeDocument/2006/relationships/image" Target="../media/pam_r2_585305716919e849_t4_click_585305716919e8492680f93af44bba0d5e12160e297ac0f90f74ab225417c779.png"/><Relationship Id="rIdT4ClickFrame3" Type="http://schemas.openxmlformats.org/officeDocument/2006/relationships/image" Target="../media/pam_r2_61e151cd4ea6c533_t4_click_61e151cd4ea6c5332252ee400e219a1ea3d839ba0b2c4ef0f4cba4eb36f5e7e3.png"/><Relationship Id="rIdT4ClickFrame4" Type="http://schemas.openxmlformats.org/officeDocument/2006/relationships/image" Target="../media/pam_r2_f14444faf830d232_t4_click_f14444faf830d232f5a6d0718be0aeeded50f11592dcce7fcb5b5bbcf1aa1892.png"/><Relationship Id="rIdT4ClickFrame5" Type="http://schemas.openxmlformats.org/officeDocument/2006/relationships/image" Target="../media/pam_r2_19797279f465699d_t4_click_19797279f465699d007e5c85b9554b4f6d48f691f8508d73dfffa8c25d65c640.png"/><Relationship Id="rIdT4ClickFrame6" Type="http://schemas.openxmlformats.org/officeDocument/2006/relationships/image" Target="../media/pam_r2_840df2a36213f432_t4_click_840df2a36213f432a492f564f4fce86b080f31135920e15dd4bb7d0d93bcec7f.png"/><Relationship Id="rIdT4ClickFrame7" Type="http://schemas.openxmlformats.org/officeDocument/2006/relationships/image" Target="../media/pam_r2_db69644ba3bc316a_t4_click_db69644ba3bc316a0472bb7250c9d1735462b3a4d2c1655f5b72a7a87a313710.png"/><Relationship Id="rIdT4ClickFrame8" Type="http://schemas.openxmlformats.org/officeDocument/2006/relationships/image" Target="../media/pam_r2_19ae78920607e222_t4_click_19ae78920607e222f575b7ca359ba1b4aec7b4f9a7a5bc86f95e5a73f2c93651.png"/><Relationship Id="rIdT4ClickFrame9" Type="http://schemas.openxmlformats.org/officeDocument/2006/relationships/image" Target="../media/pam_r2_31a90e999774e672_t4_click_31a90e999774e67231088df07084509f226cb9c32a7ff6b36166670ebb856cfd.png"/><Relationship Id="rIdT4ClickFrame10" Type="http://schemas.openxmlformats.org/officeDocument/2006/relationships/image" Target="../media/pam_r2_6dc40adf3f8c0710_t4_click_6dc40adf3f8c0710acff5f7879dc3cdd6ea97d92503ca5e7364ab81e50b9bcaa.png"/><Relationship Id="rIdT4ClickFrame11" Type="http://schemas.openxmlformats.org/officeDocument/2006/relationships/image" Target="../media/pam_r2_7fd41a8ddb740db2_t4_click_7fd41a8ddb740db2c456ad3c8d551d66599d83454f3cc5e9d4d0d7341e54470c.png"/><Relationship Id="rIdT4ClickFrame12" Type="http://schemas.openxmlformats.org/officeDocument/2006/relationships/image" Target="../media/pam_r2_e858f9d3181218ff_t4_click_e858f9d3181218ffac153c18a05cd135f2a16b61d6d42b57ea4219ed611b15c4.png"/><Relationship Id="rIdT4ClickFrame13" Type="http://schemas.openxmlformats.org/officeDocument/2006/relationships/image" Target="../media/pam_r2_96b9f3033d951e36_t4_click_96b9f3033d951e366c5b07a6c639f53a13319aa22386140eba04277d359621eb.png"/><Relationship Id="rIdT4ClickFrame14" Type="http://schemas.openxmlformats.org/officeDocument/2006/relationships/image" Target="../media/pam_r2_52aa2b1d4e2a4fba_t4_click_52aa2b1d4e2a4fba6caf55f1891cdb69b024da845189579159078fe546b5c426.png"/><Relationship Id="rIdT4ClickFrame15" Type="http://schemas.openxmlformats.org/officeDocument/2006/relationships/image" Target="../media/pam_r2_bec830c1c817db05_t4_click_bec830c1c817db052d7919a8b01906f14909f37c17e6c582dcacb0dbdeffd48d.png"/><Relationship Id="rIdT4ClickFrame16" Type="http://schemas.openxmlformats.org/officeDocument/2006/relationships/image" Target="../media/pam_r2_81aec954c922e62b_t4_click_81aec954c922e62b916bd3dbe199cea7d18b0a9e85b3c845b6bae2435d9aafe1.png"/><Relationship Id="rIdT4ClickFrame17" Type="http://schemas.openxmlformats.org/officeDocument/2006/relationships/image" Target="../media/pam_r2_d49719da6c7a67b4_t4_click_d49719da6c7a67b41b40a2011bf8357aa65886305f83b7e85e92edd94f7b1540.png"/><Relationship Id="rIdT4ClickFrame18" Type="http://schemas.openxmlformats.org/officeDocument/2006/relationships/image" Target="../media/pam_r2_32ce26927f41833c_t4_click_32ce26927f41833cf9f67de13f39a4429035b5865c2609ccb2aaa7515655c389.png"/><Relationship Id="rIdT4ClickFrame19" Type="http://schemas.openxmlformats.org/officeDocument/2006/relationships/image" Target="../media/pam_r2_20d20ecc748e584c_t4_click_20d20ecc748e584cfc2632bedf65cfcd39c35167734aa9e9b0670f9091e8d3b7.png"/><Relationship Id="rIdT4ClickFrame20" Type="http://schemas.openxmlformats.org/officeDocument/2006/relationships/image" Target="../media/pam_r2_bffbaf8450d7accf_t4_click_bffbaf8450d7accfde0d3bbeb4a4b0271c5d7b58a697a6e6d6ebe5e2ec976dfc.png"/><Relationship Id="rIdT4ClickFrame21" Type="http://schemas.openxmlformats.org/officeDocument/2006/relationships/image" Target="../media/pam_r2_6e54d14b02fe4ca0_t4_click_6e54d14b02fe4ca0c18ea8c0ce9322299e9f365cc3506068b032185cb8e9284b.png"/><Relationship Id="rIdT4ClickFrame22" Type="http://schemas.openxmlformats.org/officeDocument/2006/relationships/image" Target="../media/pam_r2_48a1039a0affb501_t4_click_48a1039a0affb5016cca045ae89ca5f97ea151bbb034718d609f6c617eaee9ea.png"/><Relationship Id="rIdT4ClickFrame23" Type="http://schemas.openxmlformats.org/officeDocument/2006/relationships/image" Target="../media/pam_r2_57720f8e697eebf8_t4_click_57720f8e697eebf8f43d7dc0a9dc623b2b1c5efae1ce92eeb09c30cde0fe2022.png"/><Relationship Id="rIdT4ClickFrame24" Type="http://schemas.openxmlformats.org/officeDocument/2006/relationships/image" Target="../media/pam_r2_2456e809ba4c9495_t4_click_2456e809ba4c949571dad2dc26dbd99f100a28a4818666b8ab8d8e02980d1cde.png"/><Relationship Id="rIdT4ClickFrame25" Type="http://schemas.openxmlformats.org/officeDocument/2006/relationships/image" Target="../media/pam_r2_a8135f6b2e56c9f7_t4_click_a8135f6b2e56c9f7d1099ff3d79402c053200ecb4b2f1689070533c6bad70a93.png"/><Relationship Id="rIdT4ClickFrame26" Type="http://schemas.openxmlformats.org/officeDocument/2006/relationships/image" Target="../media/pam_r2_9be9784c5f8ead8e_t4_click_9be9784c5f8ead8e2ad1281be0fda36dc05334c48b8f99bb1d6bc309d124898c.png"/><Relationship Id="rIdT4ClickFrame27" Type="http://schemas.openxmlformats.org/officeDocument/2006/relationships/image" Target="../media/pam_r2_debf3671b91c30ac_t4_click_debf3671b91c30ac8ea6cb4b102f927729c766d0c60e225dff0e39d31a5a695f.png"/><Relationship Id="rIdT4ClickFrame28" Type="http://schemas.openxmlformats.org/officeDocument/2006/relationships/image" Target="../media/pam_r2_9272ec35080e6edd_t4_click_9272ec35080e6edd63925962ff079d2297e307955541f791e3788951364e8e22.png"/><Relationship Id="rIdT4ClickFrame29" Type="http://schemas.openxmlformats.org/officeDocument/2006/relationships/image" Target="../media/pam_r2_9ada0c8e1dbbe329_t4_click_9ada0c8e1dbbe3293b25bd47eaf587e80b4be43daaf7a1b17825b6fa4145a22d.png"/></Relationships>
</file>

<file path=ppt/slides/_rels/pam_r2_16.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a31b33531f66425e"/><Relationship Type="http://schemas.openxmlformats.org/officeDocument/2006/relationships/image" Target="../media/pam_r2_0677df3a48cfc011_image38.png" Id="R595216efdb1544a1"/><Relationship Type="http://schemas.openxmlformats.org/officeDocument/2006/relationships/image" Target="../media/pam_r2_3fd19bfb2f519af4_image48.png" Id="R643ba3a2b32942cd"/><Relationship Type="http://schemas.openxmlformats.org/officeDocument/2006/relationships/image" Target="../media/pam_r2_bed4c45d2ebdebe5_image49.png" Id="Rc1eefe9053164286"/><Relationship Type="http://schemas.openxmlformats.org/officeDocument/2006/relationships/image" Target="../media/pam_r2_15200a6a9c97f717_image50.png" Id="R31e9cffc701c466d"/><Relationship Type="http://schemas.openxmlformats.org/officeDocument/2006/relationships/image" Target="../media/pam_r2_ba14b63f21aea5c3_image51.png" Id="R05a7629d15414b61"/><Relationship Type="http://schemas.openxmlformats.org/officeDocument/2006/relationships/image" Target="../media/pam_r2_375972008773ad4d_image21.png" Id="Rc3d22f4069e94a5e"/><Relationship Type="http://schemas.openxmlformats.org/officeDocument/2006/relationships/notesSlide" Target="../notesSlides/pam_r2_f6440d527cf480d3_notesSlide8.xml" Id="R9cb04a11893b4fcd"/><Relationship Id="rIdMathSvg0" Type="http://schemas.openxmlformats.org/officeDocument/2006/relationships/image" Target="../media/pam_r2_c0c999c9eebe0344_t4_c0c999c9eebe034476c6f544.svg"/><Relationship Id="rIdMathSvg1" Type="http://schemas.openxmlformats.org/officeDocument/2006/relationships/image" Target="../media/pam_r2_9d91bb9d94cdd2e5_t4_9d91bb9d94cdd2e59d5961ea.svg"/><Relationship Id="rIdMathSvg2" Type="http://schemas.openxmlformats.org/officeDocument/2006/relationships/image" Target="../media/pam_r2_c7effc2135e11d66_t4_c7effc2135e11d669490c8a7.svg"/><Relationship Id="rIdMathSvg3" Type="http://schemas.openxmlformats.org/officeDocument/2006/relationships/image" Target="../media/pam_r2_9f26635dcd5e849a_t4_9f26635dcd5e849ae0e7588e.svg"/><Relationship Id="rIdMathSvg4" Type="http://schemas.openxmlformats.org/officeDocument/2006/relationships/image" Target="../media/pam_r2_e55c496f776bcb87_t4_e55c496f776bcb87129ef030.svg"/><Relationship Id="rIdMathSvg5" Type="http://schemas.openxmlformats.org/officeDocument/2006/relationships/image" Target="../media/pam_r2_05b5da761cdc68d8_t4_05b5da761cdc68d8607a09ae.svg"/><Relationship Id="rIdNav0" Type="http://schemas.openxmlformats.org/officeDocument/2006/relationships/slide" Target="pam_process_1.xml"/><Relationship Id="rIdNav1" Type="http://schemas.openxmlformats.org/officeDocument/2006/relationships/slide" Target="slide10.xml"/><Relationship Id="rIdNav2" Type="http://schemas.openxmlformats.org/officeDocument/2006/relationships/slide" Target="pam_process_5.xml"/></Relationships>
</file>

<file path=ppt/slides/_rels/recovery_routes_r10.xml.rels><?xml version='1.0' encoding='UTF-8' standalone='yes'?>
<Relationships xmlns="http://schemas.openxmlformats.org/package/2006/relationships"><Relationship Type="http://schemas.openxmlformats.org/officeDocument/2006/relationships/slideLayout" Target="../slideLayouts/choice_r11_2300fbb688968eeb_t3_reference_methods_slideLayout1.xml" Id="Rc9795c0d92604a37"/><Relationship Type="http://schemas.openxmlformats.org/officeDocument/2006/relationships/image" Target="../media/choice_r11_f168839e89ee49e1_image.png" Id="R2abf5587f4954d26"/><Relationship Type="http://schemas.openxmlformats.org/officeDocument/2006/relationships/image" Target="../media/choice_r11_b97703a9696e6b60_image2.png" Id="Rbefbcbefe60b4cd6"/><Relationship Type="http://schemas.openxmlformats.org/officeDocument/2006/relationships/image" Target="../media/choice_r11_d5e02871ac173e2d_image3.png" Id="Raec5d99ca8704e2e"/><Relationship Type="http://schemas.openxmlformats.org/officeDocument/2006/relationships/image" Target="../media/pam_r2_b39fcffd130b98c0_image6.png" Id="Ref00cf26f8f542c4"/><Relationship Type="http://schemas.openxmlformats.org/officeDocument/2006/relationships/image" Target="../media/image72.png" Id="Rc1c04bfa11544201"/><Relationship Type="http://schemas.openxmlformats.org/officeDocument/2006/relationships/image" Target="../media/image71.png" Id="Rd6bed9a7faf8488a"/><Relationship Type="http://schemas.openxmlformats.org/officeDocument/2006/relationships/image" Target="../media/pam_r2_1cac3b386e11f0e9_image7.png" Id="Ra50dc227d72e46b5"/><Relationship Type="http://schemas.openxmlformats.org/officeDocument/2006/relationships/image" Target="../media/pam_r2_03c1f69c4fd799c6_image8.png" Id="R033ec7e6885344ed"/><Relationship Type="http://schemas.openxmlformats.org/officeDocument/2006/relationships/image" Target="../media/pam_r2_4c7869561ce5f980_image165.png" Id="R822955d0de674a02"/><Relationship Type="http://schemas.openxmlformats.org/officeDocument/2006/relationships/image" Target="../media/pam_r2_7214e22109b051dd_image192.png" Id="R309934a4ade248cc"/><Relationship Type="http://schemas.openxmlformats.org/officeDocument/2006/relationships/image" Target="../media/choice_r11_a87c7c3d527cbd62_image11.png" Id="Rce778aa3dcfc4a0a"/><Relationship Type="http://schemas.openxmlformats.org/officeDocument/2006/relationships/image" Target="../media/pam_r2_ac3476781ff16762_image213.png" Id="R28af65144ed44fbe"/><Relationship Type="http://schemas.openxmlformats.org/officeDocument/2006/relationships/notesSlide" Target="../notesSlides/choice_r11_c520e1682907aa5c_notesSlide1.xml" Id="R5a0d1aa084554684"/><Relationship Id="rIdMathSvg0" Type="http://schemas.openxmlformats.org/officeDocument/2006/relationships/image" Target="../media/choice_r11_bf740e95ab070df5_t4_bf740e95ab070df570ae3bbf.svg"/><Relationship Id="rIdMathSvg1" Type="http://schemas.openxmlformats.org/officeDocument/2006/relationships/image" Target="../media/choice_r11_03c2753430267f47_t4_03c2753430267f47a6c6342c.svg"/><Relationship Id="rIdMathSvg2" Type="http://schemas.openxmlformats.org/officeDocument/2006/relationships/image" Target="../media/choice_r11_9b0c62cdb2fae59a_t4_9b0c62cdb2fae59a2cdba6a2.svg"/><Relationship Id="rIdMathSvg3" Type="http://schemas.openxmlformats.org/officeDocument/2006/relationships/image" Target="../media/choice_r11_d816c5a8faf77478_t4_d816c5a8faf774785b0aa7e0.svg"/><Relationship Id="rIdMathSvg4" Type="http://schemas.openxmlformats.org/officeDocument/2006/relationships/image" Target="../media/choice_r11_cdaa77b7c88f9272_t4_cdaa77b7c88f92726ddc0d15.svg"/><Relationship Id="rIdMathSvg5" Type="http://schemas.openxmlformats.org/officeDocument/2006/relationships/image" Target="../media/choice_r11_7e3c2560dd29ccaf_t4_7e3c2560dd29ccafa6f92946.svg"/><Relationship Id="rIdMathSvg6" Type="http://schemas.openxmlformats.org/officeDocument/2006/relationships/image" Target="../media/choice_r11_e2d4e72185acf564_t4_e2d4e72185acf5642a973516.svg"/><Relationship Id="rIdMathSvg7" Type="http://schemas.openxmlformats.org/officeDocument/2006/relationships/image" Target="../media/choice_r11_18b125f5abc4a69e_t4_18b125f5abc4a69e9bfdf2be.svg"/><Relationship Id="rIdMathSvg8" Type="http://schemas.openxmlformats.org/officeDocument/2006/relationships/image" Target="../media/choice_r11_833d85eb25b09d30_t4_833d85eb25b09d307abf1ee3.svg"/><Relationship Id="rIdNav0" Type="http://schemas.openxmlformats.org/officeDocument/2006/relationships/slide" Target="pam_process_1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choice_r11_f168839e89ee49e1_image.png"/><Relationship Id="rIdT4ClickFrame2" Type="http://schemas.openxmlformats.org/officeDocument/2006/relationships/image" Target="../media/choice_r11_9fd51de09ff5e217_t4_click_9fd51de09ff5e2174d9d23898dd66e19cc195aade00844ed61cfa99d7f0c5a4d.png"/><Relationship Id="rIdT4ClickFrame3" Type="http://schemas.openxmlformats.org/officeDocument/2006/relationships/image" Target="../media/choice_r11_e233e5486535fb4c_t4_click_e233e5486535fb4ca03f54740c259741ec0a04b39b0143d578c79abbbd17783d.png"/><Relationship Id="rIdT4ClickFrame4" Type="http://schemas.openxmlformats.org/officeDocument/2006/relationships/image" Target="../media/choice_r11_1639e424bcd37726_t4_click_1639e424bcd377267d17610f95f6c08da65fd9abd4a455a33b6d3341884d0b06.png"/><Relationship Id="rIdT4ClickFrame5" Type="http://schemas.openxmlformats.org/officeDocument/2006/relationships/image" Target="../media/choice_r11_2b84c4678e31965b_t4_click_2b84c4678e31965b868469db4d8fc08fa36fb6289e03de669de2c967eb5b7d12.png"/><Relationship Id="rIdT4ClickFrame6" Type="http://schemas.openxmlformats.org/officeDocument/2006/relationships/image" Target="../media/choice_r11_5cf24e0989b8d7d4_t4_click_5cf24e0989b8d7d4a086eee42ab9979c1b112c5df0fc059ee70edf95aa9ba0c3.png"/><Relationship Id="rIdT4ClickFrame7" Type="http://schemas.openxmlformats.org/officeDocument/2006/relationships/image" Target="../media/choice_r11_f7e74b99ac7f3df8_t4_click_f7e74b99ac7f3df8727afce47a025db7be5ae4582e2384152e8b53cac44c9f0e.png"/><Relationship Id="rIdT4ClickFrame8" Type="http://schemas.openxmlformats.org/officeDocument/2006/relationships/image" Target="../media/choice_r11_befef570fc7cd39b_t4_click_befef570fc7cd39b8c94657ce4884519c483a812c72a2939332496742d2bc56a.png"/><Relationship Id="rIdT4ClickFrame9" Type="http://schemas.openxmlformats.org/officeDocument/2006/relationships/image" Target="../media/choice_r11_cf4bc8120772b7c0_t4_click_cf4bc8120772b7c060c97e4b187a1e427a46b3cca36f1ce06bc1d840e537cd02.png"/><Relationship Id="rIdT4ClickFrame10" Type="http://schemas.openxmlformats.org/officeDocument/2006/relationships/image" Target="../media/choice_r11_754cfcf14f2bb6f7_t4_click_754cfcf14f2bb6f71c21dc1c7c3d3717f184add0293ec91272aa88f72c76f952.png"/><Relationship Id="rIdT4ClickFrame11" Type="http://schemas.openxmlformats.org/officeDocument/2006/relationships/image" Target="../media/choice_r11_a58f4d51244a3b71_t4_click_a58f4d51244a3b71678c8a10fc46d1774bb3bf59fbfaf1f964e2409e734d57b6.png"/><Relationship Id="rIdT4ClickFrame12" Type="http://schemas.openxmlformats.org/officeDocument/2006/relationships/image" Target="../media/choice_r11_2cd0a0cb2bb610f1_t4_click_2cd0a0cb2bb610f1b93bcdd356b09ffb524e66d1ae34464c80c0e89c5ec0f190.png"/><Relationship Id="rIdT4ClickFrame13" Type="http://schemas.openxmlformats.org/officeDocument/2006/relationships/image" Target="../media/choice_r11_d68464c3174546ee_t4_click_d68464c3174546eed7b1823072c09ed35aa018ba7823724e5d62f2130c870f57.png"/><Relationship Id="rIdT4ClickFrame14" Type="http://schemas.openxmlformats.org/officeDocument/2006/relationships/image" Target="../media/choice_r11_e8270df532b84da7_t4_click_e8270df532b84da72c84a88e3bb9706d95ca1bfcc27ac1665be449f491ff4d92.png"/><Relationship Id="rIdT4ClickFrame15" Type="http://schemas.openxmlformats.org/officeDocument/2006/relationships/image" Target="../media/choice_r11_36f53e637d29d671_t4_click_36f53e637d29d6718e70ff1ae7c05db15b82a72c0bdb1a2742c5988835d1f51c.png"/><Relationship Id="rIdT4ClickFrame16" Type="http://schemas.openxmlformats.org/officeDocument/2006/relationships/image" Target="../media/choice_r11_f156b03d11006448_t4_click_f156b03d110064481f634fb36f3b3b0265b4511c0c0086222c04716e3bb487af.png"/><Relationship Id="rIdT4ClickFrame17" Type="http://schemas.openxmlformats.org/officeDocument/2006/relationships/image" Target="../media/choice_r11_700b45d6160cf353_t4_click_700b45d6160cf353003e1004df6edc7c769349ac65f0df56ca8a59b3206075e3.png"/><Relationship Id="rIdT4ClickFrame18" Type="http://schemas.openxmlformats.org/officeDocument/2006/relationships/image" Target="../media/choice_r11_55b81c4a2e209c5a_t4_click_55b81c4a2e209c5a2f35f0fc1266d1335c97beb3468a859d9c3a6ddcb6ba2db4.png"/><Relationship Id="rIdT4ClickFrame19" Type="http://schemas.openxmlformats.org/officeDocument/2006/relationships/image" Target="../media/choice_r11_d5e784407f1a16a0_t4_click_d5e784407f1a16a07096e82fe13cf04414f4c68432b8ce66275a9d88a19770ef.png"/><Relationship Id="rIdT4ClickFrame20" Type="http://schemas.openxmlformats.org/officeDocument/2006/relationships/image" Target="../media/choice_r11_3e1c02051dc49ba7_t4_click_3e1c02051dc49ba71474c8fd53e2934e0cf27ef7dced3cf470ecd04cf502ac56.png"/><Relationship Id="rIdT4ClickFrame21" Type="http://schemas.openxmlformats.org/officeDocument/2006/relationships/image" Target="../media/choice_r11_a6034e1369acf766_t4_click_a6034e1369acf766d1a17a792addc27ec307b8a971d484e22d3984c62dbffad8.png"/><Relationship Id="rIdT4ClickFrame22" Type="http://schemas.openxmlformats.org/officeDocument/2006/relationships/image" Target="../media/choice_r11_8a425157b86bb397_t4_click_8a425157b86bb397fdee2eee8e98818706f6eeb6d697da7dd5efe4bce8c8f1b4.png"/><Relationship Id="rIdT4ClickFrame23" Type="http://schemas.openxmlformats.org/officeDocument/2006/relationships/image" Target="../media/choice_r11_8a71ed3dbbe2df59_t4_click_8a71ed3dbbe2df598d3ee47faafce96e7b1b0750d97a31d827875a5a6668f0f1.png"/><Relationship Id="rIdT4ClickFrame24" Type="http://schemas.openxmlformats.org/officeDocument/2006/relationships/image" Target="../media/choice_r11_589d893bf2e252b2_t4_click_589d893bf2e252b2bb7bfc4135807070590a6e5470ee5ac02d52d09288124b32.png"/><Relationship Id="rIdT4ClickFrame25" Type="http://schemas.openxmlformats.org/officeDocument/2006/relationships/image" Target="../media/choice_r11_b97703a9696e6b60_image2.png"/><Relationship Id="rIdT4ClickFrame26" Type="http://schemas.openxmlformats.org/officeDocument/2006/relationships/image" Target="../media/choice_r11_b97703a9696e6b60_image2.png"/><Relationship Id="rIdT4ClickFrame27" Type="http://schemas.openxmlformats.org/officeDocument/2006/relationships/image" Target="../media/choice_r11_c4484c9df35d97f2_t4_click_c4484c9df35d97f2ab259cbe2dd83fd80b69e95fe1c9f07855ebc20b1f93acf3.png"/><Relationship Id="rIdT4ClickFrame28" Type="http://schemas.openxmlformats.org/officeDocument/2006/relationships/image" Target="../media/choice_r11_9ebccdbdeeb7ee5c_t4_click_9ebccdbdeeb7ee5c0583e463be93329f2be81ccb6e277d6b340999d9f85bb891.png"/><Relationship Id="rIdT4ClickFrame29" Type="http://schemas.openxmlformats.org/officeDocument/2006/relationships/image" Target="../media/choice_r11_3fdc0cc5ebe28869_t4_click_3fdc0cc5ebe28869d5304b1232b1b0a698a856d817ab6c1503c1fc4db20e55e3.png"/><Relationship Id="rIdT4ClickFrame30" Type="http://schemas.openxmlformats.org/officeDocument/2006/relationships/image" Target="../media/choice_r11_2fb1d0f35a0b86f1_t4_click_2fb1d0f35a0b86f12c8592de0da875db8dd65fdecbe6600db311656c68c50dcf.png"/><Relationship Id="rIdT4ClickFrame31" Type="http://schemas.openxmlformats.org/officeDocument/2006/relationships/image" Target="../media/choice_r11_d011bc5773bb355e_t4_click_d011bc5773bb355edebd1dd6124774e5931ad3a4d090eada61879b7c0e208bbe.png"/><Relationship Id="rIdT4ClickFrame32" Type="http://schemas.openxmlformats.org/officeDocument/2006/relationships/image" Target="../media/choice_r11_ca0c414763e54ebc_t4_click_ca0c414763e54ebc7746fceccffdf52aa8691c4821b2726bc9ee8c8eb1762af6.png"/><Relationship Id="rIdT4ClickFrame33" Type="http://schemas.openxmlformats.org/officeDocument/2006/relationships/image" Target="../media/choice_r11_142d2d3555ab51ad_t4_click_142d2d3555ab51adbeb1ff1c727d71382b6f879bdcb097eee316239b7d3a6b9b.png"/><Relationship Id="rIdT4ClickFrame34" Type="http://schemas.openxmlformats.org/officeDocument/2006/relationships/image" Target="../media/choice_r11_e277629c989ca4b7_t4_click_e277629c989ca4b78bb0f37030f58daadd7505c22dcd3f5dd352cb329e5c3e8a.png"/><Relationship Id="rIdT4ClickFrame35" Type="http://schemas.openxmlformats.org/officeDocument/2006/relationships/image" Target="../media/choice_r11_32a72cf19b8e954e_t4_click_32a72cf19b8e954e5277a1bd558dbae4ae239a8176fe13db8572834e7226c85d.png"/><Relationship Id="rIdT4ClickFrame36" Type="http://schemas.openxmlformats.org/officeDocument/2006/relationships/image" Target="../media/choice_r11_193f2921e16dc197_t4_click_193f2921e16dc1975125a11e2b6aa8f4d5ada576e19f8e68ed03510f789c2d8c.png"/><Relationship Id="rIdT4ClickFrame37" Type="http://schemas.openxmlformats.org/officeDocument/2006/relationships/image" Target="../media/choice_r11_b439786235191c2b_t4_click_b439786235191c2b117b80d470faa1237f134eef28eb96c29c7325858daf2395.png"/><Relationship Id="rIdT4ClickFrame38" Type="http://schemas.openxmlformats.org/officeDocument/2006/relationships/image" Target="../media/choice_r11_60627acdf4d45583_t4_click_60627acdf4d45583b41354bf6aaec35e079a4075c99b4c816bfab3eb910ebaea.png"/><Relationship Id="rIdT4ClickFrame39" Type="http://schemas.openxmlformats.org/officeDocument/2006/relationships/image" Target="../media/choice_r11_47129c0d3e10b11e_t4_click_47129c0d3e10b11e731f52af8f4e5113f1abda542a623c9fb3fbc12b328e27f7.png"/><Relationship Id="rIdT4ClickFrame40" Type="http://schemas.openxmlformats.org/officeDocument/2006/relationships/image" Target="../media/choice_r11_da182c0776f9952b_t4_click_da182c0776f9952b5ad4653b59c38059376993eb7b672c0ecc97d9baa7366322.png"/><Relationship Id="rIdT4ClickFrame41" Type="http://schemas.openxmlformats.org/officeDocument/2006/relationships/image" Target="../media/choice_r11_493b1ce7aa573708_t4_click_493b1ce7aa5737088343df5aa2a0b4f172897151486e721200ae4dc652fb2982.png"/><Relationship Id="rIdT4ClickFrame42" Type="http://schemas.openxmlformats.org/officeDocument/2006/relationships/image" Target="../media/choice_r11_7ae4901bf937b28f_t4_click_7ae4901bf937b28fa933d7e153c475d1d174b7e0696edceae449898949639393.png"/><Relationship Id="rIdT4ClickFrame43" Type="http://schemas.openxmlformats.org/officeDocument/2006/relationships/image" Target="../media/choice_r11_03ca2d41efb30947_t4_click_03ca2d41efb30947dbdd8cdc972c5ceab4ef0eaf844e132cab7d2abb5cd5dac3.png"/><Relationship Id="rIdT4ClickFrame44" Type="http://schemas.openxmlformats.org/officeDocument/2006/relationships/image" Target="../media/choice_r11_07abf8f863e1a50e_t4_click_07abf8f863e1a50e132aa82489c2f3d54972c97d505f5b9ca8b045124a5aa31c.png"/><Relationship Id="rIdT4ClickFrame45" Type="http://schemas.openxmlformats.org/officeDocument/2006/relationships/image" Target="../media/choice_r11_fd91051c2165a55a_t4_click_fd91051c2165a55a81da4e776d2597d0795e9b9dabb48ac719899d4a58a88554.png"/><Relationship Id="rIdT4ClickFrame46" Type="http://schemas.openxmlformats.org/officeDocument/2006/relationships/image" Target="../media/choice_r11_42c22c5820a1d19c_t4_click_42c22c5820a1d19cc87384750a225497d0e9f73967c967eb7e889dda85378a6a.png"/><Relationship Id="rIdT4ClickFrame47" Type="http://schemas.openxmlformats.org/officeDocument/2006/relationships/image" Target="../media/choice_r11_5f78d8707a0c3f23_t4_click_5f78d8707a0c3f239438d06fd6da771d874aee3c437b5f4e6d15d2fd1cb99feb.png"/><Relationship Id="rIdT4ClickFrame48" Type="http://schemas.openxmlformats.org/officeDocument/2006/relationships/image" Target="../media/choice_r11_47b484ce1a1fcddd_t4_click_47b484ce1a1fcdddc961ad805d4dcb8750d8437b1abe560d872e69f32d789cdb.png"/><Relationship Id="rIdT4ClickFrame49" Type="http://schemas.openxmlformats.org/officeDocument/2006/relationships/image" Target="../media/choice_r11_9b18d3a9119388cd_t4_click_9b18d3a9119388cd528b6b4fbc356f633ff327ca205a3ed43b6d2665c76096ce.png"/><Relationship Id="rIdT4ClickFrame50" Type="http://schemas.openxmlformats.org/officeDocument/2006/relationships/image" Target="../media/choice_r11_d5e02871ac173e2d_image3.png"/><Relationship Id="rIdT4ClickFrame51" Type="http://schemas.openxmlformats.org/officeDocument/2006/relationships/image" Target="../media/choice_r11_d5e02871ac173e2d_image3.png"/><Relationship Id="rIdT4ClickFrame52" Type="http://schemas.openxmlformats.org/officeDocument/2006/relationships/image" Target="../media/choice_r11_ca045f5706245d2e_t4_click_ca045f5706245d2ee180aaccd48063ca841335939d9ac72c2a522457a597d49c.png"/><Relationship Id="rIdT4ClickFrame53" Type="http://schemas.openxmlformats.org/officeDocument/2006/relationships/image" Target="../media/choice_r11_ca6a863cb19c082e_t4_click_ca6a863cb19c082e561ebafc7abea2fc286c70f285b16d22277988afa5a642ae.png"/><Relationship Id="rIdT4ClickFrame54" Type="http://schemas.openxmlformats.org/officeDocument/2006/relationships/image" Target="../media/choice_r11_791c6c849a220d11_t4_click_791c6c849a220d110310681c11064bc0cecb12042e204f9893128b062f55ccc2.png"/><Relationship Id="rIdT4ClickFrame55" Type="http://schemas.openxmlformats.org/officeDocument/2006/relationships/image" Target="../media/choice_r11_c6aaaa71b0e0eaf8_t4_click_c6aaaa71b0e0eaf8839d7f9ad270cbef238e7ae7c390ba56f5cfa610ea545eca.png"/><Relationship Id="rIdT4ClickFrame56" Type="http://schemas.openxmlformats.org/officeDocument/2006/relationships/image" Target="../media/choice_r11_ee8789375c8a1b2b_t4_click_ee8789375c8a1b2bf1a6904db8972698495c3862b52bc975703a0f7eb2a2defa.png"/><Relationship Id="rIdT4ClickFrame57" Type="http://schemas.openxmlformats.org/officeDocument/2006/relationships/image" Target="../media/choice_r11_14c02f1b60832cfb_t4_click_14c02f1b60832cfb0ba8571507cc3b426c6d8fea303f8a09123b734b58832e1c.png"/><Relationship Id="rIdT4ClickFrame58" Type="http://schemas.openxmlformats.org/officeDocument/2006/relationships/image" Target="../media/choice_r11_602f5e99379ef024_t4_click_602f5e99379ef0244ac442637bf3874bb0f8c5047684b93bd2360faeeed93dd4.png"/><Relationship Id="rIdT4ClickFrame59" Type="http://schemas.openxmlformats.org/officeDocument/2006/relationships/image" Target="../media/choice_r11_ef67e580da6debf3_t4_click_ef67e580da6debf3baa27be8a363d4917a0e3c3fbc217c5498a9a65a77c06e6a.png"/><Relationship Id="rIdT4ClickFrame60" Type="http://schemas.openxmlformats.org/officeDocument/2006/relationships/image" Target="../media/choice_r11_dd4b23de7f5e39e0_t4_click_dd4b23de7f5e39e0f2858c691aeab5d7a4949ce5cd6a2e9f03f2026a0d4a8b31.png"/><Relationship Id="rIdT4ClickFrame61" Type="http://schemas.openxmlformats.org/officeDocument/2006/relationships/image" Target="../media/choice_r11_9ffba6c4b08bfd87_t4_click_9ffba6c4b08bfd8796b8339590c042d1c748e8baee879eb82fbd88cdfbabc5aa.png"/><Relationship Id="rIdT4ClickFrame62" Type="http://schemas.openxmlformats.org/officeDocument/2006/relationships/image" Target="../media/choice_r11_cbee56b0dc09e300_t4_click_cbee56b0dc09e3001f83b38cc095ff8d439686105e534736a70bb41a24573080.png"/><Relationship Id="rIdT4ClickFrame63" Type="http://schemas.openxmlformats.org/officeDocument/2006/relationships/image" Target="../media/choice_r11_91445047db2f326d_t4_click_91445047db2f326d4e41d6256cc4c4c912c8eaa659268c4f575c301076019b24.png"/><Relationship Id="rIdT4ClickFrame64" Type="http://schemas.openxmlformats.org/officeDocument/2006/relationships/image" Target="../media/choice_r11_4b491118c221eafb_t4_click_4b491118c221eafb564fc634af89632f5824c2880f8bb90dd1068b88aacb3364.png"/><Relationship Id="rIdT4ClickFrame65" Type="http://schemas.openxmlformats.org/officeDocument/2006/relationships/image" Target="../media/choice_r11_22dba5f3026472bd_t4_click_22dba5f3026472bd6c0784090bc5b0452f9c5ad1148b0419f989b7b1b30874e4.png"/><Relationship Id="rIdT4ClickFrame66" Type="http://schemas.openxmlformats.org/officeDocument/2006/relationships/image" Target="../media/choice_r11_f059313bafa1c297_t4_click_f059313bafa1c297a906cd719f70b6fc19c0c7ae952af5a0dfaa9ccc79025d9c.png"/><Relationship Id="rIdT4ClickFrame67" Type="http://schemas.openxmlformats.org/officeDocument/2006/relationships/image" Target="../media/choice_r11_b5c1dec209fdfdc1_t4_click_b5c1dec209fdfdc15692bdc7f9fb9d109471c2939ece63a575380406a5a19915.png"/><Relationship Id="rIdT4ClickFrame68" Type="http://schemas.openxmlformats.org/officeDocument/2006/relationships/image" Target="../media/choice_r11_47403ffa88c78e55_t4_click_47403ffa88c78e55f707cbf044e50a09ac52a6b72c2dfc0de1340c0dcac233d3.png"/><Relationship Id="rIdT4ClickFrame69" Type="http://schemas.openxmlformats.org/officeDocument/2006/relationships/image" Target="../media/choice_r11_c12b0feb8e1344c5_t4_click_c12b0feb8e1344c50221e0cbcbbc060fa51f5cec1892c357e54108ff656fbbff.png"/><Relationship Id="rIdT4ClickFrame70" Type="http://schemas.openxmlformats.org/officeDocument/2006/relationships/image" Target="../media/choice_r11_284bab18cc052505_t4_click_284bab18cc0525058ef4aca039b451160e811f23eedcb0389a98b58abe237293.png"/><Relationship Id="rIdT4ClickFrame71" Type="http://schemas.openxmlformats.org/officeDocument/2006/relationships/image" Target="../media/choice_r11_c01c0b7b694a95f9_t4_click_c01c0b7b694a95f9ee349192a25127abc16f4c164e942c06abfd39eb95b1f2b5.png"/><Relationship Id="rIdT4ClickFrame72" Type="http://schemas.openxmlformats.org/officeDocument/2006/relationships/image" Target="../media/choice_r11_2d0ff3e5a8e8311f_t4_click_2d0ff3e5a8e8311fe248b669e4c195df54c1847e2ca82c5b9f19a9f6dc7280aa.png"/><Relationship Id="rIdT4ClickFrame73" Type="http://schemas.openxmlformats.org/officeDocument/2006/relationships/image" Target="../media/choice_r11_297529fc8f9eebce_t4_click_297529fc8f9eebce9baa953252b4eff74731ef85e666753bce1054bb40cfd48c.png"/><Relationship Id="rIdT4ClickFrame74" Type="http://schemas.openxmlformats.org/officeDocument/2006/relationships/image" Target="../media/choice_r11_b7a939f7ec4f8619_t4_click_b7a939f7ec4f8619b72d142847c8c3650ecb26fa4f4336d3979d74c173f64bc2.png"/><Relationship Id="rIdT4ClickFrame75" Type="http://schemas.openxmlformats.org/officeDocument/2006/relationships/image" Target="../media/choice_r11_0562e4a52b12c737_t4_click_0562e4a52b12c737ac5355fc43e3e51921c86871902e267195aaeae627e264a0.png"/><Relationship Id="rIdT4ClickFrame76" Type="http://schemas.openxmlformats.org/officeDocument/2006/relationships/image" Target="../media/choice_r11_407faffd82a962bc_t4_click_407faffd82a962bc83552df965f829c4bc62dfd79e04b2ddd0005d47502eed69.png"/><Relationship Id="rIdT4ClickFrame77" Type="http://schemas.openxmlformats.org/officeDocument/2006/relationships/image" Target="../media/choice_r11_4151c0bdb2505663_t4_click_4151c0bdb2505663c5e63a9153c4c13cf59468f1fd6198b258c253021853ff80.png"/><Relationship Id="rIdT4ClickFrame78" Type="http://schemas.openxmlformats.org/officeDocument/2006/relationships/image" Target="../media/choice_r11_12148584ad8099c0_t4_click_12148584ad8099c0e54f101d46dfb957f14145c3a5f02bfe075104bff18065f3.png"/><Relationship Id="rIdT4ClickFrame79" Type="http://schemas.openxmlformats.org/officeDocument/2006/relationships/image" Target="../media/choice_r11_924198fb2c9a9c0f_t4_click_924198fb2c9a9c0f779cfe5714496c14a007487ccee4f0a96317d14be4791328.png"/><Relationship Id="rIdT4ClickFrame80" Type="http://schemas.openxmlformats.org/officeDocument/2006/relationships/image" Target="../media/choice_r11_0299bad0dc283c2f_t4_click_0299bad0dc283c2f8a4add064a34adffe991ec73d1924a841c4b4f37f9b88143.png"/><Relationship Id="rIdT4ClickFrame81" Type="http://schemas.openxmlformats.org/officeDocument/2006/relationships/image" Target="../media/choice_r11_6561ecf54cb39647_t4_click_6561ecf54cb39647cc82af4301e56f76acaaa1e4a9a8222f6dbbb26bc5ffc0b9.png"/></Relationships>
</file>

<file path=ppt/slides/_rels/signal_zoom_r4_4.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feb21e4a8f9d49bb"/><Relationship Type="http://schemas.openxmlformats.org/officeDocument/2006/relationships/image" Target="../media/pam_r2_f8e5725541bee05a_image101.png" Id="Rd6bbedd11deb4ae0"/><Relationship Type="http://schemas.openxmlformats.org/officeDocument/2006/relationships/image" Target="../media/pam_r2_b39fcffd130b98c0_image6.png" Id="Rb17136ee999548bf"/><Relationship Type="http://schemas.openxmlformats.org/officeDocument/2006/relationships/image" Target="../media/image72.png" Id="Rb25e7276a3fd44c5"/><Relationship Type="http://schemas.openxmlformats.org/officeDocument/2006/relationships/image" Target="../media/pam_r2_b39fcffd130b98c0_image6.png" Id="R9b0c5f779ddf42c0"/><Relationship Type="http://schemas.openxmlformats.org/officeDocument/2006/relationships/image" Target="../media/pam_r2_1cac3b386e11f0e9_image7.png" Id="Ra364c038ddb14188"/><Relationship Type="http://schemas.openxmlformats.org/officeDocument/2006/relationships/image" Target="../media/pam_r2_85c12f5c79c478a9_image25.png" Id="R89a2164333514f52"/><Relationship Type="http://schemas.openxmlformats.org/officeDocument/2006/relationships/image" Target="../media/pam_r2_ffc59ed73b3ec883_image22.png" Id="Rc5996999d5d64706"/><Relationship Type="http://schemas.openxmlformats.org/officeDocument/2006/relationships/image" Target="../media/pam_r2_6353e992177474c7_image25.png" Id="R38585dd28a224dd2"/><Relationship Type="http://schemas.openxmlformats.org/officeDocument/2006/relationships/image" Target="../media/pam_r2_0677df3a48cfc011_image38.png" Id="R065d0ea0f7fa4ef4"/><Relationship Type="http://schemas.openxmlformats.org/officeDocument/2006/relationships/notesSlide" Target="../notesSlides/pam_r2_b73a5af91ccd81e5_notesSlide4.xml" Id="R84daef2b97894c88"/><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9b86c91de6e97403_t4_9b86c91de6e97403869dd358.svg"/><Relationship Id="rIdMathSvg6" Type="http://schemas.openxmlformats.org/officeDocument/2006/relationships/image" Target="../media/pam_r2_1428c2f8a8ab8804_t4_1428c2f8a8ab8804d9f6f295.svg"/><Relationship Id="rIdMathSvg7" Type="http://schemas.openxmlformats.org/officeDocument/2006/relationships/image" Target="../media/pam_r2_c0c999c9eebe0344_t4_c0c999c9eebe034476c6f544.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T4ClickFrame1" Type="http://schemas.openxmlformats.org/officeDocument/2006/relationships/image" Target="../media/pam_r2_f8e5725541bee05a_image101.png"/><Relationship Id="rIdT4ClickFrame2" Type="http://schemas.openxmlformats.org/officeDocument/2006/relationships/image" Target="../media/pam_r2_fbec951ea16721bb_t4_click_fbec951ea16721bb8b3b6fdb41993391350941013f44996ed9f3d7beb70b661c.png"/><Relationship Id="rIdT4ClickFrame3" Type="http://schemas.openxmlformats.org/officeDocument/2006/relationships/image" Target="../media/pam_r2_1aa62faedebefe48_t4_click_1aa62faedebefe48d43373ce15533bc95bec9ff6fa8c48c978689d16373bae1d.png"/><Relationship Id="rIdT4ClickFrame4" Type="http://schemas.openxmlformats.org/officeDocument/2006/relationships/image" Target="../media/pam_r2_96633e84d16addc8_t4_click_96633e84d16addc8e58e8287ca60461e48eb17d7ad01fb7e443f899aec00c4e2.png"/><Relationship Id="rIdT4ClickFrame5" Type="http://schemas.openxmlformats.org/officeDocument/2006/relationships/image" Target="../media/pam_r2_a18894518f206e46_t4_click_a18894518f206e46d7c96a92a1c403ca5536ba56825615b2b8f91e95cd6340aa.png"/><Relationship Id="rIdT4ClickFrame6" Type="http://schemas.openxmlformats.org/officeDocument/2006/relationships/image" Target="../media/pam_r2_0f533f240dbeb3a5_t4_click_0f533f240dbeb3a5be626514691aa33c5d9e0e0b64da9a878eb8e70503998fa3.png"/><Relationship Id="rIdT4ClickFrame7" Type="http://schemas.openxmlformats.org/officeDocument/2006/relationships/image" Target="../media/pam_r2_837814a6cd1f83a0_t4_click_837814a6cd1f83a0ec1be0c044632e78d15edcc28748c016d72d884bfe131b1c.png"/><Relationship Id="rIdT4ClickFrame8" Type="http://schemas.openxmlformats.org/officeDocument/2006/relationships/image" Target="../media/pam_r2_3849b27a8bfa7d19_t4_click_3849b27a8bfa7d19d1bb99dc2892335c27b769f5e3b337a4cc0604bc8cffcbb2.png"/><Relationship Id="rIdT4ClickFrame9" Type="http://schemas.openxmlformats.org/officeDocument/2006/relationships/image" Target="../media/pam_r2_3e6db9e52d75cdf7_t4_click_3e6db9e52d75cdf7239950ceef363b5669d21ec3cb91205e096d9857c2c9a746.png"/><Relationship Id="rIdT4ClickFrame10" Type="http://schemas.openxmlformats.org/officeDocument/2006/relationships/image" Target="../media/pam_r2_7cf6f6686ab4e8f3_t4_click_7cf6f6686ab4e8f3bf77139da6ed6837769f690e2432c3065bac0b7b71a3d28f.png"/><Relationship Id="rIdT4ClickFrame11" Type="http://schemas.openxmlformats.org/officeDocument/2006/relationships/image" Target="../media/pam_r2_6eace544ddf1f966_t4_click_6eace544ddf1f966605f5ad1cae4db94b7594b9a5066947a22bb5a95bb174365.png"/><Relationship Id="rIdT4ClickFrame12" Type="http://schemas.openxmlformats.org/officeDocument/2006/relationships/image" Target="../media/pam_r2_9301f935e02bf709_t4_click_9301f935e02bf70926af4d9b7a3e927509b4a9cb23b5f1549e54235dc9e220ff.png"/><Relationship Id="rIdT4ClickFrame13" Type="http://schemas.openxmlformats.org/officeDocument/2006/relationships/image" Target="../media/pam_r2_0214cc01aa2cdffd_t4_click_0214cc01aa2cdffd675e9615d9644ea04730b79d0a74a4cc5550a159ce28274c.png"/><Relationship Id="rIdT4ClickFrame14" Type="http://schemas.openxmlformats.org/officeDocument/2006/relationships/image" Target="../media/pam_r2_6e4560aa04ca4e48_t4_click_6e4560aa04ca4e483ea672d213b7b7a13e317e85ca28e0727430b760c1343bd6.png"/><Relationship Id="rIdT4ClickFrame15" Type="http://schemas.openxmlformats.org/officeDocument/2006/relationships/image" Target="../media/pam_r2_910c2125850bc216_t4_click_910c2125850bc2161b0896cfbde9469f7f607ccead477b475fdad41ff16c56eb.png"/><Relationship Id="rIdT4ClickFrame16" Type="http://schemas.openxmlformats.org/officeDocument/2006/relationships/image" Target="../media/pam_r2_9fefd414fb3a5a8a_t4_click_9fefd414fb3a5a8a1c10099966f40f720cc64ce020096ff27cc1ca1039806748.png"/><Relationship Id="rIdT4ClickFrame17" Type="http://schemas.openxmlformats.org/officeDocument/2006/relationships/image" Target="../media/pam_r2_322b9c5b60bebc1e_image88.png"/></Relationships>
</file>

<file path=ppt/slides/_rels/signal_zoom_r4_10.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a5b2438d0e0345a2"/><Relationship Type="http://schemas.openxmlformats.org/officeDocument/2006/relationships/image" Target="../media/pam_r2_322b9c5b60bebc1e_image88.png" Id="R05c5c243f535408c"/><Relationship Type="http://schemas.openxmlformats.org/officeDocument/2006/relationships/image" Target="../media/pam_r2_b39fcffd130b98c0_image6.png" Id="R01ec27c93d37442d"/><Relationship Type="http://schemas.openxmlformats.org/officeDocument/2006/relationships/image" Target="../media/image72.png" Id="R1861d6d5eb164a49"/><Relationship Type="http://schemas.openxmlformats.org/officeDocument/2006/relationships/image" Target="../media/pam_r2_b39fcffd130b98c0_image6.png" Id="R6470b0de5a7e4fc9"/><Relationship Type="http://schemas.openxmlformats.org/officeDocument/2006/relationships/image" Target="../media/pam_r2_1cac3b386e11f0e9_image7.png" Id="R8c668f2b16c447d7"/><Relationship Type="http://schemas.openxmlformats.org/officeDocument/2006/relationships/image" Target="../media/pam_r2_85c12f5c79c478a9_image25.png" Id="Rf927698f9eb84cd3"/><Relationship Type="http://schemas.openxmlformats.org/officeDocument/2006/relationships/image" Target="../media/pam_r2_ffc59ed73b3ec883_image22.png" Id="R451513d3ffae4c8a"/><Relationship Type="http://schemas.openxmlformats.org/officeDocument/2006/relationships/image" Target="../media/pam_r2_cd2afc3167f66574_image89.png" Id="R2ce059a9c6fd4ead"/><Relationship Type="http://schemas.openxmlformats.org/officeDocument/2006/relationships/image" Target="../media/pam_r2_0677df3a48cfc011_image38.png" Id="Ref17376b33f34c1b"/><Relationship Type="http://schemas.openxmlformats.org/officeDocument/2006/relationships/image" Target="../media/pam_r2_f99242be1f305e99_image90.png" Id="Rd006b00a226c45b0"/><Relationship Type="http://schemas.openxmlformats.org/officeDocument/2006/relationships/image" Target="../media/pam_r2_375972008773ad4d_image21.png" Id="R57f5daa731244875"/><Relationship Type="http://schemas.openxmlformats.org/officeDocument/2006/relationships/image" Target="../media/pam_r2_fcf981ddcf4a988b_image94.png" Id="Ra07a6e3be51b4111"/><Relationship Type="http://schemas.openxmlformats.org/officeDocument/2006/relationships/image" Target="../media/pam_r2_43596aafd0bcb496_image95.png" Id="R09583f671ad44891"/><Relationship Type="http://schemas.openxmlformats.org/officeDocument/2006/relationships/notesSlide" Target="../notesSlides/pam_r2_b73a5af91ccd81e5_notesSlide10.xml" Id="R4837c223ac26466f"/><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9b86c91de6e97403_t4_9b86c91de6e97403869dd358.svg"/><Relationship Id="rIdMathSvg6" Type="http://schemas.openxmlformats.org/officeDocument/2006/relationships/image" Target="../media/pam_r2_21e9fce9e1252bde_t4_21e9fce9e1252bdec468945a.svg"/><Relationship Id="rIdMathSvg7" Type="http://schemas.openxmlformats.org/officeDocument/2006/relationships/image" Target="../media/pam_r2_c0c999c9eebe0344_t4_c0c999c9eebe034476c6f544.svg"/><Relationship Id="rIdMathSvg8" Type="http://schemas.openxmlformats.org/officeDocument/2006/relationships/image" Target="../media/pam_r2_3432b90d7139976e_t4_3432b90d7139976eeb50f155.svg"/><Relationship Id="rIdMathSvg9" Type="http://schemas.openxmlformats.org/officeDocument/2006/relationships/image" Target="../media/pam_r2_ab306fb4016d6bfa_t4_ab306fb4016d6bfa541db63a.svg"/><Relationship Id="rIdMathSvg10" Type="http://schemas.openxmlformats.org/officeDocument/2006/relationships/image" Target="../media/pam_r2_951768764c5ee0c3_t4_951768764c5ee0c3f72cd375.svg"/><Relationship Id="rIdMathSvg11" Type="http://schemas.openxmlformats.org/officeDocument/2006/relationships/image" Target="../media/pam_r2_c54069b5e8893611_t4_c54069b5e8893611d373e15f.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Nav6" Type="http://schemas.openxmlformats.org/officeDocument/2006/relationships/slide" Target="signal_zoom_r4_4.xml"/><Relationship Id="rIdNav7" Type="http://schemas.openxmlformats.org/officeDocument/2006/relationships/slide" Target="signal_zoom_r4_11.xml"/><Relationship Id="rIdT4ClickFrame1" Type="http://schemas.openxmlformats.org/officeDocument/2006/relationships/image" Target="../media/pam_r2_322b9c5b60bebc1e_image88.png"/><Relationship Id="rIdT4ClickFrame2" Type="http://schemas.openxmlformats.org/officeDocument/2006/relationships/image" Target="../media/pam_r2_9fefd414fb3a5a8a_t4_click_9fefd414fb3a5a8a1c10099966f40f720cc64ce020096ff27cc1ca1039806748.png"/><Relationship Id="rIdT4ClickFrame3" Type="http://schemas.openxmlformats.org/officeDocument/2006/relationships/image" Target="../media/pam_r2_910c2125850bc216_t4_click_910c2125850bc2161b0896cfbde9469f7f607ccead477b475fdad41ff16c56eb.png"/><Relationship Id="rIdT4ClickFrame4" Type="http://schemas.openxmlformats.org/officeDocument/2006/relationships/image" Target="../media/pam_r2_6e4560aa04ca4e48_t4_click_6e4560aa04ca4e483ea672d213b7b7a13e317e85ca28e0727430b760c1343bd6.png"/><Relationship Id="rIdT4ClickFrame5" Type="http://schemas.openxmlformats.org/officeDocument/2006/relationships/image" Target="../media/pam_r2_0214cc01aa2cdffd_t4_click_0214cc01aa2cdffd675e9615d9644ea04730b79d0a74a4cc5550a159ce28274c.png"/><Relationship Id="rIdT4ClickFrame6" Type="http://schemas.openxmlformats.org/officeDocument/2006/relationships/image" Target="../media/pam_r2_9301f935e02bf709_t4_click_9301f935e02bf70926af4d9b7a3e927509b4a9cb23b5f1549e54235dc9e220ff.png"/><Relationship Id="rIdT4ClickFrame7" Type="http://schemas.openxmlformats.org/officeDocument/2006/relationships/image" Target="../media/pam_r2_6eace544ddf1f966_t4_click_6eace544ddf1f966605f5ad1cae4db94b7594b9a5066947a22bb5a95bb174365.png"/><Relationship Id="rIdT4ClickFrame8" Type="http://schemas.openxmlformats.org/officeDocument/2006/relationships/image" Target="../media/pam_r2_7cf6f6686ab4e8f3_t4_click_7cf6f6686ab4e8f3bf77139da6ed6837769f690e2432c3065bac0b7b71a3d28f.png"/><Relationship Id="rIdT4ClickFrame9" Type="http://schemas.openxmlformats.org/officeDocument/2006/relationships/image" Target="../media/pam_r2_3e6db9e52d75cdf7_t4_click_3e6db9e52d75cdf7239950ceef363b5669d21ec3cb91205e096d9857c2c9a746.png"/><Relationship Id="rIdT4ClickFrame10" Type="http://schemas.openxmlformats.org/officeDocument/2006/relationships/image" Target="../media/pam_r2_3849b27a8bfa7d19_t4_click_3849b27a8bfa7d19d1bb99dc2892335c27b769f5e3b337a4cc0604bc8cffcbb2.png"/><Relationship Id="rIdT4ClickFrame11" Type="http://schemas.openxmlformats.org/officeDocument/2006/relationships/image" Target="../media/pam_r2_837814a6cd1f83a0_t4_click_837814a6cd1f83a0ec1be0c044632e78d15edcc28748c016d72d884bfe131b1c.png"/><Relationship Id="rIdT4ClickFrame12" Type="http://schemas.openxmlformats.org/officeDocument/2006/relationships/image" Target="../media/pam_r2_0f533f240dbeb3a5_t4_click_0f533f240dbeb3a5be626514691aa33c5d9e0e0b64da9a878eb8e70503998fa3.png"/><Relationship Id="rIdT4ClickFrame13" Type="http://schemas.openxmlformats.org/officeDocument/2006/relationships/image" Target="../media/pam_r2_a18894518f206e46_t4_click_a18894518f206e46d7c96a92a1c403ca5536ba56825615b2b8f91e95cd6340aa.png"/><Relationship Id="rIdT4ClickFrame14" Type="http://schemas.openxmlformats.org/officeDocument/2006/relationships/image" Target="../media/pam_r2_96633e84d16addc8_t4_click_96633e84d16addc8e58e8287ca60461e48eb17d7ad01fb7e443f899aec00c4e2.png"/><Relationship Id="rIdT4ClickFrame15" Type="http://schemas.openxmlformats.org/officeDocument/2006/relationships/image" Target="../media/pam_r2_1aa62faedebefe48_t4_click_1aa62faedebefe48d43373ce15533bc95bec9ff6fa8c48c978689d16373bae1d.png"/><Relationship Id="rIdT4ClickFrame16" Type="http://schemas.openxmlformats.org/officeDocument/2006/relationships/image" Target="../media/pam_r2_fbec951ea16721bb_t4_click_fbec951ea16721bb8b3b6fdb41993391350941013f44996ed9f3d7beb70b661c.png"/><Relationship Id="rIdT4ClickFrame17" Type="http://schemas.openxmlformats.org/officeDocument/2006/relationships/image" Target="../media/pam_r2_f8e5725541bee05a_image101.png"/></Relationships>
</file>

<file path=ppt/slides/_rels/signal_zoom_r4_1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d3815def9bb5433f"/><Relationship Type="http://schemas.openxmlformats.org/officeDocument/2006/relationships/image" Target="../media/pam_r2_f8e5725541bee05a_image101.png" Id="Re813add970704479"/><Relationship Type="http://schemas.openxmlformats.org/officeDocument/2006/relationships/image" Target="../media/pam_r2_b39fcffd130b98c0_image6.png" Id="R4b81c2f31b224199"/><Relationship Type="http://schemas.openxmlformats.org/officeDocument/2006/relationships/image" Target="../media/image72.png" Id="Ra0a98cfe3ae84f17"/><Relationship Type="http://schemas.openxmlformats.org/officeDocument/2006/relationships/image" Target="../media/pam_r2_b39fcffd130b98c0_image6.png" Id="R57076b4a5fed4c96"/><Relationship Type="http://schemas.openxmlformats.org/officeDocument/2006/relationships/image" Target="../media/pam_r2_1cac3b386e11f0e9_image7.png" Id="Rb7469d3b335b4ad4"/><Relationship Type="http://schemas.openxmlformats.org/officeDocument/2006/relationships/image" Target="../media/pam_r2_85c12f5c79c478a9_image25.png" Id="R415718b665bf4221"/><Relationship Type="http://schemas.openxmlformats.org/officeDocument/2006/relationships/image" Target="../media/pam_r2_ffc59ed73b3ec883_image22.png" Id="R50fb0df45a5e4aa5"/><Relationship Type="http://schemas.openxmlformats.org/officeDocument/2006/relationships/image" Target="../media/pam_r2_ce2bbe39e9f04ac5_image103.png" Id="Rd3590880ea2544b4"/><Relationship Type="http://schemas.openxmlformats.org/officeDocument/2006/relationships/image" Target="../media/pam_r2_0677df3a48cfc011_image38.png" Id="R5c6df0dad81a491a"/><Relationship Type="http://schemas.openxmlformats.org/officeDocument/2006/relationships/notesSlide" Target="../notesSlides/pam_r2_b73a5af91ccd81e5_notesSlide11.xml" Id="R9e5c5e82577d4d51"/><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9b86c91de6e97403_t4_9b86c91de6e97403869dd358.svg"/><Relationship Id="rIdMathSvg6" Type="http://schemas.openxmlformats.org/officeDocument/2006/relationships/image" Target="../media/pam_r2_7cf387fac4cde884_t4_7cf387fac4cde8845158c50c.svg"/><Relationship Id="rIdMathSvg7" Type="http://schemas.openxmlformats.org/officeDocument/2006/relationships/image" Target="../media/pam_r2_c0c999c9eebe0344_t4_c0c999c9eebe034476c6f544.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T4ClickFrame1" Type="http://schemas.openxmlformats.org/officeDocument/2006/relationships/image" Target="../media/pam_r2_f8e5725541bee05a_image101.png"/><Relationship Id="rIdT4ClickFrame2" Type="http://schemas.openxmlformats.org/officeDocument/2006/relationships/image" Target="../media/pam_r2_18f1193c36ffb6f5_t4_click_18f1193c36ffb6f515df89439584caa0a36708795f9049838b424b09282730e7.png"/><Relationship Id="rIdT4ClickFrame3" Type="http://schemas.openxmlformats.org/officeDocument/2006/relationships/image" Target="../media/pam_r2_d661a59de06c08cb_t4_click_d661a59de06c08cb2a1144538ce2a2e780ed586edbba0516ca8d3d0bff7a9af5.png"/><Relationship Id="rIdT4ClickFrame4" Type="http://schemas.openxmlformats.org/officeDocument/2006/relationships/image" Target="../media/pam_r2_2bc91a46deb90949_t4_click_2bc91a46deb909491c99c7cc7ced7c2015ad7443885e5a61b95ead281005dda1.png"/><Relationship Id="rIdT4ClickFrame5" Type="http://schemas.openxmlformats.org/officeDocument/2006/relationships/image" Target="../media/pam_r2_bf8bef8e0fe978f9_t4_click_bf8bef8e0fe978f9763f839dc0e1f58677e7b4800d3e55f9a156d12499600574.png"/><Relationship Id="rIdT4ClickFrame6" Type="http://schemas.openxmlformats.org/officeDocument/2006/relationships/image" Target="../media/pam_r2_c3d07e413b6b5212_t4_click_c3d07e413b6b5212e4f0fa116fe188565d243df7137dd885f0a20ab0d7df6052.png"/><Relationship Id="rIdT4ClickFrame7" Type="http://schemas.openxmlformats.org/officeDocument/2006/relationships/image" Target="../media/pam_r2_ba3fbf9c78f98c23_t4_click_ba3fbf9c78f98c23f82660214f3ca520a7fbd8d8983142102042daa2c0035c75.png"/><Relationship Id="rIdT4ClickFrame8" Type="http://schemas.openxmlformats.org/officeDocument/2006/relationships/image" Target="../media/pam_r2_76d3ec8c06771787_t4_click_76d3ec8c06771787adc47d75af9fbc75bcd5cc4e62075d8f6259f5c5e2b6eb8e.png"/><Relationship Id="rIdT4ClickFrame9" Type="http://schemas.openxmlformats.org/officeDocument/2006/relationships/image" Target="../media/pam_r2_f867d9ac83257b1e_t4_click_f867d9ac83257b1ed091d4a8a3fdd9a19612bf53a7fa3d0745d3a7560a69fac4.png"/><Relationship Id="rIdT4ClickFrame10" Type="http://schemas.openxmlformats.org/officeDocument/2006/relationships/image" Target="../media/pam_r2_6b8da8eac1a43f92_t4_click_6b8da8eac1a43f92fbc7c16a07330e739c7906f9a7eaaedb3f8812add79fe8b5.png"/><Relationship Id="rIdT4ClickFrame11" Type="http://schemas.openxmlformats.org/officeDocument/2006/relationships/image" Target="../media/pam_r2_445b658430556864_t4_click_445b658430556864f44ce22545957ce00df78f6663e9a0a0b8d3d818a0976ac1.png"/><Relationship Id="rIdT4ClickFrame12" Type="http://schemas.openxmlformats.org/officeDocument/2006/relationships/image" Target="../media/pam_r2_0f869db11df4fc54_t4_click_0f869db11df4fc541223820bf2ec5c2e80e7b053e03191055b95da9805b46adf.png"/><Relationship Id="rIdT4ClickFrame13" Type="http://schemas.openxmlformats.org/officeDocument/2006/relationships/image" Target="../media/pam_r2_27e0e6c1929d1744_t4_click_27e0e6c1929d1744afbc9d1665763c9dae79fa178e2e59e9e3c7f3478ce93011.png"/><Relationship Id="rIdT4ClickFrame14" Type="http://schemas.openxmlformats.org/officeDocument/2006/relationships/image" Target="../media/pam_r2_893c7e3fb560528c_t4_click_893c7e3fb560528cc43a78ec1a60829ae6ffc754af91eb5321e6a6ec07dd1ed7.png"/><Relationship Id="rIdT4ClickFrame15" Type="http://schemas.openxmlformats.org/officeDocument/2006/relationships/image" Target="../media/pam_r2_667b7552e60562de_t4_click_667b7552e60562de31ad6cea4ace34dea750ed3dbb6177ef0779d9d2dacf3bd2.png"/><Relationship Id="rIdT4ClickFrame16" Type="http://schemas.openxmlformats.org/officeDocument/2006/relationships/image" Target="../media/pam_r2_26cd4cce2316dfb6_t4_click_26cd4cce2316dfb69f398be078b385132b77b4051ffbc1f180e9ff0efc930122.png"/><Relationship Id="rIdT4ClickFrame17" Type="http://schemas.openxmlformats.org/officeDocument/2006/relationships/image" Target="../media/pam_r2_269c02e93d7a3c92_image128.png"/></Relationships>
</file>

<file path=ppt/slides/_rels/signal_zoom_r4_14.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c7e7f9abecb64cd0"/><Relationship Type="http://schemas.openxmlformats.org/officeDocument/2006/relationships/image" Target="../media/pam_r2_269c02e93d7a3c92_image128.png" Id="Raf17eb0130a24136"/><Relationship Type="http://schemas.openxmlformats.org/officeDocument/2006/relationships/image" Target="../media/pam_r2_b39fcffd130b98c0_image6.png" Id="Rb9de940fc52447a3"/><Relationship Type="http://schemas.openxmlformats.org/officeDocument/2006/relationships/image" Target="../media/image72.png" Id="R88d7782a6e954583"/><Relationship Type="http://schemas.openxmlformats.org/officeDocument/2006/relationships/image" Target="../media/pam_r2_b39fcffd130b98c0_image6.png" Id="Rd494493d81fe4601"/><Relationship Type="http://schemas.openxmlformats.org/officeDocument/2006/relationships/image" Target="../media/pam_r2_1cac3b386e11f0e9_image7.png" Id="R8f740c05222646d0"/><Relationship Type="http://schemas.openxmlformats.org/officeDocument/2006/relationships/image" Target="../media/pam_r2_85c12f5c79c478a9_image25.png" Id="R8290feaf452f48c2"/><Relationship Type="http://schemas.openxmlformats.org/officeDocument/2006/relationships/image" Target="../media/pam_r2_ffc59ed73b3ec883_image22.png" Id="R103ed080e90e4afb"/><Relationship Type="http://schemas.openxmlformats.org/officeDocument/2006/relationships/image" Target="../media/pam_r2_43596aafd0bcb496_image95.png" Id="R8d81a7e3ca9c4ea7"/><Relationship Type="http://schemas.openxmlformats.org/officeDocument/2006/relationships/image" Target="../media/pam_r2_0677df3a48cfc011_image38.png" Id="Re21aed330f2346ec"/><Relationship Type="http://schemas.openxmlformats.org/officeDocument/2006/relationships/image" Target="../media/pam_r2_9f66bf18b2ec4e42_image128.png" Id="Rdefb0833d26142b9"/><Relationship Type="http://schemas.openxmlformats.org/officeDocument/2006/relationships/image" Target="../media/pam_r2_565b634f0a645871_image131.png" Id="Rdeeba58c0aec4fb9"/><Relationship Type="http://schemas.openxmlformats.org/officeDocument/2006/relationships/notesSlide" Target="../notesSlides/pam_r2_b73a5af91ccd81e5_notesSlide14.xml" Id="R9421c270276c456e"/><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9b86c91de6e97403_t4_9b86c91de6e97403869dd358.svg"/><Relationship Id="rIdMathSvg6" Type="http://schemas.openxmlformats.org/officeDocument/2006/relationships/image" Target="../media/pam_r2_a3e7921fc6e23bf6_t4_a3e7921fc6e23bf635f80a76.svg"/><Relationship Id="rIdMathSvg7" Type="http://schemas.openxmlformats.org/officeDocument/2006/relationships/image" Target="../media/pam_r2_c0c999c9eebe0344_t4_c0c999c9eebe034476c6f544.svg"/><Relationship Id="rIdMathSvg8" Type="http://schemas.openxmlformats.org/officeDocument/2006/relationships/image" Target="../media/pam_r2_d367f9eb77ae95aa_t4_d367f9eb77ae95aabf27082a.svg"/><Relationship Id="rIdMathSvg9" Type="http://schemas.openxmlformats.org/officeDocument/2006/relationships/image" Target="../media/pam_r2_8bbc2e33ca16ffdf_t4_8bbc2e33ca16ffdf14522665.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Nav6" Type="http://schemas.openxmlformats.org/officeDocument/2006/relationships/slide" Target="signal_zoom_r4_4.xml"/><Relationship Id="rIdNav7" Type="http://schemas.openxmlformats.org/officeDocument/2006/relationships/slide" Target="signal_zoom_r4_11.xml"/><Relationship Id="rIdT4ClickFrame1" Type="http://schemas.openxmlformats.org/officeDocument/2006/relationships/image" Target="../media/pam_r2_269c02e93d7a3c92_image128.png"/><Relationship Id="rIdT4ClickFrame2" Type="http://schemas.openxmlformats.org/officeDocument/2006/relationships/image" Target="../media/pam_r2_26cd4cce2316dfb6_t4_click_26cd4cce2316dfb69f398be078b385132b77b4051ffbc1f180e9ff0efc930122.png"/><Relationship Id="rIdT4ClickFrame3" Type="http://schemas.openxmlformats.org/officeDocument/2006/relationships/image" Target="../media/pam_r2_667b7552e60562de_t4_click_667b7552e60562de31ad6cea4ace34dea750ed3dbb6177ef0779d9d2dacf3bd2.png"/><Relationship Id="rIdT4ClickFrame4" Type="http://schemas.openxmlformats.org/officeDocument/2006/relationships/image" Target="../media/pam_r2_893c7e3fb560528c_t4_click_893c7e3fb560528cc43a78ec1a60829ae6ffc754af91eb5321e6a6ec07dd1ed7.png"/><Relationship Id="rIdT4ClickFrame5" Type="http://schemas.openxmlformats.org/officeDocument/2006/relationships/image" Target="../media/pam_r2_27e0e6c1929d1744_t4_click_27e0e6c1929d1744afbc9d1665763c9dae79fa178e2e59e9e3c7f3478ce93011.png"/><Relationship Id="rIdT4ClickFrame6" Type="http://schemas.openxmlformats.org/officeDocument/2006/relationships/image" Target="../media/pam_r2_0f869db11df4fc54_t4_click_0f869db11df4fc541223820bf2ec5c2e80e7b053e03191055b95da9805b46adf.png"/><Relationship Id="rIdT4ClickFrame7" Type="http://schemas.openxmlformats.org/officeDocument/2006/relationships/image" Target="../media/pam_r2_445b658430556864_t4_click_445b658430556864f44ce22545957ce00df78f6663e9a0a0b8d3d818a0976ac1.png"/><Relationship Id="rIdT4ClickFrame8" Type="http://schemas.openxmlformats.org/officeDocument/2006/relationships/image" Target="../media/pam_r2_6b8da8eac1a43f92_t4_click_6b8da8eac1a43f92fbc7c16a07330e739c7906f9a7eaaedb3f8812add79fe8b5.png"/><Relationship Id="rIdT4ClickFrame9" Type="http://schemas.openxmlformats.org/officeDocument/2006/relationships/image" Target="../media/pam_r2_f867d9ac83257b1e_t4_click_f867d9ac83257b1ed091d4a8a3fdd9a19612bf53a7fa3d0745d3a7560a69fac4.png"/><Relationship Id="rIdT4ClickFrame10" Type="http://schemas.openxmlformats.org/officeDocument/2006/relationships/image" Target="../media/pam_r2_76d3ec8c06771787_t4_click_76d3ec8c06771787adc47d75af9fbc75bcd5cc4e62075d8f6259f5c5e2b6eb8e.png"/><Relationship Id="rIdT4ClickFrame11" Type="http://schemas.openxmlformats.org/officeDocument/2006/relationships/image" Target="../media/pam_r2_ba3fbf9c78f98c23_t4_click_ba3fbf9c78f98c23f82660214f3ca520a7fbd8d8983142102042daa2c0035c75.png"/><Relationship Id="rIdT4ClickFrame12" Type="http://schemas.openxmlformats.org/officeDocument/2006/relationships/image" Target="../media/pam_r2_c3d07e413b6b5212_t4_click_c3d07e413b6b5212e4f0fa116fe188565d243df7137dd885f0a20ab0d7df6052.png"/><Relationship Id="rIdT4ClickFrame13" Type="http://schemas.openxmlformats.org/officeDocument/2006/relationships/image" Target="../media/pam_r2_bf8bef8e0fe978f9_t4_click_bf8bef8e0fe978f9763f839dc0e1f58677e7b4800d3e55f9a156d12499600574.png"/><Relationship Id="rIdT4ClickFrame14" Type="http://schemas.openxmlformats.org/officeDocument/2006/relationships/image" Target="../media/pam_r2_2bc91a46deb90949_t4_click_2bc91a46deb909491c99c7cc7ced7c2015ad7443885e5a61b95ead281005dda1.png"/><Relationship Id="rIdT4ClickFrame15" Type="http://schemas.openxmlformats.org/officeDocument/2006/relationships/image" Target="../media/pam_r2_d661a59de06c08cb_t4_click_d661a59de06c08cb2a1144538ce2a2e780ed586edbba0516ca8d3d0bff7a9af5.png"/><Relationship Id="rIdT4ClickFrame16" Type="http://schemas.openxmlformats.org/officeDocument/2006/relationships/image" Target="../media/pam_r2_18f1193c36ffb6f5_t4_click_18f1193c36ffb6f515df89439584caa0a36708795f9049838b424b09282730e7.png"/><Relationship Id="rIdT4ClickFrame17" Type="http://schemas.openxmlformats.org/officeDocument/2006/relationships/image" Target="../media/pam_r2_f8e5725541bee05a_image101.png"/></Relationships>
</file>

<file path=ppt/slides/_rels/signal_zoom_r4_1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b9632191bc4f45c5"/><Relationship Type="http://schemas.openxmlformats.org/officeDocument/2006/relationships/image" Target="../media/pam_r2_4404894b6b2d8f1f_image185.png" Id="Rd5f4a095bff54dc3"/><Relationship Type="http://schemas.openxmlformats.org/officeDocument/2006/relationships/image" Target="../media/pam_r2_b39fcffd130b98c0_image6.png" Id="R5f08da8527844105"/><Relationship Type="http://schemas.openxmlformats.org/officeDocument/2006/relationships/image" Target="../media/image72.png" Id="R26beb6286cb1479e"/><Relationship Type="http://schemas.openxmlformats.org/officeDocument/2006/relationships/image" Target="../media/image71.png" Id="R3f61ff72a15f440a"/><Relationship Type="http://schemas.openxmlformats.org/officeDocument/2006/relationships/image" Target="../media/pam_r2_1cac3b386e11f0e9_image7.png" Id="R07c08d63ec8646cf"/><Relationship Type="http://schemas.openxmlformats.org/officeDocument/2006/relationships/image" Target="../media/pam_r2_03c1f69c4fd799c6_image8.png" Id="Rfdc7a3592f1740ef"/><Relationship Type="http://schemas.openxmlformats.org/officeDocument/2006/relationships/image" Target="../media/pam_r2_dbb8bf587a035512_image163.png" Id="R967a939141274e8b"/><Relationship Type="http://schemas.openxmlformats.org/officeDocument/2006/relationships/image" Target="../media/pam_r2_92ae6613f5ad56de_image164.png" Id="R7c659f88f8a843fe"/><Relationship Type="http://schemas.openxmlformats.org/officeDocument/2006/relationships/image" Target="../media/pam_r2_4c7869561ce5f980_image165.png" Id="R8101d25713af42ea"/><Relationship Type="http://schemas.openxmlformats.org/officeDocument/2006/relationships/notesSlide" Target="../notesSlides/pam_r2_7df4f7cf7376851a_notesSlide17.xml" Id="R7886799782224a6c"/><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235f65b617af0c92_t4_235f65b617af0c924d0ea316.svg"/><Relationship Id="rIdMathSvg3" Type="http://schemas.openxmlformats.org/officeDocument/2006/relationships/image" Target="../media/pam_r2_2cf38e6aa9ffc28a_t4_2cf38e6aa9ffc28a913a1c9e.svg"/><Relationship Id="rIdMathSvg4" Type="http://schemas.openxmlformats.org/officeDocument/2006/relationships/image" Target="../media/pam_r2_85a3ad982d2ccfca_t4_85a3ad982d2ccfca1d625c6a.svg"/><Relationship Id="rIdMathSvg5" Type="http://schemas.openxmlformats.org/officeDocument/2006/relationships/image" Target="../media/pam_r2_2382b03f60a51a0f_t4_2382b03f60a51a0fe997198f.svg"/><Relationship Id="rIdMathSvg6" Type="http://schemas.openxmlformats.org/officeDocument/2006/relationships/image" Target="../media/pam_r2_aff758439ee22ad5_t4_aff758439ee22ad569afec86.svg"/><Relationship Id="rIdMathSvg7" Type="http://schemas.openxmlformats.org/officeDocument/2006/relationships/image" Target="../media/pam_r2_863d3077b04580e7_t4_863d3077b04580e717fe3127.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light_sinc_r13_8b1e05737e568b562d037259171c56b17cca818e9393f449473325cf538ad084.png"/><Relationship Id="rIdT4ClickFrame2" Type="http://schemas.openxmlformats.org/officeDocument/2006/relationships/image" Target="../media/light_sinc_r13_e4cff2aa88a1d91b3cf03d4ac821797270a1249d10d5ffd9d54c749c4d3f645b.png"/><Relationship Id="rIdT4ClickFrame3" Type="http://schemas.openxmlformats.org/officeDocument/2006/relationships/image" Target="../media/light_sinc_r13_7be5e71594b35e485df6d612577b7d399a7676c6f6ba45f0d55b839884334e6a.png"/><Relationship Id="rIdT4ClickFrame4" Type="http://schemas.openxmlformats.org/officeDocument/2006/relationships/image" Target="../media/light_sinc_r13_a27fe4b8b6aafeb59782d458b1ed9ddb62e389f81a5fcc21a818aed52a95c446.png"/><Relationship Id="rIdT4ClickFrame5" Type="http://schemas.openxmlformats.org/officeDocument/2006/relationships/image" Target="../media/light_sinc_r13_1dd6f896af769fad89dad8641b28b8c572a890ea0a6049e085cb8ef0ab5a2ef0.png"/><Relationship Id="rIdT4ClickFrame6" Type="http://schemas.openxmlformats.org/officeDocument/2006/relationships/image" Target="../media/light_sinc_r13_bc991ddf0de919289898e4c961218acb6916a521672bc14e0a45977c144d7aff.png"/><Relationship Id="rIdT4ClickFrame7" Type="http://schemas.openxmlformats.org/officeDocument/2006/relationships/image" Target="../media/light_sinc_r13_ace6dc477a4b7a60f3563e34d67e7b43232fc8fe42e1da5532b73474879f1dc1.png"/><Relationship Id="rIdT4ClickFrame8" Type="http://schemas.openxmlformats.org/officeDocument/2006/relationships/image" Target="../media/light_sinc_r13_4c73544da4f52b025612829ee82813f6799b82bf51b02ed2dc5f3265f0807264.png"/><Relationship Id="rIdT4ClickFrame9" Type="http://schemas.openxmlformats.org/officeDocument/2006/relationships/image" Target="../media/light_sinc_r13_92df07328c52174c770079cd10828f9611a957959ca9969ecdf73de6ade235e6.png"/><Relationship Id="rIdT4ClickFrame10" Type="http://schemas.openxmlformats.org/officeDocument/2006/relationships/image" Target="../media/light_sinc_r13_ef0b396e27a4231954d24aefdaf462e80f46b2b8249abf2ca0b09d5fb40f510d.png"/><Relationship Id="rIdT4ClickFrame11" Type="http://schemas.openxmlformats.org/officeDocument/2006/relationships/image" Target="../media/light_sinc_r13_ec4cc7a6dceae9000ab97744a9ba4d1dfbf88ab58ec9c18250ba2434c75cc659.png"/><Relationship Id="rIdT4ClickFrame12" Type="http://schemas.openxmlformats.org/officeDocument/2006/relationships/image" Target="../media/light_sinc_r13_9f859995c98194e51c6874113a5b508e6cd69e2f6d8eb89beec7618a7e02535c.png"/><Relationship Id="rIdT4ClickFrame13" Type="http://schemas.openxmlformats.org/officeDocument/2006/relationships/image" Target="../media/light_sinc_r13_7bcd6a232d35c08aae85205fed7dda6491738c775386dacc6429def642e1afdb.png"/><Relationship Id="rIdT4ClickFrame14" Type="http://schemas.openxmlformats.org/officeDocument/2006/relationships/image" Target="../media/light_sinc_r13_7d3fb6091b1bdd850bb6bf8b24b4a9f1c5c8c0e3a471cfa00f404cab064616bd.png"/><Relationship Id="rIdT4ClickFrame15" Type="http://schemas.openxmlformats.org/officeDocument/2006/relationships/image" Target="../media/light_sinc_r13_4ac7eb1b604619738a12795f4b51241bea538c09d2200e7ce992b1d3ce80241e.png"/><Relationship Id="rIdT4ClickFrame16" Type="http://schemas.openxmlformats.org/officeDocument/2006/relationships/image" Target="../media/light_sinc_r13_376518479b4e07be007af429f147760364cfc867b8e05343e1dc40421475992e.png"/><Relationship Id="rIdT4ClickFrame17" Type="http://schemas.openxmlformats.org/officeDocument/2006/relationships/image" Target="../media/pam_r2_2a8a0d35332a3cff_image176.png"/></Relationships>
</file>

<file path=ppt/slides/_rels/signal_zoom_r4_19.xml.rels><?xml version='1.0' encoding='UTF-8' standalone='yes'?>
<Relationships xmlns="http://schemas.openxmlformats.org/package/2006/relationships"><Relationship Type="http://schemas.openxmlformats.org/officeDocument/2006/relationships/slideLayout" Target="../slideLayouts/recovery_r10_2300fbb688968eeb_t3_reference_methods_slideLayout1.xml" Id="R5ed722c9c15c4d4e"/><Relationship Type="http://schemas.openxmlformats.org/officeDocument/2006/relationships/image" Target="../media/pam_r2_2a8a0d35332a3cff_image176.png" Id="Rbaeadb55ee1b4ca5"/><Relationship Type="http://schemas.openxmlformats.org/officeDocument/2006/relationships/image" Target="../media/pam_r2_b39fcffd130b98c0_image6.png" Id="R472a307b3f92471c"/><Relationship Type="http://schemas.openxmlformats.org/officeDocument/2006/relationships/image" Target="../media/image72.png" Id="R96e7ac58374e4d47"/><Relationship Type="http://schemas.openxmlformats.org/officeDocument/2006/relationships/image" Target="../media/image71.png" Id="R32386503c42e4b50"/><Relationship Type="http://schemas.openxmlformats.org/officeDocument/2006/relationships/image" Target="../media/pam_r2_1cac3b386e11f0e9_image7.png" Id="R4ab118deebff44d6"/><Relationship Type="http://schemas.openxmlformats.org/officeDocument/2006/relationships/image" Target="../media/pam_r2_03c1f69c4fd799c6_image8.png" Id="Rad9070634b68435b"/><Relationship Type="http://schemas.openxmlformats.org/officeDocument/2006/relationships/image" Target="../media/pam_r2_4c7869561ce5f980_image165.png" Id="R956cb646a9b84caa"/><Relationship Type="http://schemas.openxmlformats.org/officeDocument/2006/relationships/image" Target="../media/pam_r2_61f74ae3134ea86d_image181.png" Id="R72569d34d2ad44ee"/><Relationship Type="http://schemas.openxmlformats.org/officeDocument/2006/relationships/image" Target="../media/recovery_r10_e372a287c2d057ab_image9.png" Id="R92b6c42cb70e4b19"/><Relationship Type="http://schemas.openxmlformats.org/officeDocument/2006/relationships/image" Target="../media/recovery_r10_df2cc026a2170cdb_image10.png" Id="R04a2ae5d56944c41"/><Relationship Type="http://schemas.openxmlformats.org/officeDocument/2006/relationships/notesSlide" Target="../notesSlides/recovery_r10_109e1be4b52b8f1f_notesSlide1.xml" Id="R688ccb16a80f4632"/><Relationship Id="rIdMathSvg0" Type="http://schemas.openxmlformats.org/officeDocument/2006/relationships/image" Target="../media/recovery_r10_7d6ca37ce81a28e5_t4_7d6ca37ce81a28e5a0d2d53c.svg"/><Relationship Id="rIdMathSvg1" Type="http://schemas.openxmlformats.org/officeDocument/2006/relationships/image" Target="../media/recovery_r10_2559dbf1da5af3f8_t4_2559dbf1da5af3f8de490dad.svg"/><Relationship Id="rIdMathSvg2" Type="http://schemas.openxmlformats.org/officeDocument/2006/relationships/image" Target="../media/recovery_r10_2d52b4b1e75b9e49_t4_2d52b4b1e75b9e49803923df.svg"/><Relationship Id="rIdMathSvg3" Type="http://schemas.openxmlformats.org/officeDocument/2006/relationships/image" Target="../media/recovery_r10_a9ce819f5de606b4_t4_a9ce819f5de606b46f3b3179.svg"/><Relationship Id="rIdMathSvg4" Type="http://schemas.openxmlformats.org/officeDocument/2006/relationships/image" Target="../media/recovery_r10_db44cfd1fc52e745_t4_db44cfd1fc52e7456e403f5e.svg"/><Relationship Id="rIdMathSvg5" Type="http://schemas.openxmlformats.org/officeDocument/2006/relationships/image" Target="../media/recovery_r10_860b59e477ca1070_t4_860b59e477ca10708c998dd9.svg"/><Relationship Id="rIdMathSvg6" Type="http://schemas.openxmlformats.org/officeDocument/2006/relationships/image" Target="../media/recovery_r10_6304c6d3ae407d8b_t4_6304c6d3ae407d8b6500625c.svg"/><Relationship Id="rIdMathSvg7" Type="http://schemas.openxmlformats.org/officeDocument/2006/relationships/image" Target="../media/recovery_r10_672709944e390ff2_t4_672709944e390ff25b93125a.svg"/><Relationship Id="rIdMathSvg8" Type="http://schemas.openxmlformats.org/officeDocument/2006/relationships/image" Target="../media/recovery_r10_c94f062f379fcae9_t4_c94f062f379fcae996187158.svg"/><Relationship Id="rIdNav0" Type="http://schemas.openxmlformats.org/officeDocument/2006/relationships/slide" Target="pam_process_1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pam_r2_2a8a0d35332a3cff_image176.png"/><Relationship Id="rIdT4ClickFrame2" Type="http://schemas.openxmlformats.org/officeDocument/2006/relationships/image" Target="../media/recovery_r10_c8e3dcb6a4705494_t4_click_c8e3dcb6a4705494b3b8cff1f7f7b869504197f64c31601fffb526c8870b97a6.png"/><Relationship Id="rIdT4ClickFrame3" Type="http://schemas.openxmlformats.org/officeDocument/2006/relationships/image" Target="../media/recovery_r10_d4883700ea231414_t4_click_d4883700ea231414ad5c4b3b72005495a0499a9de5fefc165006723ec68b6a97.png"/><Relationship Id="rIdT4ClickFrame4" Type="http://schemas.openxmlformats.org/officeDocument/2006/relationships/image" Target="../media/recovery_r10_3a4bdf7cfa72c96a_t4_click_3a4bdf7cfa72c96a3f0630d4277d4292d69f8fe145d6b09cad624e9f67d2445e.png"/><Relationship Id="rIdT4ClickFrame5" Type="http://schemas.openxmlformats.org/officeDocument/2006/relationships/image" Target="../media/recovery_r10_6768d66f8c52fb8b_t4_click_6768d66f8c52fb8ba819f95d678b710d058d63eea4bac3d7957a0fc467572a20.png"/><Relationship Id="rIdT4ClickFrame6" Type="http://schemas.openxmlformats.org/officeDocument/2006/relationships/image" Target="../media/recovery_r10_740edd003c5df9a7_t4_click_740edd003c5df9a718e6470013ce722e8116f3f1c66bbbe6e3469f3d56c2f4be.png"/><Relationship Id="rIdT4ClickFrame7" Type="http://schemas.openxmlformats.org/officeDocument/2006/relationships/image" Target="../media/recovery_r10_369aa92e7860bfaf_t4_click_369aa92e7860bfafae9a2c2d8c299c3cd73397a7cb1bf2bf5b53f07623fbdbec.png"/><Relationship Id="rIdT4ClickFrame8" Type="http://schemas.openxmlformats.org/officeDocument/2006/relationships/image" Target="../media/recovery_r10_c2716dcb724ef593_t4_click_c2716dcb724ef5934922c6e5f34a527be211df0c4f220924a9bb6914259b0c40.png"/><Relationship Id="rIdT4ClickFrame9" Type="http://schemas.openxmlformats.org/officeDocument/2006/relationships/image" Target="../media/recovery_r10_78a3afed373e0791_t4_click_78a3afed373e079162e411115e81dffc5259ca827c1ce3f92c3a468e70f29197.png"/><Relationship Id="rIdT4ClickFrame10" Type="http://schemas.openxmlformats.org/officeDocument/2006/relationships/image" Target="../media/recovery_r10_a8a9bbd3f2014c06_t4_click_a8a9bbd3f2014c06a4f4d6b6ae7b91913fd1b098d369926089618066cb9bc3f0.png"/><Relationship Id="rIdT4ClickFrame11" Type="http://schemas.openxmlformats.org/officeDocument/2006/relationships/image" Target="../media/recovery_r10_0aef0e1329f06dea_t4_click_0aef0e1329f06deadbbbe895ba636bea421208c6b6b655bc136fcfccf843ae1b.png"/><Relationship Id="rIdT4ClickFrame12" Type="http://schemas.openxmlformats.org/officeDocument/2006/relationships/image" Target="../media/recovery_r10_26d678eaa01b349c_t4_click_26d678eaa01b349c7241e31f52e2e1e82c3023dffb3c5dc890ac2807ce7013ad.png"/><Relationship Id="rIdT4ClickFrame13" Type="http://schemas.openxmlformats.org/officeDocument/2006/relationships/image" Target="../media/recovery_r10_fcfb8ba2aa9b3f56_t4_click_fcfb8ba2aa9b3f56b0fd3a11d5eb13881d56028c5eda05849f31f6f66d1cbd21.png"/><Relationship Id="rIdT4ClickFrame14" Type="http://schemas.openxmlformats.org/officeDocument/2006/relationships/image" Target="../media/recovery_r10_ae62c8870dab9c82_t4_click_ae62c8870dab9c8246da6d93d1119123365538ad1bebb75f514b8d10c6b95426.png"/><Relationship Id="rIdT4ClickFrame15" Type="http://schemas.openxmlformats.org/officeDocument/2006/relationships/image" Target="../media/recovery_r10_fd6062c5d63a76b5_t4_click_fd6062c5d63a76b58a9afdc74bd7ff03c924f30cfea068a8759a9ab6e1fc5e60.png"/><Relationship Id="rIdT4ClickFrame16" Type="http://schemas.openxmlformats.org/officeDocument/2006/relationships/image" Target="../media/recovery_r10_e8bf5d36e6e39741_t4_click_e8bf5d36e6e397411b52073db8f2af795f5aa19e8a4a08bb2b9b00dfd3338e60.png"/><Relationship Id="rIdT4ClickFrame17" Type="http://schemas.openxmlformats.org/officeDocument/2006/relationships/image" Target="../media/recovery_r10_3a6e085742188ad1_image11.png"/></Relationships>
</file>

<file path=ppt/slides/_rels/signal_zoom_r4_20.xml.rels><?xml version='1.0' encoding='UTF-8' standalone='yes'?>
<Relationships xmlns="http://schemas.openxmlformats.org/package/2006/relationships"><Relationship Type="http://schemas.openxmlformats.org/officeDocument/2006/relationships/slideLayout" Target="../slideLayouts/recovery_r10_2300fbb688968eeb_t3_reference_methods_slideLayout1.xml" Id="R549029ad095b4852"/><Relationship Type="http://schemas.openxmlformats.org/officeDocument/2006/relationships/image" Target="../media/recovery_r10_3a6e085742188ad1_image11.png" Id="R32cbb1f4372c446e"/><Relationship Type="http://schemas.openxmlformats.org/officeDocument/2006/relationships/image" Target="../media/pam_r2_b39fcffd130b98c0_image6.png" Id="Rcfb54e3acebe4aeb"/><Relationship Type="http://schemas.openxmlformats.org/officeDocument/2006/relationships/image" Target="../media/image72.png" Id="Rb70503ec2ae14056"/><Relationship Type="http://schemas.openxmlformats.org/officeDocument/2006/relationships/image" Target="../media/image71.png" Id="Rc951d959d06345b1"/><Relationship Type="http://schemas.openxmlformats.org/officeDocument/2006/relationships/image" Target="../media/pam_r2_1cac3b386e11f0e9_image7.png" Id="R3bbffb88d7b54f17"/><Relationship Type="http://schemas.openxmlformats.org/officeDocument/2006/relationships/image" Target="../media/pam_r2_03c1f69c4fd799c6_image8.png" Id="Rfedb2384688743fb"/><Relationship Type="http://schemas.openxmlformats.org/officeDocument/2006/relationships/image" Target="../media/pam_r2_4c7869561ce5f980_image165.png" Id="R8e65a37fd6cc4f2f"/><Relationship Type="http://schemas.openxmlformats.org/officeDocument/2006/relationships/image" Target="../media/pam_process_aee3e3741cefdf1f_image11.png" Id="Ra4ef3613521a431c"/><Relationship Type="http://schemas.openxmlformats.org/officeDocument/2006/relationships/image" Target="../media/recovery_r10_b5ca84f72a06f421_image19.png" Id="Rbef265d5520b48b5"/><Relationship Type="http://schemas.openxmlformats.org/officeDocument/2006/relationships/image" Target="../media/recovery_r10_54d975ef1c6e2ec2_image20.png" Id="R83bf0bf75f6b4ee6"/><Relationship Type="http://schemas.openxmlformats.org/officeDocument/2006/relationships/notesSlide" Target="../notesSlides/recovery_r10_109e1be4b52b8f1f_notesSlide2.xml" Id="Rc0887810dc42406d"/><Relationship Id="rIdMathSvg0" Type="http://schemas.openxmlformats.org/officeDocument/2006/relationships/image" Target="../media/recovery_r10_7d6ca37ce81a28e5_t4_7d6ca37ce81a28e5a0d2d53c.svg"/><Relationship Id="rIdMathSvg1" Type="http://schemas.openxmlformats.org/officeDocument/2006/relationships/image" Target="../media/recovery_r10_2559dbf1da5af3f8_t4_2559dbf1da5af3f8de490dad.svg"/><Relationship Id="rIdMathSvg2" Type="http://schemas.openxmlformats.org/officeDocument/2006/relationships/image" Target="../media/recovery_r10_2d52b4b1e75b9e49_t4_2d52b4b1e75b9e49803923df.svg"/><Relationship Id="rIdMathSvg3" Type="http://schemas.openxmlformats.org/officeDocument/2006/relationships/image" Target="../media/recovery_r10_a9ce819f5de606b4_t4_a9ce819f5de606b46f3b3179.svg"/><Relationship Id="rIdMathSvg4" Type="http://schemas.openxmlformats.org/officeDocument/2006/relationships/image" Target="../media/recovery_r10_db44cfd1fc52e745_t4_db44cfd1fc52e7456e403f5e.svg"/><Relationship Id="rIdMathSvg5" Type="http://schemas.openxmlformats.org/officeDocument/2006/relationships/image" Target="../media/recovery_r10_860b59e477ca1070_t4_860b59e477ca10708c998dd9.svg"/><Relationship Id="rIdMathSvg6" Type="http://schemas.openxmlformats.org/officeDocument/2006/relationships/image" Target="../media/recovery_r10_66428c4ccdac4a23_t4_66428c4ccdac4a23aee905c9.svg"/><Relationship Id="rIdMathSvg7" Type="http://schemas.openxmlformats.org/officeDocument/2006/relationships/image" Target="../media/recovery_r10_1dc49340cde066d8_t4_1dc49340cde066d8e9549d2e.svg"/><Relationship Id="rIdMathSvg8" Type="http://schemas.openxmlformats.org/officeDocument/2006/relationships/image" Target="../media/recovery_r10_074464b466171257_t4_074464b46617125753e6a94b.svg"/><Relationship Id="rIdNav0" Type="http://schemas.openxmlformats.org/officeDocument/2006/relationships/slide" Target="pam_process_1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recovery_r10_3a6e085742188ad1_image11.png"/><Relationship Id="rIdT4ClickFrame2" Type="http://schemas.openxmlformats.org/officeDocument/2006/relationships/image" Target="../media/recovery_r10_38d7267795a772e6_t4_click_38d7267795a772e6e0cc09be706e5cf7e4bc4a923c07cc31e824cda867a30e17.png"/><Relationship Id="rIdT4ClickFrame3" Type="http://schemas.openxmlformats.org/officeDocument/2006/relationships/image" Target="../media/recovery_r10_788a4b07f3a5c3ed_t4_click_788a4b07f3a5c3ed70a323bd516c3682c867c0e4928cc21207d7decc0db81243.png"/><Relationship Id="rIdT4ClickFrame4" Type="http://schemas.openxmlformats.org/officeDocument/2006/relationships/image" Target="../media/recovery_r10_77ec3ebbedb75e9a_t4_click_77ec3ebbedb75e9adf924cd01b06780d8366b374b53362c043b0ced8ba62cd70.png"/><Relationship Id="rIdT4ClickFrame5" Type="http://schemas.openxmlformats.org/officeDocument/2006/relationships/image" Target="../media/recovery_r10_e46ebd3f4db1d555_t4_click_e46ebd3f4db1d5552697ec2d2d599e7e88c8468e39086ba05541638cbd591fff.png"/><Relationship Id="rIdT4ClickFrame6" Type="http://schemas.openxmlformats.org/officeDocument/2006/relationships/image" Target="../media/recovery_r10_9a7866fbe4648e82_t4_click_9a7866fbe4648e82eecbe4ff3bfd9d9c56fa875be09b684207a845b482eb5f5f.png"/><Relationship Id="rIdT4ClickFrame7" Type="http://schemas.openxmlformats.org/officeDocument/2006/relationships/image" Target="../media/recovery_r10_dd4ab4da1d1fd520_t4_click_dd4ab4da1d1fd5201560848414c6635ab80c1e6a19ecbfd6ce2d35223bccc455.png"/><Relationship Id="rIdT4ClickFrame8" Type="http://schemas.openxmlformats.org/officeDocument/2006/relationships/image" Target="../media/recovery_r10_7972fa00eef12c3f_t4_click_7972fa00eef12c3f2f2765f23a2b9256bcd49cb78ccee60e07530ab34e3f5fc9.png"/><Relationship Id="rIdT4ClickFrame9" Type="http://schemas.openxmlformats.org/officeDocument/2006/relationships/image" Target="../media/recovery_r10_fc82a14d9ff8748f_t4_click_fc82a14d9ff8748f90dbd68e74054b5ac828b38c069fcba9e3c181abdbc00c32.png"/><Relationship Id="rIdT4ClickFrame10" Type="http://schemas.openxmlformats.org/officeDocument/2006/relationships/image" Target="../media/recovery_r10_188757966634a29d_t4_click_188757966634a29dce07f2e33ae3caf5d67f424c32230c713ae7ad156daf24ae.png"/><Relationship Id="rIdT4ClickFrame11" Type="http://schemas.openxmlformats.org/officeDocument/2006/relationships/image" Target="../media/recovery_r10_19f457bf043f0bf8_t4_click_19f457bf043f0bf8e3446ef98513b8439cbc7c76baea02c2080c4da81183f4e5.png"/><Relationship Id="rIdT4ClickFrame12" Type="http://schemas.openxmlformats.org/officeDocument/2006/relationships/image" Target="../media/recovery_r10_8a830c55c7d5a547_t4_click_8a830c55c7d5a54701e15150d8f32260962604bf593d289e1b56639d6e5827d1.png"/><Relationship Id="rIdT4ClickFrame13" Type="http://schemas.openxmlformats.org/officeDocument/2006/relationships/image" Target="../media/recovery_r10_7e34a06d3837633e_t4_click_7e34a06d3837633ec1fcba7ed90656f4d7183490b07d9c4bef9e9bcc2b2bdf69.png"/><Relationship Id="rIdT4ClickFrame14" Type="http://schemas.openxmlformats.org/officeDocument/2006/relationships/image" Target="../media/recovery_r10_e6d44039131b488f_t4_click_e6d44039131b488fe7320a302652f2dd85fcf6b224e4d234a34ca63174d5e63d.png"/><Relationship Id="rIdT4ClickFrame15" Type="http://schemas.openxmlformats.org/officeDocument/2006/relationships/image" Target="../media/recovery_r10_60a65a36db8f77cc_t4_click_60a65a36db8f77cc759d994d121fbc9a2a06f12cb13ed17b541e21823d0f48a8.png"/><Relationship Id="rIdT4ClickFrame16" Type="http://schemas.openxmlformats.org/officeDocument/2006/relationships/image" Target="../media/recovery_r10_571b3777b53cd532_t4_click_571b3777b53cd5329e25bc0e703ac798182e6bae51832a81bb8b8c89d6adf3d5.png"/><Relationship Id="rIdT4ClickFrame17" Type="http://schemas.openxmlformats.org/officeDocument/2006/relationships/image" Target="../media/recovery_r10_58aae40f4908b96d_t4_click_58aae40f4908b96db9f0d63425e12eb9755bf028d1a0d9e877fb00e41b2f4659.png"/></Relationships>
</file>

<file path=ppt/slides/_rels/signal_zoom_r4_25.xml.rels><?xml version='1.0' encoding='UTF-8' standalone='yes'?>
<Relationships xmlns="http://schemas.openxmlformats.org/package/2006/relationships"><Relationship Type="http://schemas.openxmlformats.org/officeDocument/2006/relationships/slideLayout" Target="../slideLayouts/sinc_r12_2300fbb688968eeb_t3_reference_methods_slideLayout1.xml" Id="Raa2c187325f943d0"/><Relationship Type="http://schemas.openxmlformats.org/officeDocument/2006/relationships/image" Target="../media/sinc_r12_a397d3c7d55fd1e5_image13.png" Id="Re008e7f28c274421"/><Relationship Type="http://schemas.openxmlformats.org/officeDocument/2006/relationships/image" Target="../media/pam_r2_b39fcffd130b98c0_image6.png" Id="Rff5769c3f8b2427a"/><Relationship Type="http://schemas.openxmlformats.org/officeDocument/2006/relationships/image" Target="../media/image72.png" Id="Rb7d58832430d4c64"/><Relationship Type="http://schemas.openxmlformats.org/officeDocument/2006/relationships/image" Target="../media/image71.png" Id="R3cae1bdf1a8a488e"/><Relationship Type="http://schemas.openxmlformats.org/officeDocument/2006/relationships/image" Target="../media/pam_r2_1cac3b386e11f0e9_image7.png" Id="Rb8114e908b924d79"/><Relationship Type="http://schemas.openxmlformats.org/officeDocument/2006/relationships/image" Target="../media/pam_r2_03c1f69c4fd799c6_image8.png" Id="Rf0831fe01fe74331"/><Relationship Type="http://schemas.openxmlformats.org/officeDocument/2006/relationships/image" Target="../media/pam_r2_4c7869561ce5f980_image165.png" Id="R921beb3f6bc04c4a"/><Relationship Type="http://schemas.openxmlformats.org/officeDocument/2006/relationships/image" Target="../media/pam_r2_ac3476781ff16762_image213.png" Id="R65852d52ac76466e"/><Relationship Type="http://schemas.openxmlformats.org/officeDocument/2006/relationships/image" Target="../media/pam_r2_32081910345bf5f7_image225.png" Id="R6107b79a4e3f49bc"/><Relationship Type="http://schemas.openxmlformats.org/officeDocument/2006/relationships/image" Target="../media/pam_r2_3d94ed7477575bc5_image214.png" Id="Rbc867a05c3dd4802"/><Relationship Type="http://schemas.openxmlformats.org/officeDocument/2006/relationships/notesSlide" Target="../notesSlides/sinc_r12_2f53e5f32c4b7bfd_notesSlide2.xml" Id="R2c3ad2c93e9444ed"/><Relationship Id="rIdMathSvg0" Type="http://schemas.openxmlformats.org/officeDocument/2006/relationships/image" Target="../media/sinc_r12_87eb75da0da66374_t4_87eb75da0da66374bcbab0ef.svg"/><Relationship Id="rIdMathSvg1" Type="http://schemas.openxmlformats.org/officeDocument/2006/relationships/image" Target="../media/sinc_r12_8a34acd04ba668d0_t4_8a34acd04ba668d0461ff74a.svg"/><Relationship Id="rIdMathSvg2" Type="http://schemas.openxmlformats.org/officeDocument/2006/relationships/image" Target="../media/sinc_r12_55c13e6c786bebd0_t4_55c13e6c786bebd09419a66c.svg"/><Relationship Id="rIdMathSvg3" Type="http://schemas.openxmlformats.org/officeDocument/2006/relationships/image" Target="../media/sinc_r12_b39a1d05327e8345_t4_b39a1d05327e83454e67e6a0.svg"/><Relationship Id="rIdMathSvg4" Type="http://schemas.openxmlformats.org/officeDocument/2006/relationships/image" Target="../media/sinc_r12_3adcd417fbdeb633_t4_3adcd417fbdeb6333c674ef4.svg"/><Relationship Id="rIdMathSvg5" Type="http://schemas.openxmlformats.org/officeDocument/2006/relationships/image" Target="../media/sinc_r12_65636aa0654ed8a5_t4_65636aa0654ed8a5b3322f92.svg"/><Relationship Id="rIdMathSvg6" Type="http://schemas.openxmlformats.org/officeDocument/2006/relationships/image" Target="../media/sinc_r12_dce2eadcc611efb8_t4_dce2eadcc611efb84cc2931c.svg"/><Relationship Id="rIdMathSvg7" Type="http://schemas.openxmlformats.org/officeDocument/2006/relationships/image" Target="../media/sinc_r12_70e78df545c99880_t4_70e78df545c9988040c1a3a4.svg"/><Relationship Id="rIdMathSvg8" Type="http://schemas.openxmlformats.org/officeDocument/2006/relationships/image" Target="../media/sinc_r12_71cb9494f6e64163_t4_71cb9494f6e641634a10835a.svg"/><Relationship Id="rIdNav0" Type="http://schemas.openxmlformats.org/officeDocument/2006/relationships/slide" Target="pam_process_1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Nav6" Type="http://schemas.openxmlformats.org/officeDocument/2006/relationships/slide" Target="signal_zoom_r4_17.xml"/><Relationship Id="rIdNav7" Type="http://schemas.openxmlformats.org/officeDocument/2006/relationships/slide" Target="slide17.xml"/><Relationship Id="rIdT4ClickFrame1" Type="http://schemas.openxmlformats.org/officeDocument/2006/relationships/image" Target="../media/sinc_r12_a397d3c7d55fd1e5_image13.png"/><Relationship Id="rIdT4ClickFrame2" Type="http://schemas.openxmlformats.org/officeDocument/2006/relationships/image" Target="../media/sinc_r12_1533a10faeff8fff_t4_click_1533a10faeff8fffb593105cfe23d9f07e66c9c5a90cdc3cc187b728eced87db.png"/><Relationship Id="rIdT4ClickFrame3" Type="http://schemas.openxmlformats.org/officeDocument/2006/relationships/image" Target="../media/sinc_r12_f8d991f7a9d43682_t4_click_f8d991f7a9d43682d524425b361746a98e90dc4a520c9dabc80647601bf0942d.png"/><Relationship Id="rIdT4ClickFrame4" Type="http://schemas.openxmlformats.org/officeDocument/2006/relationships/image" Target="../media/sinc_r12_4e0737672f818143_t4_click_4e0737672f8181430d46273fb3a068ccbb76d6b4d5ba801c40d713c1a35039ae.png"/><Relationship Id="rIdT4ClickFrame5" Type="http://schemas.openxmlformats.org/officeDocument/2006/relationships/image" Target="../media/sinc_r12_c809119b2ed4ebab_t4_click_c809119b2ed4ebab0de65e3440633abccbdeacb1897056fc80d0edf5f964a2bd.png"/><Relationship Id="rIdT4ClickFrame6" Type="http://schemas.openxmlformats.org/officeDocument/2006/relationships/image" Target="../media/sinc_r12_f04be2236c2179d8_t4_click_f04be2236c2179d804383c4c86d3cb85de7a30e5300905cd968dd356d510a288.png"/><Relationship Id="rIdT4ClickFrame7" Type="http://schemas.openxmlformats.org/officeDocument/2006/relationships/image" Target="../media/sinc_r12_8f7e672ee3b88c85_t4_click_8f7e672ee3b88c85699bd1e443480b035274a07fdfb949a6ed65be6c200e7f4e.png"/><Relationship Id="rIdT4ClickFrame8" Type="http://schemas.openxmlformats.org/officeDocument/2006/relationships/image" Target="../media/sinc_r12_c9c3e7934724fc61_t4_click_c9c3e7934724fc61a0a8b534e5bfe8d0367d1352445974728dad1b9b744ca6bb.png"/><Relationship Id="rIdT4ClickFrame9" Type="http://schemas.openxmlformats.org/officeDocument/2006/relationships/image" Target="../media/sinc_r12_d1303dec674b409b_t4_click_d1303dec674b409b2f26e5fff5a3e96f0f7ab6db4460e75d0cc811c380614ceb.png"/><Relationship Id="rIdT4ClickFrame10" Type="http://schemas.openxmlformats.org/officeDocument/2006/relationships/image" Target="../media/sinc_r12_ffd4aa3d8e14b80d_t4_click_ffd4aa3d8e14b80d63fcfa95880f1f146631cbb7852583f949d99b9c58a2554c.png"/><Relationship Id="rIdT4ClickFrame11" Type="http://schemas.openxmlformats.org/officeDocument/2006/relationships/image" Target="../media/sinc_r12_40d9aaeb57b77f37_t4_click_40d9aaeb57b77f37288c058467a0eee4363ddccbac01416dfaec518bd4f4e1c3.png"/><Relationship Id="rIdT4ClickFrame12" Type="http://schemas.openxmlformats.org/officeDocument/2006/relationships/image" Target="../media/sinc_r12_64bf925d2ec4fecc_t4_click_64bf925d2ec4fecc7e959417b2a3ac64a87ece7fc60e6719543336ce65c58620.png"/><Relationship Id="rIdT4ClickFrame13" Type="http://schemas.openxmlformats.org/officeDocument/2006/relationships/image" Target="../media/sinc_r12_f62bf86de9c744c5_t4_click_f62bf86de9c744c5b976767a0b4d206b8ff8ff59931fc6e82cb2733d84d9331d.png"/><Relationship Id="rIdT4ClickFrame14" Type="http://schemas.openxmlformats.org/officeDocument/2006/relationships/image" Target="../media/sinc_r12_7ebe4caa2b45474a_t4_click_7ebe4caa2b45474aaf7e2383a38e624416306c23916f440c764eda54c01fd4e5.png"/><Relationship Id="rIdT4ClickFrame15" Type="http://schemas.openxmlformats.org/officeDocument/2006/relationships/image" Target="../media/sinc_r12_8ae5aa72ca5e6fce_t4_click_8ae5aa72ca5e6fce5893e946d5d1094adaf06d0af65c9df9df15563a5f14b2f2.png"/><Relationship Id="rIdT4ClickFrame16" Type="http://schemas.openxmlformats.org/officeDocument/2006/relationships/image" Target="../media/sinc_r12_aa60e6a79a53d461_t4_click_aa60e6a79a53d461e142154d4763f4ecba4437708d9a0810aa1bb259e6e22697.png"/><Relationship Id="rIdT4ClickFrame17" Type="http://schemas.openxmlformats.org/officeDocument/2006/relationships/image" Target="../media/sinc_r12_403cfc72891d8dd4_t4_click_403cfc72891d8dd4946c7718c16e1e31a5652691a567bed039b1e1b68712ff27.png"/></Relationships>
</file>

<file path=ppt/slides/_rels/signal_zoom_r4_3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9ba6549c6484c55"/><Relationship Type="http://schemas.openxmlformats.org/officeDocument/2006/relationships/image" Target="../media/pam_r2_117935d2e1fd37d7_image271.png" Id="R380880e161804252"/><Relationship Type="http://schemas.openxmlformats.org/officeDocument/2006/relationships/image" Target="../media/pam_r2_f1b27b87ff073c36_image251.png" Id="R51f321c5b3f641b7"/><Relationship Type="http://schemas.openxmlformats.org/officeDocument/2006/relationships/image" Target="../media/pam_r2_7aa7d6125a5d7303_image252.png" Id="R7102f7ec34e547e5"/><Relationship Type="http://schemas.openxmlformats.org/officeDocument/2006/relationships/image" Target="../media/image.png" Id="Rdd0d8fb2a1fa4a54"/><Relationship Type="http://schemas.openxmlformats.org/officeDocument/2006/relationships/image" Target="../media/image11.png" Id="R2e79fb4e83ce42d5"/><Relationship Type="http://schemas.openxmlformats.org/officeDocument/2006/relationships/image" Target="../media/pam_r2_36149075537422ca_image255.png" Id="R791aee3be67a4a48"/><Relationship Type="http://schemas.openxmlformats.org/officeDocument/2006/relationships/image" Target="../media/pam_r2_a49a8a74ffe116f3_image259.png" Id="R2675ea40a928409a"/><Relationship Type="http://schemas.openxmlformats.org/officeDocument/2006/relationships/image" Target="../media/pam_r2_c2c0b73a2bdef542_image260.png" Id="R1883748b512e4d8e"/><Relationship Type="http://schemas.openxmlformats.org/officeDocument/2006/relationships/notesSlide" Target="../notesSlides/pam_r2_917134a2828d4667_notesSlide31.xml" Id="Rd8fed94b5d024fcc"/><Relationship Id="rIdMathSvg0" Type="http://schemas.openxmlformats.org/officeDocument/2006/relationships/image" Target="../media/pam_r2_e232f270c0de3743_t4_e232f270c0de3743fa1432c6.svg"/><Relationship Id="rIdMathSvg1" Type="http://schemas.openxmlformats.org/officeDocument/2006/relationships/image" Target="../media/pam_r2_e19f416ebac7b7dd_t4_e19f416ebac7b7dd4205b7a8.svg"/><Relationship Id="rIdMathSvg2" Type="http://schemas.openxmlformats.org/officeDocument/2006/relationships/image" Target="../media/pam_r2_36e7c847d43bda54_t4_36e7c847d43bda5483789b6c.svg"/><Relationship Id="rIdMathSvg3" Type="http://schemas.openxmlformats.org/officeDocument/2006/relationships/image" Target="../media/pam_r2_95733091bf5d790c_t4_95733091bf5d790c581a5e8b.svg"/><Relationship Id="rIdMathSvg4" Type="http://schemas.openxmlformats.org/officeDocument/2006/relationships/image" Target="../media/pam_r2_571ac5900da2311c_t4_571ac5900da2311c7c4588ce.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2.xml"/><Relationship Id="rIdNav3" Type="http://schemas.openxmlformats.org/officeDocument/2006/relationships/slide" Target="signal_zoom_r4_31.xml"/><Relationship Id="rIdNav4" Type="http://schemas.openxmlformats.org/officeDocument/2006/relationships/slide" Target="signal_zoom_r4_32.xml"/><Relationship Id="rIdNav5" Type="http://schemas.openxmlformats.org/officeDocument/2006/relationships/slide" Target="signal_zoom_r4_33.xml"/><Relationship Id="rIdNav6" Type="http://schemas.openxmlformats.org/officeDocument/2006/relationships/slide" Target="signal_zoom_r4_31.xml"/><Relationship Id="rIdNav7" Type="http://schemas.openxmlformats.org/officeDocument/2006/relationships/slide" Target="signal_zoom_r4_32.xml"/><Relationship Id="rIdNav8" Type="http://schemas.openxmlformats.org/officeDocument/2006/relationships/slide" Target="signal_zoom_r4_33.xml"/><Relationship Id="rIdT4ClickFrame1" Type="http://schemas.openxmlformats.org/officeDocument/2006/relationships/image" Target="../media/pam_r2_117935d2e1fd37d7_image271.png"/><Relationship Id="rIdT4ClickFrame2" Type="http://schemas.openxmlformats.org/officeDocument/2006/relationships/image" Target="../media/pam_r2_bcd763fa2dfb44bc_t4_click_bcd763fa2dfb44bc374919ab9b4721f2b428f1023f605daf37b669dadb71cb6b.png"/><Relationship Id="rIdT4ClickFrame3" Type="http://schemas.openxmlformats.org/officeDocument/2006/relationships/image" Target="../media/pam_r2_beb2868e6005496c_t4_click_beb2868e6005496c01e1bd676783e71362488a7cfdf471db808df75228282c49.png"/><Relationship Id="rIdT4ClickFrame4" Type="http://schemas.openxmlformats.org/officeDocument/2006/relationships/image" Target="../media/pam_r2_6ef127720f7f42c8_t4_click_6ef127720f7f42c831363c4b13ed14dd73eb6550e4a4663f30117dc3829131d2.png"/><Relationship Id="rIdT4ClickFrame5" Type="http://schemas.openxmlformats.org/officeDocument/2006/relationships/image" Target="../media/pam_r2_92df0a80282aae77_t4_click_92df0a80282aae77824f77cd459f2d133897bdc1a5e6c377255a780c772cee71.png"/><Relationship Id="rIdT4ClickFrame6" Type="http://schemas.openxmlformats.org/officeDocument/2006/relationships/image" Target="../media/pam_r2_102e1f92d5f456f2_t4_click_102e1f92d5f456f25feb7211345da05e87d9d265868f7bff7ab979a3e855e4b4.png"/><Relationship Id="rIdT4ClickFrame7" Type="http://schemas.openxmlformats.org/officeDocument/2006/relationships/image" Target="../media/pam_r2_8a85c9dcc8178326_t4_click_8a85c9dcc81783264af2b4c64f188e3e6b4721e487db3d418c58a7b3eda67a38.png"/><Relationship Id="rIdT4ClickFrame8" Type="http://schemas.openxmlformats.org/officeDocument/2006/relationships/image" Target="../media/pam_r2_ab2bbe7bb4b6a19f_t4_click_ab2bbe7bb4b6a19fd54b5884117aeab33eacbd4e0c36836ef3ce922b37f87c4f.png"/><Relationship Id="rIdT4ClickFrame9" Type="http://schemas.openxmlformats.org/officeDocument/2006/relationships/image" Target="../media/pam_r2_68be19b648591c98_t4_click_68be19b648591c987e704ee8400287609954b007907073682b24665f9f91f6b0.png"/><Relationship Id="rIdT4ClickFrame10" Type="http://schemas.openxmlformats.org/officeDocument/2006/relationships/image" Target="../media/pam_r2_63f6074bad3cbaaa_t4_click_63f6074bad3cbaaaa8603295a1e3cee0381c43c21d2b60841e69cff025e78e72.png"/><Relationship Id="rIdT4ClickFrame11" Type="http://schemas.openxmlformats.org/officeDocument/2006/relationships/image" Target="../media/pam_r2_676f5b02e44652db_t4_click_676f5b02e44652db0410cb72ba4e466281f6076981f349770c77616863f64e84.png"/><Relationship Id="rIdT4ClickFrame12" Type="http://schemas.openxmlformats.org/officeDocument/2006/relationships/image" Target="../media/pam_r2_81b551f866c7865f_t4_click_81b551f866c7865f109bc4933e7360749e313f7ce12449a9811dd7e0f27c4568.png"/><Relationship Id="rIdT4ClickFrame13" Type="http://schemas.openxmlformats.org/officeDocument/2006/relationships/image" Target="../media/pam_r2_f072d6b59ea51f83_t4_click_f072d6b59ea51f83043d6053d502ab051a4827d3360ad9b5b5df4c06c61c738c.png"/><Relationship Id="rIdT4ClickFrame14" Type="http://schemas.openxmlformats.org/officeDocument/2006/relationships/image" Target="../media/pam_r2_74bae114946f1c63_t4_click_74bae114946f1c632a738ec42160b0d30bd9831ca118fa07e2a5d65ad3a5e6c1.png"/><Relationship Id="rIdT4ClickFrame15" Type="http://schemas.openxmlformats.org/officeDocument/2006/relationships/image" Target="../media/pam_r2_e7c17bcb2262a349_t4_click_e7c17bcb2262a3495b9e1e01ee451c467ff8b0bc75fea7d4b58c97cc1641267e.png"/><Relationship Id="rIdT4ClickFrame16" Type="http://schemas.openxmlformats.org/officeDocument/2006/relationships/image" Target="../media/pam_r2_6c965fb47228354b_t4_click_6c965fb47228354be63078c57e89c80c85474006d8b1edfca6e57b68c01bf4e4.png"/><Relationship Id="rIdT4ClickFrame17" Type="http://schemas.openxmlformats.org/officeDocument/2006/relationships/image" Target="../media/pam_r2_7aa7d6125a5d7303_image252.png"/><Relationship Id="rIdT4ClickFrame18" Type="http://schemas.openxmlformats.org/officeDocument/2006/relationships/image" Target="../media/pam_r2_f1b27b87ff073c36_image251.png"/><Relationship Id="rIdT4ClickFrame19" Type="http://schemas.openxmlformats.org/officeDocument/2006/relationships/image" Target="../media/pam_r2_8548e32b5dec8bbd_t4_click_8548e32b5dec8bbdbfa41eb17de696922fe4465d267b2e1022359e7907e87946.png"/><Relationship Id="rIdT4ClickFrame20" Type="http://schemas.openxmlformats.org/officeDocument/2006/relationships/image" Target="../media/pam_r2_b3695aacf5dff408_t4_click_b3695aacf5dff40812ea811dad10854f9c51661f08f22d4479fe0346c31d5f51.png"/><Relationship Id="rIdT4ClickFrame21" Type="http://schemas.openxmlformats.org/officeDocument/2006/relationships/image" Target="../media/pam_r2_fa75cbe66cde8454_t4_click_fa75cbe66cde8454eea5a0e390be4b3757b1c9b9ba815eccdd2dacda2eb1d752.png"/><Relationship Id="rIdT4ClickFrame22" Type="http://schemas.openxmlformats.org/officeDocument/2006/relationships/image" Target="../media/pam_r2_3ac064ad44f29bf7_t4_click_3ac064ad44f29bf7d4f24625a5ad50fae55342581acf0ea9e46f545047ce484a.png"/><Relationship Id="rIdT4ClickFrame23" Type="http://schemas.openxmlformats.org/officeDocument/2006/relationships/image" Target="../media/pam_r2_8b5a0bf4a93a5047_t4_click_8b5a0bf4a93a504742143e998f22f1cff86fec1fbade9e2016af0f853a4a82de.png"/><Relationship Id="rIdT4ClickFrame24" Type="http://schemas.openxmlformats.org/officeDocument/2006/relationships/image" Target="../media/pam_r2_b6a47d5914e7cff9_t4_click_b6a47d5914e7cff9b65e52b91f44bf43a876de30adc4d1927e8eb6fe91a79a05.png"/><Relationship Id="rIdT4ClickFrame25" Type="http://schemas.openxmlformats.org/officeDocument/2006/relationships/image" Target="../media/pam_r2_3f741d491bef9ecc_t4_click_3f741d491bef9eccd3c4735e8a7003405957d00c5db029a61b034d6cc93024d4.png"/><Relationship Id="rIdT4ClickFrame26" Type="http://schemas.openxmlformats.org/officeDocument/2006/relationships/image" Target="../media/pam_r2_bbfe4e139fefb110_t4_click_bbfe4e139fefb110e0588b00ff2710e9c797d42b4497734fe37cc58d523e1775.png"/><Relationship Id="rIdT4ClickFrame27" Type="http://schemas.openxmlformats.org/officeDocument/2006/relationships/image" Target="../media/pam_r2_56b5a841c1e25d60_t4_click_56b5a841c1e25d607320bb61b6f5ddb5c2d95c0f8e953b2c4d0aa1abf5c9fa04.png"/><Relationship Id="rIdT4ClickFrame28" Type="http://schemas.openxmlformats.org/officeDocument/2006/relationships/image" Target="../media/pam_r2_4dbe1ef1eb5b5dc1_t4_click_4dbe1ef1eb5b5dc1e05b51cfa1e1f198507c22c8b99fc902a41603964c29aeb0.png"/><Relationship Id="rIdT4ClickFrame29" Type="http://schemas.openxmlformats.org/officeDocument/2006/relationships/image" Target="../media/pam_r2_1c9b5d55e1d40572_t4_click_1c9b5d55e1d40572615bd353f0a14e3d625524035629df72358fcce40c65be5f.png"/><Relationship Id="rIdT4ClickFrame30" Type="http://schemas.openxmlformats.org/officeDocument/2006/relationships/image" Target="../media/pam_r2_b249537306771bd5_t4_click_b249537306771bd5e03b88252786fbe79e65c740870e6b840efc0028cf2388ff.png"/><Relationship Id="rIdT4ClickFrame31" Type="http://schemas.openxmlformats.org/officeDocument/2006/relationships/image" Target="../media/pam_r2_15ba9c320748e87e_t4_click_15ba9c320748e87e3015a3d427869102d43ed0a0a14dfe80fc6874cd8cb90057.png"/><Relationship Id="rIdT4ClickFrame32" Type="http://schemas.openxmlformats.org/officeDocument/2006/relationships/image" Target="../media/pam_r2_a6047f9466f54d04_t4_click_a6047f9466f54d044dabe40bea7d041628da8f7eae039f537ac11229776433a0.png"/><Relationship Id="rIdT4ClickFrame33" Type="http://schemas.openxmlformats.org/officeDocument/2006/relationships/image" Target="../media/pam_r2_f0f7080cd379ef88_t4_click_f0f7080cd379ef880406a0b5e255a8e125eb885104e158d67151b822095a41f5.png"/><Relationship Id="rIdT4ClickFrame34" Type="http://schemas.openxmlformats.org/officeDocument/2006/relationships/image" Target="../media/pam_r2_d74cce2e00331dde_t4_click_d74cce2e00331dde1634529b31c4b70632451e9b4a3559ebe0829e63c9352341.png"/><Relationship Id="rIdT4ClickFrame35" Type="http://schemas.openxmlformats.org/officeDocument/2006/relationships/image" Target="../media/pam_r2_6b6fc6250d4ff593_t4_click_6b6fc6250d4ff593b678d19dbbc7093f3fc089725afc952ecc5ff45a47a142f9.png"/><Relationship Id="rIdT4ClickFrame36" Type="http://schemas.openxmlformats.org/officeDocument/2006/relationships/image" Target="../media/pam_r2_1cd972ff262cc5c6_t4_click_1cd972ff262cc5c6f3b5c221f1ef81b930a0ebc924c0888d3e8af2ee7de1dea5.png"/><Relationship Id="rIdT4ClickFrame37" Type="http://schemas.openxmlformats.org/officeDocument/2006/relationships/image" Target="../media/pam_r2_4b6f690b865ae29d_t4_click_4b6f690b865ae29d7d6b8de1032248a1574a529e524dcd2842f466e03b8e266b.png"/><Relationship Id="rIdT4ClickFrame38" Type="http://schemas.openxmlformats.org/officeDocument/2006/relationships/image" Target="../media/pam_r2_e397024015ac8f3c_t4_click_e397024015ac8f3c0f4636a977951d375fe100c3972aeb89fefb8a1ddf6e7426.png"/><Relationship Id="rIdT4ClickFrame39" Type="http://schemas.openxmlformats.org/officeDocument/2006/relationships/image" Target="../media/pam_r2_65f7c58390380cb6_t4_click_65f7c58390380cb67fef4b166dff60c1c820b1707c3e52ea316aff2209d7fdfe.png"/><Relationship Id="rIdT4ClickFrame40" Type="http://schemas.openxmlformats.org/officeDocument/2006/relationships/image" Target="../media/pam_r2_7aa7d6125a5d7303_image252.png"/><Relationship Id="rIdT4ClickFrame41" Type="http://schemas.openxmlformats.org/officeDocument/2006/relationships/image" Target="../media/pam_r2_7aa7d6125a5d7303_image252.png"/><Relationship Id="rIdT4ClickFrame42" Type="http://schemas.openxmlformats.org/officeDocument/2006/relationships/image" Target="../media/pam_r2_6c965fb47228354b_t4_click_6c965fb47228354be63078c57e89c80c85474006d8b1edfca6e57b68c01bf4e4.png"/><Relationship Id="rIdT4ClickFrame43" Type="http://schemas.openxmlformats.org/officeDocument/2006/relationships/image" Target="../media/pam_r2_e7c17bcb2262a349_t4_click_e7c17bcb2262a3495b9e1e01ee451c467ff8b0bc75fea7d4b58c97cc1641267e.png"/><Relationship Id="rIdT4ClickFrame44" Type="http://schemas.openxmlformats.org/officeDocument/2006/relationships/image" Target="../media/pam_r2_74bae114946f1c63_t4_click_74bae114946f1c632a738ec42160b0d30bd9831ca118fa07e2a5d65ad3a5e6c1.png"/><Relationship Id="rIdT4ClickFrame45" Type="http://schemas.openxmlformats.org/officeDocument/2006/relationships/image" Target="../media/pam_r2_f072d6b59ea51f83_t4_click_f072d6b59ea51f83043d6053d502ab051a4827d3360ad9b5b5df4c06c61c738c.png"/><Relationship Id="rIdT4ClickFrame46" Type="http://schemas.openxmlformats.org/officeDocument/2006/relationships/image" Target="../media/pam_r2_81b551f866c7865f_t4_click_81b551f866c7865f109bc4933e7360749e313f7ce12449a9811dd7e0f27c4568.png"/><Relationship Id="rIdT4ClickFrame47" Type="http://schemas.openxmlformats.org/officeDocument/2006/relationships/image" Target="../media/pam_r2_676f5b02e44652db_t4_click_676f5b02e44652db0410cb72ba4e466281f6076981f349770c77616863f64e84.png"/><Relationship Id="rIdT4ClickFrame48" Type="http://schemas.openxmlformats.org/officeDocument/2006/relationships/image" Target="../media/pam_r2_63f6074bad3cbaaa_t4_click_63f6074bad3cbaaaa8603295a1e3cee0381c43c21d2b60841e69cff025e78e72.png"/><Relationship Id="rIdT4ClickFrame49" Type="http://schemas.openxmlformats.org/officeDocument/2006/relationships/image" Target="../media/pam_r2_68be19b648591c98_t4_click_68be19b648591c987e704ee8400287609954b007907073682b24665f9f91f6b0.png"/><Relationship Id="rIdT4ClickFrame50" Type="http://schemas.openxmlformats.org/officeDocument/2006/relationships/image" Target="../media/pam_r2_ab2bbe7bb4b6a19f_t4_click_ab2bbe7bb4b6a19fd54b5884117aeab33eacbd4e0c36836ef3ce922b37f87c4f.png"/><Relationship Id="rIdT4ClickFrame51" Type="http://schemas.openxmlformats.org/officeDocument/2006/relationships/image" Target="../media/pam_r2_8a85c9dcc8178326_t4_click_8a85c9dcc81783264af2b4c64f188e3e6b4721e487db3d418c58a7b3eda67a38.png"/><Relationship Id="rIdT4ClickFrame52" Type="http://schemas.openxmlformats.org/officeDocument/2006/relationships/image" Target="../media/pam_r2_102e1f92d5f456f2_t4_click_102e1f92d5f456f25feb7211345da05e87d9d265868f7bff7ab979a3e855e4b4.png"/><Relationship Id="rIdT4ClickFrame53" Type="http://schemas.openxmlformats.org/officeDocument/2006/relationships/image" Target="../media/pam_r2_92df0a80282aae77_t4_click_92df0a80282aae77824f77cd459f2d133897bdc1a5e6c377255a780c772cee71.png"/><Relationship Id="rIdT4ClickFrame54" Type="http://schemas.openxmlformats.org/officeDocument/2006/relationships/image" Target="../media/pam_r2_6ef127720f7f42c8_t4_click_6ef127720f7f42c831363c4b13ed14dd73eb6550e4a4663f30117dc3829131d2.png"/><Relationship Id="rIdT4ClickFrame55" Type="http://schemas.openxmlformats.org/officeDocument/2006/relationships/image" Target="../media/pam_r2_beb2868e6005496c_t4_click_beb2868e6005496c01e1bd676783e71362488a7cfdf471db808df75228282c49.png"/><Relationship Id="rIdT4ClickFrame56" Type="http://schemas.openxmlformats.org/officeDocument/2006/relationships/image" Target="../media/pam_r2_bcd763fa2dfb44bc_t4_click_bcd763fa2dfb44bc374919ab9b4721f2b428f1023f605daf37b669dadb71cb6b.png"/><Relationship Id="rIdT4ClickFrame57" Type="http://schemas.openxmlformats.org/officeDocument/2006/relationships/image" Target="../media/pam_r2_117935d2e1fd37d7_image271.png"/></Relationships>
</file>

<file path=ppt/slides/_rels/signal_zoom_r4_32.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5af5892c9534983"/><Relationship Type="http://schemas.openxmlformats.org/officeDocument/2006/relationships/image" Target="../media/pam_r2_117935d2e1fd37d7_image271.png" Id="Ra86d026a2e7b4680"/><Relationship Type="http://schemas.openxmlformats.org/officeDocument/2006/relationships/image" Target="../media/pam_r2_6b9b77f6e82a497d_image262.png" Id="Rfbca457fe5b1449d"/><Relationship Type="http://schemas.openxmlformats.org/officeDocument/2006/relationships/image" Target="../media/pam_r2_0d9be6c818cd8e00_image263.png" Id="R452daa22dde747f2"/><Relationship Type="http://schemas.openxmlformats.org/officeDocument/2006/relationships/image" Target="../media/image.png" Id="Rff74361c27304c0b"/><Relationship Type="http://schemas.openxmlformats.org/officeDocument/2006/relationships/image" Target="../media/image11.png" Id="R6bcc044a1ba74709"/><Relationship Type="http://schemas.openxmlformats.org/officeDocument/2006/relationships/image" Target="../media/pam_r2_36149075537422ca_image255.png" Id="R5b7b327d0d0f4c30"/><Relationship Type="http://schemas.openxmlformats.org/officeDocument/2006/relationships/image" Target="../media/pam_r2_0c9b3e1f2f85aa6f_image267.png" Id="R0fa426796cce4f94"/><Relationship Type="http://schemas.openxmlformats.org/officeDocument/2006/relationships/image" Target="../media/pam_r2_ec48fd1580bf174a_image268.png" Id="R16f28752cefc4b4a"/><Relationship Type="http://schemas.openxmlformats.org/officeDocument/2006/relationships/image" Target="../media/pam_r2_5d04f9ddafe2cea6_image241.png" Id="Rb88706fac3c34c9a"/><Relationship Type="http://schemas.openxmlformats.org/officeDocument/2006/relationships/image" Target="../media/pam_r2_c9322e82d5bcf971_image117.png" Id="R5b5715add4724ce9"/><Relationship Type="http://schemas.openxmlformats.org/officeDocument/2006/relationships/notesSlide" Target="../notesSlides/pam_r2_917134a2828d4667_notesSlide32.xml" Id="R03926714ba204ebb"/><Relationship Id="rIdMathSvg0" Type="http://schemas.openxmlformats.org/officeDocument/2006/relationships/image" Target="../media/pam_r2_e232f270c0de3743_t4_e232f270c0de3743fa1432c6.svg"/><Relationship Id="rIdMathSvg1" Type="http://schemas.openxmlformats.org/officeDocument/2006/relationships/image" Target="../media/pam_r2_e19f416ebac7b7dd_t4_e19f416ebac7b7dd4205b7a8.svg"/><Relationship Id="rIdMathSvg2" Type="http://schemas.openxmlformats.org/officeDocument/2006/relationships/image" Target="../media/pam_r2_36e7c847d43bda54_t4_36e7c847d43bda5483789b6c.svg"/><Relationship Id="rIdMathSvg3" Type="http://schemas.openxmlformats.org/officeDocument/2006/relationships/image" Target="../media/pam_r2_ef4334af06182758_t4_ef4334af0618275844a7452d.svg"/><Relationship Id="rIdMathSvg4" Type="http://schemas.openxmlformats.org/officeDocument/2006/relationships/image" Target="../media/pam_r2_47600103ae554f5b_t4_47600103ae554f5b2e290acb.svg"/><Relationship Id="rIdMathSvg5" Type="http://schemas.openxmlformats.org/officeDocument/2006/relationships/image" Target="../media/pam_r2_297cce123626b41d_t4_297cce123626b41d76142bb7.svg"/><Relationship Id="rIdMathSvg6" Type="http://schemas.openxmlformats.org/officeDocument/2006/relationships/image" Target="../media/pam_r2_b10bc72c748d6506_t4_b10bc72c748d650666f56bfc.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2.xml"/><Relationship Id="rIdNav3" Type="http://schemas.openxmlformats.org/officeDocument/2006/relationships/slide" Target="signal_zoom_r4_31.xml"/><Relationship Id="rIdNav4" Type="http://schemas.openxmlformats.org/officeDocument/2006/relationships/slide" Target="signal_zoom_r4_32.xml"/><Relationship Id="rIdNav5" Type="http://schemas.openxmlformats.org/officeDocument/2006/relationships/slide" Target="signal_zoom_r4_33.xml"/><Relationship Id="rIdNav6" Type="http://schemas.openxmlformats.org/officeDocument/2006/relationships/slide" Target="signal_zoom_r4_31.xml"/><Relationship Id="rIdNav7" Type="http://schemas.openxmlformats.org/officeDocument/2006/relationships/slide" Target="signal_zoom_r4_32.xml"/><Relationship Id="rIdNav8" Type="http://schemas.openxmlformats.org/officeDocument/2006/relationships/slide" Target="signal_zoom_r4_33.xml"/><Relationship Id="rIdT4ClickFrame1" Type="http://schemas.openxmlformats.org/officeDocument/2006/relationships/image" Target="../media/pam_r2_117935d2e1fd37d7_image271.png"/><Relationship Id="rIdT4ClickFrame2" Type="http://schemas.openxmlformats.org/officeDocument/2006/relationships/image" Target="../media/pam_r2_8af620a72baa02b7_t4_click_8af620a72baa02b7f1abecce8088138e9cde131c1ee312399270225492951459.png"/><Relationship Id="rIdT4ClickFrame3" Type="http://schemas.openxmlformats.org/officeDocument/2006/relationships/image" Target="../media/pam_r2_2d8ce19050d92123_t4_click_2d8ce19050d92123ea2e0f8277bcfe5b0d3a895daa61413ca6cbcab99ee37ef0.png"/><Relationship Id="rIdT4ClickFrame4" Type="http://schemas.openxmlformats.org/officeDocument/2006/relationships/image" Target="../media/pam_r2_0fd7614df28c581b_t4_click_0fd7614df28c581be3eaaeb26418465d83a218c6537df3b82abac1db09f39014.png"/><Relationship Id="rIdT4ClickFrame5" Type="http://schemas.openxmlformats.org/officeDocument/2006/relationships/image" Target="../media/pam_r2_65e7044953d39f44_t4_click_65e7044953d39f44af365d7c2636ad3f6209849013cbcf1784c478016a31f2e1.png"/><Relationship Id="rIdT4ClickFrame6" Type="http://schemas.openxmlformats.org/officeDocument/2006/relationships/image" Target="../media/pam_r2_b6fcee371b6a58ea_t4_click_b6fcee371b6a58ea87864839b53001a7296fe526813ec23d9e936e76024ae233.png"/><Relationship Id="rIdT4ClickFrame7" Type="http://schemas.openxmlformats.org/officeDocument/2006/relationships/image" Target="../media/pam_r2_5083a723f7def467_t4_click_5083a723f7def46738be496b42d6e56dec07457edb3ac15faaa988efcf87b089.png"/><Relationship Id="rIdT4ClickFrame8" Type="http://schemas.openxmlformats.org/officeDocument/2006/relationships/image" Target="../media/pam_r2_61688da9b76079cf_t4_click_61688da9b76079cf8c18bb565d6cca58f24b38fd974e8a946b8d2dff0035f8c5.png"/><Relationship Id="rIdT4ClickFrame9" Type="http://schemas.openxmlformats.org/officeDocument/2006/relationships/image" Target="../media/pam_r2_e58ec836e68c95d8_t4_click_e58ec836e68c95d881a5af79a5f6c6d38a90cb6d5d2bd4e0f07caa83190a85a8.png"/><Relationship Id="rIdT4ClickFrame10" Type="http://schemas.openxmlformats.org/officeDocument/2006/relationships/image" Target="../media/pam_r2_8c109bd09194e883_t4_click_8c109bd09194e8830fab88b8f903cb4701cdb93cff9b57db663eee7d1abf7a3b.png"/><Relationship Id="rIdT4ClickFrame11" Type="http://schemas.openxmlformats.org/officeDocument/2006/relationships/image" Target="../media/pam_r2_461cfbdac89f7197_t4_click_461cfbdac89f7197dbb27fbd9a157f98965e687fb6f650c3346cc08839b966b8.png"/><Relationship Id="rIdT4ClickFrame12" Type="http://schemas.openxmlformats.org/officeDocument/2006/relationships/image" Target="../media/pam_r2_d352665047d48f5c_t4_click_d352665047d48f5ce30135d6049fc738c2e2f2a078bed8e7f9a21cf61fa2c20e.png"/><Relationship Id="rIdT4ClickFrame13" Type="http://schemas.openxmlformats.org/officeDocument/2006/relationships/image" Target="../media/pam_r2_26be8f62684a70f0_t4_click_26be8f62684a70f04ef7878823e0932b1b82a166e5a8fea739b87d2022447e48.png"/><Relationship Id="rIdT4ClickFrame14" Type="http://schemas.openxmlformats.org/officeDocument/2006/relationships/image" Target="../media/pam_r2_a863a73ebc5d8160_t4_click_a863a73ebc5d816024ca1c7be395b93cd90f8a007d83ec6b0f134cbd74fdcd28.png"/><Relationship Id="rIdT4ClickFrame15" Type="http://schemas.openxmlformats.org/officeDocument/2006/relationships/image" Target="../media/pam_r2_5c3094915271e69c_t4_click_5c3094915271e69c6f9729e4086a84a95033c9356627386c2cce00b4df524c8a.png"/><Relationship Id="rIdT4ClickFrame16" Type="http://schemas.openxmlformats.org/officeDocument/2006/relationships/image" Target="../media/pam_r2_1b07a6e9f580c56d_t4_click_1b07a6e9f580c56d5f5dd4e7acd6597be9af8bbbe450a07b5c412f69f7fb0ca0.png"/><Relationship Id="rIdT4ClickFrame17" Type="http://schemas.openxmlformats.org/officeDocument/2006/relationships/image" Target="../media/pam_r2_0d9be6c818cd8e00_image263.png"/><Relationship Id="rIdT4ClickFrame18" Type="http://schemas.openxmlformats.org/officeDocument/2006/relationships/image" Target="../media/pam_r2_6b9b77f6e82a497d_image262.png"/><Relationship Id="rIdT4ClickFrame19" Type="http://schemas.openxmlformats.org/officeDocument/2006/relationships/image" Target="../media/pam_r2_6b9b77f6e82a497d_image262.png"/><Relationship Id="rIdT4ClickFrame20" Type="http://schemas.openxmlformats.org/officeDocument/2006/relationships/image" Target="../media/pam_r2_6b9b77f6e82a497d_image262.png"/><Relationship Id="rIdT4ClickFrame21" Type="http://schemas.openxmlformats.org/officeDocument/2006/relationships/image" Target="../media/pam_r2_6b9b77f6e82a497d_image262.png"/><Relationship Id="rIdT4ClickFrame22" Type="http://schemas.openxmlformats.org/officeDocument/2006/relationships/image" Target="../media/pam_r2_6b9b77f6e82a497d_image262.png"/><Relationship Id="rIdT4ClickFrame23" Type="http://schemas.openxmlformats.org/officeDocument/2006/relationships/image" Target="../media/pam_r2_6d2a200f9a0919d2_t4_click_6d2a200f9a0919d223f5ee1508d5eb843edbab049abdc9934b98cdc2ff44c034.png"/><Relationship Id="rIdT4ClickFrame24" Type="http://schemas.openxmlformats.org/officeDocument/2006/relationships/image" Target="../media/pam_r2_5d856aaf81610a73_t4_click_5d856aaf81610a7321b362ea34b88f52ee0d2cbda29ba3de47d9e2d23c87af1c.png"/><Relationship Id="rIdT4ClickFrame25" Type="http://schemas.openxmlformats.org/officeDocument/2006/relationships/image" Target="../media/pam_r2_01852e7e301d65fa_t4_click_01852e7e301d65faa7e13d003e6e74a40cf88cf3e1b9d218b5bdfe67ed41c7cd.png"/><Relationship Id="rIdT4ClickFrame26" Type="http://schemas.openxmlformats.org/officeDocument/2006/relationships/image" Target="../media/pam_r2_01852e7e301d65fa_t4_click_01852e7e301d65faa7e13d003e6e74a40cf88cf3e1b9d218b5bdfe67ed41c7cd.png"/><Relationship Id="rIdT4ClickFrame27" Type="http://schemas.openxmlformats.org/officeDocument/2006/relationships/image" Target="../media/pam_r2_01852e7e301d65fa_t4_click_01852e7e301d65faa7e13d003e6e74a40cf88cf3e1b9d218b5bdfe67ed41c7cd.png"/><Relationship Id="rIdT4ClickFrame28" Type="http://schemas.openxmlformats.org/officeDocument/2006/relationships/image" Target="../media/pam_r2_01852e7e301d65fa_t4_click_01852e7e301d65faa7e13d003e6e74a40cf88cf3e1b9d218b5bdfe67ed41c7cd.png"/><Relationship Id="rIdT4ClickFrame29" Type="http://schemas.openxmlformats.org/officeDocument/2006/relationships/image" Target="../media/pam_r2_01852e7e301d65fa_t4_click_01852e7e301d65faa7e13d003e6e74a40cf88cf3e1b9d218b5bdfe67ed41c7cd.png"/><Relationship Id="rIdT4ClickFrame30" Type="http://schemas.openxmlformats.org/officeDocument/2006/relationships/image" Target="../media/pam_r2_01852e7e301d65fa_t4_click_01852e7e301d65faa7e13d003e6e74a40cf88cf3e1b9d218b5bdfe67ed41c7cd.png"/><Relationship Id="rIdT4ClickFrame31" Type="http://schemas.openxmlformats.org/officeDocument/2006/relationships/image" Target="../media/pam_r2_01852e7e301d65fa_t4_click_01852e7e301d65faa7e13d003e6e74a40cf88cf3e1b9d218b5bdfe67ed41c7cd.png"/><Relationship Id="rIdT4ClickFrame32" Type="http://schemas.openxmlformats.org/officeDocument/2006/relationships/image" Target="../media/pam_r2_01852e7e301d65fa_t4_click_01852e7e301d65faa7e13d003e6e74a40cf88cf3e1b9d218b5bdfe67ed41c7cd.png"/><Relationship Id="rIdT4ClickFrame33" Type="http://schemas.openxmlformats.org/officeDocument/2006/relationships/image" Target="../media/pam_r2_01852e7e301d65fa_t4_click_01852e7e301d65faa7e13d003e6e74a40cf88cf3e1b9d218b5bdfe67ed41c7cd.png"/><Relationship Id="rIdT4ClickFrame34" Type="http://schemas.openxmlformats.org/officeDocument/2006/relationships/image" Target="../media/pam_r2_051dc17e48747511_t4_click_051dc17e487475118c600e69aa088eafce6e2102c1d6c5988bba76c8b3ce3df6.png"/><Relationship Id="rIdT4ClickFrame35" Type="http://schemas.openxmlformats.org/officeDocument/2006/relationships/image" Target="../media/pam_r2_c57be657376af099_t4_click_c57be657376af0997a28b33cba9e92e58583cb38143de361521795d89fffe338.png"/><Relationship Id="rIdT4ClickFrame36" Type="http://schemas.openxmlformats.org/officeDocument/2006/relationships/image" Target="../media/pam_r2_ecd72235a5ad5689_t4_click_ecd72235a5ad56890c3f778dddd369800ad9ed342d5d1f919deab42f8a47f6cd.png"/><Relationship Id="rIdT4ClickFrame37" Type="http://schemas.openxmlformats.org/officeDocument/2006/relationships/image" Target="../media/pam_r2_ecd72235a5ad5689_t4_click_ecd72235a5ad56890c3f778dddd369800ad9ed342d5d1f919deab42f8a47f6cd.png"/><Relationship Id="rIdT4ClickFrame38" Type="http://schemas.openxmlformats.org/officeDocument/2006/relationships/image" Target="../media/pam_r2_ecd72235a5ad5689_t4_click_ecd72235a5ad56890c3f778dddd369800ad9ed342d5d1f919deab42f8a47f6cd.png"/><Relationship Id="rIdT4ClickFrame39" Type="http://schemas.openxmlformats.org/officeDocument/2006/relationships/image" Target="../media/pam_r2_ecd72235a5ad5689_t4_click_ecd72235a5ad56890c3f778dddd369800ad9ed342d5d1f919deab42f8a47f6cd.png"/><Relationship Id="rIdT4ClickFrame40" Type="http://schemas.openxmlformats.org/officeDocument/2006/relationships/image" Target="../media/pam_r2_0d9be6c818cd8e00_image263.png"/><Relationship Id="rIdT4ClickFrame41" Type="http://schemas.openxmlformats.org/officeDocument/2006/relationships/image" Target="../media/pam_r2_0d9be6c818cd8e00_image263.png"/><Relationship Id="rIdT4ClickFrame42" Type="http://schemas.openxmlformats.org/officeDocument/2006/relationships/image" Target="../media/pam_r2_1b07a6e9f580c56d_t4_click_1b07a6e9f580c56d5f5dd4e7acd6597be9af8bbbe450a07b5c412f69f7fb0ca0.png"/><Relationship Id="rIdT4ClickFrame43" Type="http://schemas.openxmlformats.org/officeDocument/2006/relationships/image" Target="../media/pam_r2_5c3094915271e69c_t4_click_5c3094915271e69c6f9729e4086a84a95033c9356627386c2cce00b4df524c8a.png"/><Relationship Id="rIdT4ClickFrame44" Type="http://schemas.openxmlformats.org/officeDocument/2006/relationships/image" Target="../media/pam_r2_a863a73ebc5d8160_t4_click_a863a73ebc5d816024ca1c7be395b93cd90f8a007d83ec6b0f134cbd74fdcd28.png"/><Relationship Id="rIdT4ClickFrame45" Type="http://schemas.openxmlformats.org/officeDocument/2006/relationships/image" Target="../media/pam_r2_26be8f62684a70f0_t4_click_26be8f62684a70f04ef7878823e0932b1b82a166e5a8fea739b87d2022447e48.png"/><Relationship Id="rIdT4ClickFrame46" Type="http://schemas.openxmlformats.org/officeDocument/2006/relationships/image" Target="../media/pam_r2_d352665047d48f5c_t4_click_d352665047d48f5ce30135d6049fc738c2e2f2a078bed8e7f9a21cf61fa2c20e.png"/><Relationship Id="rIdT4ClickFrame47" Type="http://schemas.openxmlformats.org/officeDocument/2006/relationships/image" Target="../media/pam_r2_461cfbdac89f7197_t4_click_461cfbdac89f7197dbb27fbd9a157f98965e687fb6f650c3346cc08839b966b8.png"/><Relationship Id="rIdT4ClickFrame48" Type="http://schemas.openxmlformats.org/officeDocument/2006/relationships/image" Target="../media/pam_r2_8c109bd09194e883_t4_click_8c109bd09194e8830fab88b8f903cb4701cdb93cff9b57db663eee7d1abf7a3b.png"/><Relationship Id="rIdT4ClickFrame49" Type="http://schemas.openxmlformats.org/officeDocument/2006/relationships/image" Target="../media/pam_r2_e58ec836e68c95d8_t4_click_e58ec836e68c95d881a5af79a5f6c6d38a90cb6d5d2bd4e0f07caa83190a85a8.png"/><Relationship Id="rIdT4ClickFrame50" Type="http://schemas.openxmlformats.org/officeDocument/2006/relationships/image" Target="../media/pam_r2_61688da9b76079cf_t4_click_61688da9b76079cf8c18bb565d6cca58f24b38fd974e8a946b8d2dff0035f8c5.png"/><Relationship Id="rIdT4ClickFrame51" Type="http://schemas.openxmlformats.org/officeDocument/2006/relationships/image" Target="../media/pam_r2_5083a723f7def467_t4_click_5083a723f7def46738be496b42d6e56dec07457edb3ac15faaa988efcf87b089.png"/><Relationship Id="rIdT4ClickFrame52" Type="http://schemas.openxmlformats.org/officeDocument/2006/relationships/image" Target="../media/pam_r2_b6fcee371b6a58ea_t4_click_b6fcee371b6a58ea87864839b53001a7296fe526813ec23d9e936e76024ae233.png"/><Relationship Id="rIdT4ClickFrame53" Type="http://schemas.openxmlformats.org/officeDocument/2006/relationships/image" Target="../media/pam_r2_65e7044953d39f44_t4_click_65e7044953d39f44af365d7c2636ad3f6209849013cbcf1784c478016a31f2e1.png"/><Relationship Id="rIdT4ClickFrame54" Type="http://schemas.openxmlformats.org/officeDocument/2006/relationships/image" Target="../media/pam_r2_0fd7614df28c581b_t4_click_0fd7614df28c581be3eaaeb26418465d83a218c6537df3b82abac1db09f39014.png"/><Relationship Id="rIdT4ClickFrame55" Type="http://schemas.openxmlformats.org/officeDocument/2006/relationships/image" Target="../media/pam_r2_2d8ce19050d92123_t4_click_2d8ce19050d92123ea2e0f8277bcfe5b0d3a895daa61413ca6cbcab99ee37ef0.png"/><Relationship Id="rIdT4ClickFrame56" Type="http://schemas.openxmlformats.org/officeDocument/2006/relationships/image" Target="../media/pam_r2_8af620a72baa02b7_t4_click_8af620a72baa02b7f1abecce8088138e9cde131c1ee312399270225492951459.png"/><Relationship Id="rIdT4ClickFrame57" Type="http://schemas.openxmlformats.org/officeDocument/2006/relationships/image" Target="../media/pam_r2_117935d2e1fd37d7_image271.png"/></Relationships>
</file>

<file path=ppt/slides/_rels/signal_zoom_r4_33.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c6b602260ea9465f"/><Relationship Type="http://schemas.openxmlformats.org/officeDocument/2006/relationships/image" Target="../media/pam_r2_117935d2e1fd37d7_image271.png" Id="R5327c049edc84831"/><Relationship Type="http://schemas.openxmlformats.org/officeDocument/2006/relationships/image" Target="../media/pam_r2_a24a881c75e70af9_image265.png" Id="Rb97bfdd722eb4e99"/><Relationship Type="http://schemas.openxmlformats.org/officeDocument/2006/relationships/image" Target="../media/pam_r2_83add27c873d2d75_image266.png" Id="R1057e403febb49f7"/><Relationship Type="http://schemas.openxmlformats.org/officeDocument/2006/relationships/image" Target="../media/image.png" Id="Rf963479dc0004dc3"/><Relationship Type="http://schemas.openxmlformats.org/officeDocument/2006/relationships/image" Target="../media/image11.png" Id="R769753e693f24d1c"/><Relationship Type="http://schemas.openxmlformats.org/officeDocument/2006/relationships/image" Target="../media/pam_r2_36149075537422ca_image255.png" Id="R94bd523f1a434a38"/><Relationship Type="http://schemas.openxmlformats.org/officeDocument/2006/relationships/image" Target="../media/pam_r2_c9322e82d5bcf971_image117.png" Id="Rdd513e1b26584899"/><Relationship Type="http://schemas.openxmlformats.org/officeDocument/2006/relationships/image" Target="../media/pam_r2_b392332acea5b21b_image278.png" Id="R79a6916888894c71"/><Relationship Type="http://schemas.openxmlformats.org/officeDocument/2006/relationships/image" Target="../media/pam_r2_74ea432be654a667_image279.png" Id="R63da71b3f0c14650"/><Relationship Type="http://schemas.openxmlformats.org/officeDocument/2006/relationships/image" Target="../media/pam_r2_0a8333aded66c7d8_image119.png" Id="R847fc41ffdb24a62"/><Relationship Type="http://schemas.openxmlformats.org/officeDocument/2006/relationships/image" Target="../media/pam_r2_c9322e82d5bcf971_image117.png" Id="R8c3c87b5ad034bb0"/><Relationship Type="http://schemas.openxmlformats.org/officeDocument/2006/relationships/image" Target="../media/pam_r2_620e5d851698c198_image120.png" Id="R983a2ab4a6264dce"/><Relationship Type="http://schemas.openxmlformats.org/officeDocument/2006/relationships/notesSlide" Target="../notesSlides/pam_r2_917134a2828d4667_notesSlide33.xml" Id="Rff86de5715af4648"/><Relationship Id="rIdMathSvg0" Type="http://schemas.openxmlformats.org/officeDocument/2006/relationships/image" Target="../media/pam_r2_e232f270c0de3743_t4_e232f270c0de3743fa1432c6.svg"/><Relationship Id="rIdMathSvg1" Type="http://schemas.openxmlformats.org/officeDocument/2006/relationships/image" Target="../media/pam_r2_e19f416ebac7b7dd_t4_e19f416ebac7b7dd4205b7a8.svg"/><Relationship Id="rIdMathSvg2" Type="http://schemas.openxmlformats.org/officeDocument/2006/relationships/image" Target="../media/pam_r2_36e7c847d43bda54_t4_36e7c847d43bda5483789b6c.svg"/><Relationship Id="rIdMathSvg3" Type="http://schemas.openxmlformats.org/officeDocument/2006/relationships/image" Target="../media/pam_r2_b10bc72c748d6506_t4_b10bc72c748d650666f56bfc.svg"/><Relationship Id="rIdMathSvg4" Type="http://schemas.openxmlformats.org/officeDocument/2006/relationships/image" Target="../media/pam_r2_1400d8ba7839818b_t4_1400d8ba7839818b86b3801a.svg"/><Relationship Id="rIdMathSvg5" Type="http://schemas.openxmlformats.org/officeDocument/2006/relationships/image" Target="../media/pam_r2_575f055cff09bcd6_t4_575f055cff09bcd61c0f2aad.svg"/><Relationship Id="rIdMathSvg6" Type="http://schemas.openxmlformats.org/officeDocument/2006/relationships/image" Target="../media/pam_r2_5f3aebf9f1960955_t4_5f3aebf9f1960955f89ef56b.svg"/><Relationship Id="rIdMathSvg7" Type="http://schemas.openxmlformats.org/officeDocument/2006/relationships/image" Target="../media/pam_r2_b10bc72c748d6506_t4_b10bc72c748d650666f56bfc.svg"/><Relationship Id="rIdMathSvg8" Type="http://schemas.openxmlformats.org/officeDocument/2006/relationships/image" Target="../media/pam_r2_d1891fca78216c5e_t4_d1891fca78216c5e1a7aa8d3.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2.xml"/><Relationship Id="rIdNav3" Type="http://schemas.openxmlformats.org/officeDocument/2006/relationships/slide" Target="signal_zoom_r4_31.xml"/><Relationship Id="rIdNav4" Type="http://schemas.openxmlformats.org/officeDocument/2006/relationships/slide" Target="signal_zoom_r4_32.xml"/><Relationship Id="rIdNav5" Type="http://schemas.openxmlformats.org/officeDocument/2006/relationships/slide" Target="signal_zoom_r4_33.xml"/><Relationship Id="rIdNav6" Type="http://schemas.openxmlformats.org/officeDocument/2006/relationships/slide" Target="signal_zoom_r4_31.xml"/><Relationship Id="rIdNav7" Type="http://schemas.openxmlformats.org/officeDocument/2006/relationships/slide" Target="signal_zoom_r4_32.xml"/><Relationship Id="rIdNav8" Type="http://schemas.openxmlformats.org/officeDocument/2006/relationships/slide" Target="signal_zoom_r4_33.xml"/><Relationship Id="rIdT4ClickFrame1" Type="http://schemas.openxmlformats.org/officeDocument/2006/relationships/image" Target="../media/pam_r2_117935d2e1fd37d7_image271.png"/><Relationship Id="rIdT4ClickFrame2" Type="http://schemas.openxmlformats.org/officeDocument/2006/relationships/image" Target="../media/pam_r2_694f4a2e7f9ef756_t4_click_694f4a2e7f9ef756deb52e6bd527213b16fbada349d6e064d292f8c4938624f3.png"/><Relationship Id="rIdT4ClickFrame3" Type="http://schemas.openxmlformats.org/officeDocument/2006/relationships/image" Target="../media/pam_r2_a7c7998c84d9146e_t4_click_a7c7998c84d9146e34df5d8a26447faec5747c9897d8d372351ea45f8c46708a.png"/><Relationship Id="rIdT4ClickFrame4" Type="http://schemas.openxmlformats.org/officeDocument/2006/relationships/image" Target="../media/pam_r2_7f51b6726ca59969_t4_click_7f51b6726ca5996960858c6dd024eec91ad57c21cd68d2008f61a43469f9b136.png"/><Relationship Id="rIdT4ClickFrame5" Type="http://schemas.openxmlformats.org/officeDocument/2006/relationships/image" Target="../media/pam_r2_0a0f869b0d6d3bd0_t4_click_0a0f869b0d6d3bd01fbee09cdce33975ea0ca756b1aef312eeeeddb0f4d316ab.png"/><Relationship Id="rIdT4ClickFrame6" Type="http://schemas.openxmlformats.org/officeDocument/2006/relationships/image" Target="../media/pam_r2_4b7043369c74f75f_t4_click_4b7043369c74f75f045d6da59d7493afb5ac0870f1777ee344dac84ad9849389.png"/><Relationship Id="rIdT4ClickFrame7" Type="http://schemas.openxmlformats.org/officeDocument/2006/relationships/image" Target="../media/pam_r2_733ffbcbae644b1f_t4_click_733ffbcbae644b1fe956919bf53d72ef784d38a63f0e73e13cf29a821ac39be1.png"/><Relationship Id="rIdT4ClickFrame8" Type="http://schemas.openxmlformats.org/officeDocument/2006/relationships/image" Target="../media/pam_r2_bc3607bd901c7330_t4_click_bc3607bd901c7330d699caddaf560aee5ce91db4791f8b4e45abe12bca49a05a.png"/><Relationship Id="rIdT4ClickFrame9" Type="http://schemas.openxmlformats.org/officeDocument/2006/relationships/image" Target="../media/pam_r2_12bddc4143166436_t4_click_12bddc4143166436e683a7e0cca58261a26d1eb2d9dbf594fcd5f547e404d6fc.png"/><Relationship Id="rIdT4ClickFrame10" Type="http://schemas.openxmlformats.org/officeDocument/2006/relationships/image" Target="../media/pam_r2_250fab1f8efd6ee0_t4_click_250fab1f8efd6ee011e335124996401b35d26b0f1cbcba51b59935bf7eb25b36.png"/><Relationship Id="rIdT4ClickFrame11" Type="http://schemas.openxmlformats.org/officeDocument/2006/relationships/image" Target="../media/pam_r2_ec4533c991ed3e3c_t4_click_ec4533c991ed3e3ce1f715bc77d0fa6277dedbbb88dd6c0808821482700bd27e.png"/><Relationship Id="rIdT4ClickFrame12" Type="http://schemas.openxmlformats.org/officeDocument/2006/relationships/image" Target="../media/pam_r2_fe6173fee0cea7b5_t4_click_fe6173fee0cea7b5fec9856773a2953f67805b95ba5e0f03297c3e30d700fd5e.png"/><Relationship Id="rIdT4ClickFrame13" Type="http://schemas.openxmlformats.org/officeDocument/2006/relationships/image" Target="../media/pam_r2_ae0e99dfafded72f_t4_click_ae0e99dfafded72f9feee6602e234d7823d7de910aeff1c4b5ac51438a174bb3.png"/><Relationship Id="rIdT4ClickFrame14" Type="http://schemas.openxmlformats.org/officeDocument/2006/relationships/image" Target="../media/pam_r2_4f6d4dca42331d49_t4_click_4f6d4dca42331d4986a3f77078d91b5e5f72d49828f7b0c325d89ac5dabfd394.png"/><Relationship Id="rIdT4ClickFrame15" Type="http://schemas.openxmlformats.org/officeDocument/2006/relationships/image" Target="../media/pam_r2_5d46a62e0b123f88_t4_click_5d46a62e0b123f88310ed9a3b52c11b928cd4aa57b6d05ad16837faf360b1b64.png"/><Relationship Id="rIdT4ClickFrame16" Type="http://schemas.openxmlformats.org/officeDocument/2006/relationships/image" Target="../media/pam_r2_1826d287b90ecfde_t4_click_1826d287b90ecfde549eb2c732aac044799fd17ec910ecc2e1754da72f5fd2d3.png"/><Relationship Id="rIdT4ClickFrame17" Type="http://schemas.openxmlformats.org/officeDocument/2006/relationships/image" Target="../media/pam_r2_83add27c873d2d75_image266.png"/><Relationship Id="rIdT4ClickFrame18" Type="http://schemas.openxmlformats.org/officeDocument/2006/relationships/image" Target="../media/pam_r2_a24a881c75e70af9_image265.png"/><Relationship Id="rIdT4ClickFrame19" Type="http://schemas.openxmlformats.org/officeDocument/2006/relationships/image" Target="../media/pam_r2_364b0e3e7d54636a_t4_click_364b0e3e7d54636a3738ae96f6048fa78101338fa55f292580c5c11b8a8e5d7a.png"/><Relationship Id="rIdT4ClickFrame20" Type="http://schemas.openxmlformats.org/officeDocument/2006/relationships/image" Target="../media/pam_r2_80ca0b2258caaa44_t4_click_80ca0b2258caaa44370df1cd1f537636fa7347e5c75507820c89802268875f82.png"/><Relationship Id="rIdT4ClickFrame21" Type="http://schemas.openxmlformats.org/officeDocument/2006/relationships/image" Target="../media/pam_r2_8ac53ed47644a654_t4_click_8ac53ed47644a6549019856795ec3c217c7d23507354c1c9be2501a8376bb387.png"/><Relationship Id="rIdT4ClickFrame22" Type="http://schemas.openxmlformats.org/officeDocument/2006/relationships/image" Target="../media/pam_r2_fb1a0af987a62221_t4_click_fb1a0af987a622216fbd61d34893edf4670178485ab3313d9a5da3b382a75c8a.png"/><Relationship Id="rIdT4ClickFrame23" Type="http://schemas.openxmlformats.org/officeDocument/2006/relationships/image" Target="../media/pam_r2_200c450cbb76b04a_t4_click_200c450cbb76b04a152a6e2475fec2f8b5111b3e17866c6edc9d02128a619e0f.png"/><Relationship Id="rIdT4ClickFrame24" Type="http://schemas.openxmlformats.org/officeDocument/2006/relationships/image" Target="../media/pam_r2_0703893d05d1e4e6_t4_click_0703893d05d1e4e6e64d2653219259ef3338ad40eec3d040d320f59fa69fa8a8.png"/><Relationship Id="rIdT4ClickFrame25" Type="http://schemas.openxmlformats.org/officeDocument/2006/relationships/image" Target="../media/pam_r2_3061fb000d63a0d8_t4_click_3061fb000d63a0d88a3af5076d81f9b10db7ab8d0c3bb885fef204372ebf915e.png"/><Relationship Id="rIdT4ClickFrame26" Type="http://schemas.openxmlformats.org/officeDocument/2006/relationships/image" Target="../media/pam_r2_85f1ca95b9f791d6_t4_click_85f1ca95b9f791d64db01926497aa101b72cf17f6e712ff240855a92ec9a93f4.png"/><Relationship Id="rIdT4ClickFrame27" Type="http://schemas.openxmlformats.org/officeDocument/2006/relationships/image" Target="../media/pam_r2_237849981be3b51b_t4_click_237849981be3b51b0b5ed673336030d5454af4e4955874249d6e548c7ae1be3f.png"/><Relationship Id="rIdT4ClickFrame28" Type="http://schemas.openxmlformats.org/officeDocument/2006/relationships/image" Target="../media/pam_r2_607f73608361f908_t4_click_607f73608361f908dc902b4ae1522f34da9775e9e6f57c4a76c7a95e62ae075d.png"/><Relationship Id="rIdT4ClickFrame29" Type="http://schemas.openxmlformats.org/officeDocument/2006/relationships/image" Target="../media/pam_r2_5c81622cafb6f656_t4_click_5c81622cafb6f656a8af588f9b22a7306e8f6491075914da98febfed3d7e8b3b.png"/><Relationship Id="rIdT4ClickFrame30" Type="http://schemas.openxmlformats.org/officeDocument/2006/relationships/image" Target="../media/pam_r2_ae66388e6839d444_t4_click_ae66388e6839d4447c5a5b0b460dff2b559e8cec5a38066f9e98f45562da3140.png"/><Relationship Id="rIdT4ClickFrame31" Type="http://schemas.openxmlformats.org/officeDocument/2006/relationships/image" Target="../media/pam_r2_d13775a4d3bd104f_t4_click_d13775a4d3bd104f6cb4fc2d024a3d2e82f5fb25343a74c90cc449c6c2de8912.png"/><Relationship Id="rIdT4ClickFrame32" Type="http://schemas.openxmlformats.org/officeDocument/2006/relationships/image" Target="../media/pam_r2_65e5faa292000623_t4_click_65e5faa292000623e9a411826ac2bd5751bde03718d7df910b528b63ce627ac2.png"/><Relationship Id="rIdT4ClickFrame33" Type="http://schemas.openxmlformats.org/officeDocument/2006/relationships/image" Target="../media/pam_r2_c463e511f3ecd465_t4_click_c463e511f3ecd46537422fc6ab7c1b1cfddb209e3bb2d25074b003c8654cff57.png"/><Relationship Id="rIdT4ClickFrame34" Type="http://schemas.openxmlformats.org/officeDocument/2006/relationships/image" Target="../media/pam_r2_62080432d92282fe_t4_click_62080432d92282fe339e79fb47cb37b1fdf5a185143c4f5cef472bc5f5a08647.png"/><Relationship Id="rIdT4ClickFrame35" Type="http://schemas.openxmlformats.org/officeDocument/2006/relationships/image" Target="../media/pam_r2_398d13597e42cc25_t4_click_398d13597e42cc251a8e3aa1d9563f54c1315939fc760b8b44be59f05753c39a.png"/><Relationship Id="rIdT4ClickFrame36" Type="http://schemas.openxmlformats.org/officeDocument/2006/relationships/image" Target="../media/pam_r2_28e044c540a78c1c_t4_click_28e044c540a78c1c701cce34041d80fe32ac08b7223d3d673f0a11b07bc18adf.png"/><Relationship Id="rIdT4ClickFrame37" Type="http://schemas.openxmlformats.org/officeDocument/2006/relationships/image" Target="../media/pam_r2_2d6c985c58de032a_t4_click_2d6c985c58de032a7d31508d7e28e924bdf2b3807d3c4ffb7a547f71e00c26a7.png"/><Relationship Id="rIdT4ClickFrame38" Type="http://schemas.openxmlformats.org/officeDocument/2006/relationships/image" Target="../media/pam_r2_3c4c19f18ad987d4_t4_click_3c4c19f18ad987d493ee72c2071fd6c6ac10756be3275e6ef97cb53a7c307c96.png"/><Relationship Id="rIdT4ClickFrame39" Type="http://schemas.openxmlformats.org/officeDocument/2006/relationships/image" Target="../media/pam_r2_35ea9a4244d91ae7_t4_click_35ea9a4244d91ae7b1627de75f705dd5c514f3442fb99f28703b5fca6e83b42a.png"/><Relationship Id="rIdT4ClickFrame40" Type="http://schemas.openxmlformats.org/officeDocument/2006/relationships/image" Target="../media/pam_r2_d71c78d0d8468c38_t4_click_d71c78d0d8468c38bad463779a6b202e99f7a59365ba3fccb291866930174f43.png"/><Relationship Id="rIdT4ClickFrame41" Type="http://schemas.openxmlformats.org/officeDocument/2006/relationships/image" Target="../media/pam_r2_736ac5d9a273551a_t4_click_736ac5d9a273551a0765fdae0baa7fc77f7825c619b91267028eddde6ca12efe.png"/><Relationship Id="rIdT4ClickFrame42" Type="http://schemas.openxmlformats.org/officeDocument/2006/relationships/image" Target="../media/pam_r2_e06ebf372f347804_t4_click_e06ebf372f347804773513d45b913ef836402e1bb45ea13adaf20a739010d49e.png"/><Relationship Id="rIdT4ClickFrame43" Type="http://schemas.openxmlformats.org/officeDocument/2006/relationships/image" Target="../media/pam_r2_0828b8bf5e889a69_t4_click_0828b8bf5e889a69404f09456c20c375576cac98721f1034aa1ea820ff0321ac.png"/><Relationship Id="rIdT4ClickFrame44" Type="http://schemas.openxmlformats.org/officeDocument/2006/relationships/image" Target="../media/pam_r2_e160295b80c7a5c3_t4_click_e160295b80c7a5c3610f071b8b0e22868b56c06fab4e8de0595f6d212c5c2ab4.png"/><Relationship Id="rIdT4ClickFrame45" Type="http://schemas.openxmlformats.org/officeDocument/2006/relationships/image" Target="../media/pam_r2_50b18c478848712a_t4_click_50b18c478848712afb5cfecb7e5ae0877e71395d767e34828189a5ed564805d1.png"/><Relationship Id="rIdT4ClickFrame46" Type="http://schemas.openxmlformats.org/officeDocument/2006/relationships/image" Target="../media/pam_r2_a08ca878f52585fb_t4_click_a08ca878f52585fba7cc9bad93d57c359f8887a5d63060c81d2799c02fffbbe3.png"/><Relationship Id="rIdT4ClickFrame47" Type="http://schemas.openxmlformats.org/officeDocument/2006/relationships/image" Target="../media/pam_r2_97a48b33d8e56d52_t4_click_97a48b33d8e56d5204019bb30ec84ae70fbbfa63cc67b9cce9ced3f493d1c921.png"/><Relationship Id="rIdT4ClickFrame48" Type="http://schemas.openxmlformats.org/officeDocument/2006/relationships/image" Target="../media/pam_r2_d54a22cfacace143_t4_click_d54a22cfacace1431b06cf55776022eda6db143b2e74d99b6f9c2c830c8174ec.png"/><Relationship Id="rIdT4ClickFrame49" Type="http://schemas.openxmlformats.org/officeDocument/2006/relationships/image" Target="../media/pam_r2_0a3e4368b732373a_t4_click_0a3e4368b732373a449a86feb3992624a6ed09b90ba7e48697cbcdc60738176d.png"/><Relationship Id="rIdT4ClickFrame50" Type="http://schemas.openxmlformats.org/officeDocument/2006/relationships/image" Target="../media/pam_r2_40127c8e26915e11_t4_click_40127c8e26915e1187b1421651fc61f6031c88ca8a5636523764d18c25dff5fe.png"/><Relationship Id="rIdT4ClickFrame51" Type="http://schemas.openxmlformats.org/officeDocument/2006/relationships/image" Target="../media/pam_r2_86e24b9107276234_t4_click_86e24b91072762341181711b3e5311601df1019e5db1025d9fb3d9bd81e256cb.png"/><Relationship Id="rIdT4ClickFrame52" Type="http://schemas.openxmlformats.org/officeDocument/2006/relationships/image" Target="../media/pam_r2_1d070b09fb8c6959_t4_click_1d070b09fb8c6959d37b48e8f1c47186b172730dad05f71a140a4a8b5566a80c.png"/><Relationship Id="rIdT4ClickFrame53" Type="http://schemas.openxmlformats.org/officeDocument/2006/relationships/image" Target="../media/pam_r2_17338bc3b5bbf7f2_t4_click_17338bc3b5bbf7f2ccbbf9eece398afb5abb101be14f1ceab17592a0b850b82f.png"/><Relationship Id="rIdT4ClickFrame54" Type="http://schemas.openxmlformats.org/officeDocument/2006/relationships/image" Target="../media/pam_r2_0a54a926dc5ea419_t4_click_0a54a926dc5ea4194d64bae81003c3c12dbe6b56862762e25d051181c2277265.png"/><Relationship Id="rIdT4ClickFrame55" Type="http://schemas.openxmlformats.org/officeDocument/2006/relationships/image" Target="../media/pam_r2_83add27c873d2d75_image266.png"/><Relationship Id="rIdT4ClickFrame56" Type="http://schemas.openxmlformats.org/officeDocument/2006/relationships/image" Target="../media/pam_r2_1826d287b90ecfde_t4_click_1826d287b90ecfde549eb2c732aac044799fd17ec910ecc2e1754da72f5fd2d3.png"/><Relationship Id="rIdT4ClickFrame57" Type="http://schemas.openxmlformats.org/officeDocument/2006/relationships/image" Target="../media/pam_r2_5d46a62e0b123f88_t4_click_5d46a62e0b123f88310ed9a3b52c11b928cd4aa57b6d05ad16837faf360b1b64.png"/><Relationship Id="rIdT4ClickFrame58" Type="http://schemas.openxmlformats.org/officeDocument/2006/relationships/image" Target="../media/pam_r2_4f6d4dca42331d49_t4_click_4f6d4dca42331d4986a3f77078d91b5e5f72d49828f7b0c325d89ac5dabfd394.png"/><Relationship Id="rIdT4ClickFrame59" Type="http://schemas.openxmlformats.org/officeDocument/2006/relationships/image" Target="../media/pam_r2_ae0e99dfafded72f_t4_click_ae0e99dfafded72f9feee6602e234d7823d7de910aeff1c4b5ac51438a174bb3.png"/><Relationship Id="rIdT4ClickFrame60" Type="http://schemas.openxmlformats.org/officeDocument/2006/relationships/image" Target="../media/pam_r2_fe6173fee0cea7b5_t4_click_fe6173fee0cea7b5fec9856773a2953f67805b95ba5e0f03297c3e30d700fd5e.png"/><Relationship Id="rIdT4ClickFrame61" Type="http://schemas.openxmlformats.org/officeDocument/2006/relationships/image" Target="../media/pam_r2_ec4533c991ed3e3c_t4_click_ec4533c991ed3e3ce1f715bc77d0fa6277dedbbb88dd6c0808821482700bd27e.png"/><Relationship Id="rIdT4ClickFrame62" Type="http://schemas.openxmlformats.org/officeDocument/2006/relationships/image" Target="../media/pam_r2_250fab1f8efd6ee0_t4_click_250fab1f8efd6ee011e335124996401b35d26b0f1cbcba51b59935bf7eb25b36.png"/><Relationship Id="rIdT4ClickFrame63" Type="http://schemas.openxmlformats.org/officeDocument/2006/relationships/image" Target="../media/pam_r2_12bddc4143166436_t4_click_12bddc4143166436e683a7e0cca58261a26d1eb2d9dbf594fcd5f547e404d6fc.png"/><Relationship Id="rIdT4ClickFrame64" Type="http://schemas.openxmlformats.org/officeDocument/2006/relationships/image" Target="../media/pam_r2_bc3607bd901c7330_t4_click_bc3607bd901c7330d699caddaf560aee5ce91db4791f8b4e45abe12bca49a05a.png"/><Relationship Id="rIdT4ClickFrame65" Type="http://schemas.openxmlformats.org/officeDocument/2006/relationships/image" Target="../media/pam_r2_733ffbcbae644b1f_t4_click_733ffbcbae644b1fe956919bf53d72ef784d38a63f0e73e13cf29a821ac39be1.png"/><Relationship Id="rIdT4ClickFrame66" Type="http://schemas.openxmlformats.org/officeDocument/2006/relationships/image" Target="../media/pam_r2_4b7043369c74f75f_t4_click_4b7043369c74f75f045d6da59d7493afb5ac0870f1777ee344dac84ad9849389.png"/><Relationship Id="rIdT4ClickFrame67" Type="http://schemas.openxmlformats.org/officeDocument/2006/relationships/image" Target="../media/pam_r2_0a0f869b0d6d3bd0_t4_click_0a0f869b0d6d3bd01fbee09cdce33975ea0ca756b1aef312eeeeddb0f4d316ab.png"/><Relationship Id="rIdT4ClickFrame68" Type="http://schemas.openxmlformats.org/officeDocument/2006/relationships/image" Target="../media/pam_r2_7f51b6726ca59969_t4_click_7f51b6726ca5996960858c6dd024eec91ad57c21cd68d2008f61a43469f9b136.png"/><Relationship Id="rIdT4ClickFrame69" Type="http://schemas.openxmlformats.org/officeDocument/2006/relationships/image" Target="../media/pam_r2_a7c7998c84d9146e_t4_click_a7c7998c84d9146e34df5d8a26447faec5747c9897d8d372351ea45f8c46708a.png"/><Relationship Id="rIdT4ClickFrame70" Type="http://schemas.openxmlformats.org/officeDocument/2006/relationships/image" Target="../media/pam_r2_694f4a2e7f9ef756_t4_click_694f4a2e7f9ef756deb52e6bd527213b16fbada349d6e064d292f8c4938624f3.png"/><Relationship Id="rIdT4ClickFrame71" Type="http://schemas.openxmlformats.org/officeDocument/2006/relationships/image" Target="../media/pam_r2_117935d2e1fd37d7_image271.png"/></Relationships>
</file>

<file path=ppt/slides/_rels/signal_zoom_r4_3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dc8a506e74a4cc9"/><Relationship Type="http://schemas.openxmlformats.org/officeDocument/2006/relationships/image" Target="../media/pam_r2_05ef040b942507d5_image306.png" Id="R0c57f600a69d4e33"/><Relationship Type="http://schemas.openxmlformats.org/officeDocument/2006/relationships/image" Target="../media/pam_r2_5092c85c122d7a2f_image279.png" Id="R5df5d486754e4146"/><Relationship Type="http://schemas.openxmlformats.org/officeDocument/2006/relationships/image" Target="../media/pam_r2_67cb7ab092f9a9c6_image280.png" Id="Rdb45be3afbed480e"/><Relationship Type="http://schemas.openxmlformats.org/officeDocument/2006/relationships/image" Target="../media/image2.png" Id="R32c10b8d85844df7"/><Relationship Type="http://schemas.openxmlformats.org/officeDocument/2006/relationships/image" Target="../media/image11.png" Id="R53d06e79853f4997"/><Relationship Type="http://schemas.openxmlformats.org/officeDocument/2006/relationships/image" Target="../media/pam_r2_711b68bd26412911_image283.png" Id="R22ece678947f480a"/><Relationship Type="http://schemas.openxmlformats.org/officeDocument/2006/relationships/image" Target="../media/pam_r2_088341b91f5aa10f_image294.png" Id="R672fb638f14942fd"/><Relationship Type="http://schemas.openxmlformats.org/officeDocument/2006/relationships/image" Target="../media/pam_r2_65b65b882ea8a756_image295.png" Id="R5fac1979ed054641"/><Relationship Type="http://schemas.openxmlformats.org/officeDocument/2006/relationships/notesSlide" Target="../notesSlides/pam_r2_a04982223d73c7f8_notesSlide35.xml" Id="R9496f8ddbe77452d"/><Relationship Id="rIdMathSvg0" Type="http://schemas.openxmlformats.org/officeDocument/2006/relationships/image" Target="../media/pam_r2_d52bc09a129a94d8_t4_d52bc09a129a94d8d7f4f021.svg"/><Relationship Id="rIdMathSvg1" Type="http://schemas.openxmlformats.org/officeDocument/2006/relationships/image" Target="../media/pam_r2_e19f416ebac7b7dd_t4_e19f416ebac7b7dd4205b7a8.svg"/><Relationship Id="rIdMathSvg2" Type="http://schemas.openxmlformats.org/officeDocument/2006/relationships/image" Target="../media/pam_r2_2586172967e2426a_t4_2586172967e2426ae942fa78.svg"/><Relationship Id="rIdMathSvg3" Type="http://schemas.openxmlformats.org/officeDocument/2006/relationships/image" Target="../media/pam_r2_23fbe9a16866bd9c_t4_23fbe9a16866bd9ca5df479b.svg"/><Relationship Id="rIdMathSvg4" Type="http://schemas.openxmlformats.org/officeDocument/2006/relationships/image" Target="../media/pam_r2_907149dbbd0afdba_t4_907149dbbd0afdbaa7243c7c.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3.xml"/><Relationship Id="rIdNav3" Type="http://schemas.openxmlformats.org/officeDocument/2006/relationships/slide" Target="signal_zoom_r4_35.xml"/><Relationship Id="rIdNav4" Type="http://schemas.openxmlformats.org/officeDocument/2006/relationships/slide" Target="signal_zoom_r4_36.xml"/><Relationship Id="rIdNav5" Type="http://schemas.openxmlformats.org/officeDocument/2006/relationships/slide" Target="signal_zoom_r4_37.xml"/><Relationship Id="rIdNav6" Type="http://schemas.openxmlformats.org/officeDocument/2006/relationships/slide" Target="signal_zoom_r4_35.xml"/><Relationship Id="rIdNav7" Type="http://schemas.openxmlformats.org/officeDocument/2006/relationships/slide" Target="signal_zoom_r4_36.xml"/><Relationship Id="rIdNav8" Type="http://schemas.openxmlformats.org/officeDocument/2006/relationships/slide" Target="signal_zoom_r4_37.xml"/><Relationship Id="rIdT4ClickFrame1" Type="http://schemas.openxmlformats.org/officeDocument/2006/relationships/image" Target="../media/pam_r2_05ef040b942507d5_image306.png"/><Relationship Id="rIdT4ClickFrame2" Type="http://schemas.openxmlformats.org/officeDocument/2006/relationships/image" Target="../media/pam_r2_11220d2d3fc18eb3_t4_click_11220d2d3fc18eb369ccabe2f40924504ad4c8d390b39822f25f84447de20200.png"/><Relationship Id="rIdT4ClickFrame3" Type="http://schemas.openxmlformats.org/officeDocument/2006/relationships/image" Target="../media/pam_r2_8c9d2939785f5f78_t4_click_8c9d2939785f5f78553428adbd3aa5ff835105fcc48ae3ad72dbba07213081fd.png"/><Relationship Id="rIdT4ClickFrame4" Type="http://schemas.openxmlformats.org/officeDocument/2006/relationships/image" Target="../media/pam_r2_dae94c8c3f5de2da_t4_click_dae94c8c3f5de2da857c9959ace78c85797f5dd5f3b573d59737d1674b7c03fb.png"/><Relationship Id="rIdT4ClickFrame5" Type="http://schemas.openxmlformats.org/officeDocument/2006/relationships/image" Target="../media/pam_r2_26bbf4f37a35c4c4_t4_click_26bbf4f37a35c4c45ee54e50df16ca38889253c15916895f9788f40987cbecf7.png"/><Relationship Id="rIdT4ClickFrame6" Type="http://schemas.openxmlformats.org/officeDocument/2006/relationships/image" Target="../media/pam_r2_5d3ba80786d10fed_t4_click_5d3ba80786d10fed072e8e20dd9c9f44ac1ddd82e2ccc93a1587e93aa25cfe48.png"/><Relationship Id="rIdT4ClickFrame7" Type="http://schemas.openxmlformats.org/officeDocument/2006/relationships/image" Target="../media/pam_r2_2bd6f26abe48c971_t4_click_2bd6f26abe48c971b7c9cd11631435219ae3b8dc39ccb2711e7300f648500792.png"/><Relationship Id="rIdT4ClickFrame8" Type="http://schemas.openxmlformats.org/officeDocument/2006/relationships/image" Target="../media/pam_r2_1eb61fd9043f17cd_t4_click_1eb61fd9043f17cd52ea779a98cf9da100b0e2331f5105dc1be2744179959e6d.png"/><Relationship Id="rIdT4ClickFrame9" Type="http://schemas.openxmlformats.org/officeDocument/2006/relationships/image" Target="../media/pam_r2_bff08d27162e2c60_t4_click_bff08d27162e2c60e54ef6f115f8118e884489495867b96153fae5002d0848e2.png"/><Relationship Id="rIdT4ClickFrame10" Type="http://schemas.openxmlformats.org/officeDocument/2006/relationships/image" Target="../media/pam_r2_d9799075533b2445_t4_click_d9799075533b2445b9782ccf65ed9e46ad410dbcd1a3dbadedefe04283ca9b95.png"/><Relationship Id="rIdT4ClickFrame11" Type="http://schemas.openxmlformats.org/officeDocument/2006/relationships/image" Target="../media/pam_r2_da441c7b46567486_t4_click_da441c7b46567486cd5070fe580d8756ce09828de43162114522cdb7a42bd89f.png"/><Relationship Id="rIdT4ClickFrame12" Type="http://schemas.openxmlformats.org/officeDocument/2006/relationships/image" Target="../media/pam_r2_b1bba903f6c8d0a0_t4_click_b1bba903f6c8d0a0652d5b3e1767537a87533904b4b167be6ef4e3f12fee470e.png"/><Relationship Id="rIdT4ClickFrame13" Type="http://schemas.openxmlformats.org/officeDocument/2006/relationships/image" Target="../media/pam_r2_d665385a33f0a984_t4_click_d665385a33f0a9845f2e381689abe6a5ff84d04c0a453bfd743300effc20af2b.png"/><Relationship Id="rIdT4ClickFrame14" Type="http://schemas.openxmlformats.org/officeDocument/2006/relationships/image" Target="../media/pam_r2_ac2c5003ce2a1dd8_t4_click_ac2c5003ce2a1dd8320efaaf9e6bc00c3c76f254931d48a35d34691117ff9aa1.png"/><Relationship Id="rIdT4ClickFrame15" Type="http://schemas.openxmlformats.org/officeDocument/2006/relationships/image" Target="../media/pam_r2_83b111c3edcc010d_t4_click_83b111c3edcc010d3c54996c81c59b612db42d20fea7036d6bde8627fb048705.png"/><Relationship Id="rIdT4ClickFrame16" Type="http://schemas.openxmlformats.org/officeDocument/2006/relationships/image" Target="../media/pam_r2_d3b8940be82b51f5_t4_click_d3b8940be82b51f5997010da596186643c77f3f9935e09d5f57259716b1df2d0.png"/><Relationship Id="rIdT4ClickFrame17" Type="http://schemas.openxmlformats.org/officeDocument/2006/relationships/image" Target="../media/pam_r2_67cb7ab092f9a9c6_image280.png"/><Relationship Id="rIdT4ClickFrame18" Type="http://schemas.openxmlformats.org/officeDocument/2006/relationships/image" Target="../media/pam_r2_5092c85c122d7a2f_image279.png"/><Relationship Id="rIdT4ClickFrame19" Type="http://schemas.openxmlformats.org/officeDocument/2006/relationships/image" Target="../media/pam_r2_9600d5a14414023e_t4_click_9600d5a14414023ec0de60b0d43ad1e499e025b4db063a2a60949dad8b34e79f.png"/><Relationship Id="rIdT4ClickFrame20" Type="http://schemas.openxmlformats.org/officeDocument/2006/relationships/image" Target="../media/pam_r2_f741649ed6a8694e_t4_click_f741649ed6a8694eb19ac94be9cacd51cdfd945bb6064de40f7e4414c30a9386.png"/><Relationship Id="rIdT4ClickFrame21" Type="http://schemas.openxmlformats.org/officeDocument/2006/relationships/image" Target="../media/pam_r2_50ef2e817e679106_t4_click_50ef2e817e679106e3713c354bb549cf12f2f1db520751263a190e002a89192b.png"/><Relationship Id="rIdT4ClickFrame22" Type="http://schemas.openxmlformats.org/officeDocument/2006/relationships/image" Target="../media/pam_r2_e3186f0908ef099f_t4_click_e3186f0908ef099f8cda78cdb2b51d17b94171a642dcc5f54ccea12da0b85550.png"/><Relationship Id="rIdT4ClickFrame23" Type="http://schemas.openxmlformats.org/officeDocument/2006/relationships/image" Target="../media/pam_r2_fb246217e0b54098_t4_click_fb246217e0b540980a0078ae9e711ab4398d60ac572135b7b7fd43fc7b2eee86.png"/><Relationship Id="rIdT4ClickFrame24" Type="http://schemas.openxmlformats.org/officeDocument/2006/relationships/image" Target="../media/pam_r2_c2d1fa15a040b1ed_t4_click_c2d1fa15a040b1ed1e3708fd4880acff993e15d0944aa861452e70c318cb24c1.png"/><Relationship Id="rIdT4ClickFrame25" Type="http://schemas.openxmlformats.org/officeDocument/2006/relationships/image" Target="../media/pam_r2_1b553cdc37008e47_t4_click_1b553cdc37008e477e87d5df73228759e41e7fdc49008414cc3dfe181faca8a4.png"/><Relationship Id="rIdT4ClickFrame26" Type="http://schemas.openxmlformats.org/officeDocument/2006/relationships/image" Target="../media/pam_r2_77c425d9dd463ed7_t4_click_77c425d9dd463ed71651259e05fc7372866d6a9ac9db629b98805f5647f0ca93.png"/><Relationship Id="rIdT4ClickFrame27" Type="http://schemas.openxmlformats.org/officeDocument/2006/relationships/image" Target="../media/pam_r2_9e41b27d62023dd3_t4_click_9e41b27d62023dd3fcba808bf83874f33d779d1759ad955d0107f994104607a3.png"/><Relationship Id="rIdT4ClickFrame28" Type="http://schemas.openxmlformats.org/officeDocument/2006/relationships/image" Target="../media/pam_r2_4f20d77f46fd7d41_t4_click_4f20d77f46fd7d41c55d5d2a501bae480a1cfdf7003c6735b4d05b45d9def6fa.png"/><Relationship Id="rIdT4ClickFrame29" Type="http://schemas.openxmlformats.org/officeDocument/2006/relationships/image" Target="../media/pam_r2_ec1ec6571b6e94f6_t4_click_ec1ec6571b6e94f687142c96f37a7da7bae9b51495691fe7d3aabf92cc446b9c.png"/><Relationship Id="rIdT4ClickFrame30" Type="http://schemas.openxmlformats.org/officeDocument/2006/relationships/image" Target="../media/pam_r2_7cd001fad98e9820_t4_click_7cd001fad98e98202a2da1212a0ddb80551d5b3417aa3b3a7231b6a8ce1375cf.png"/><Relationship Id="rIdT4ClickFrame31" Type="http://schemas.openxmlformats.org/officeDocument/2006/relationships/image" Target="../media/pam_r2_266f2dc381d5be03_t4_click_266f2dc381d5be03a61f13bfb411956f54d9914ee556011c8c367fdb44c94978.png"/><Relationship Id="rIdT4ClickFrame32" Type="http://schemas.openxmlformats.org/officeDocument/2006/relationships/image" Target="../media/pam_r2_8b72b1445d535a20_t4_click_8b72b1445d535a2038a61ada8c351829674478df3fb6ab042967eb46f67c93e1.png"/><Relationship Id="rIdT4ClickFrame33" Type="http://schemas.openxmlformats.org/officeDocument/2006/relationships/image" Target="../media/pam_r2_b12e258dcda57ef1_t4_click_b12e258dcda57ef1b10ce7ca78719ca7de937a57e2fecdaa6f4e6cc7dad52011.png"/><Relationship Id="rIdT4ClickFrame34" Type="http://schemas.openxmlformats.org/officeDocument/2006/relationships/image" Target="../media/pam_r2_da55bf886344483d_t4_click_da55bf886344483dfa555ca5365174e4e3286a0a7fc470709528c8a45bb712e6.png"/><Relationship Id="rIdT4ClickFrame35" Type="http://schemas.openxmlformats.org/officeDocument/2006/relationships/image" Target="../media/pam_r2_4f1c34ec187fd2cb_t4_click_4f1c34ec187fd2cbb14dd8e9771691c6e9bcc5ede401f5bade83ee356663e2dc.png"/><Relationship Id="rIdT4ClickFrame36" Type="http://schemas.openxmlformats.org/officeDocument/2006/relationships/image" Target="../media/pam_r2_f2bebcf768e05887_t4_click_f2bebcf768e05887bd325c982c26c32508e6d8dc4d08108c5e506e64779e6e7c.png"/><Relationship Id="rIdT4ClickFrame37" Type="http://schemas.openxmlformats.org/officeDocument/2006/relationships/image" Target="../media/pam_r2_f7f3a4923e13f903_t4_click_f7f3a4923e13f903f301e5f0b46553ad7fd1e74c0990190ce0fd2aba83b30cdf.png"/><Relationship Id="rIdT4ClickFrame38" Type="http://schemas.openxmlformats.org/officeDocument/2006/relationships/image" Target="../media/pam_r2_10052ab1068aed93_t4_click_10052ab1068aed9397c99bd52664765bb7214abe11ee6dffea79ee7ddfee8db1.png"/><Relationship Id="rIdT4ClickFrame39" Type="http://schemas.openxmlformats.org/officeDocument/2006/relationships/image" Target="../media/pam_r2_c34b6ef8234f998b_t4_click_c34b6ef8234f998b44ffc391df8df5192adfe925aced99f603e9358023fd99a6.png"/><Relationship Id="rIdT4ClickFrame40" Type="http://schemas.openxmlformats.org/officeDocument/2006/relationships/image" Target="../media/pam_r2_67cb7ab092f9a9c6_image280.png"/><Relationship Id="rIdT4ClickFrame41" Type="http://schemas.openxmlformats.org/officeDocument/2006/relationships/image" Target="../media/pam_r2_67cb7ab092f9a9c6_image280.png"/><Relationship Id="rIdT4ClickFrame42" Type="http://schemas.openxmlformats.org/officeDocument/2006/relationships/image" Target="../media/pam_r2_d3b8940be82b51f5_t4_click_d3b8940be82b51f5997010da596186643c77f3f9935e09d5f57259716b1df2d0.png"/><Relationship Id="rIdT4ClickFrame43" Type="http://schemas.openxmlformats.org/officeDocument/2006/relationships/image" Target="../media/pam_r2_83b111c3edcc010d_t4_click_83b111c3edcc010d3c54996c81c59b612db42d20fea7036d6bde8627fb048705.png"/><Relationship Id="rIdT4ClickFrame44" Type="http://schemas.openxmlformats.org/officeDocument/2006/relationships/image" Target="../media/pam_r2_ac2c5003ce2a1dd8_t4_click_ac2c5003ce2a1dd8320efaaf9e6bc00c3c76f254931d48a35d34691117ff9aa1.png"/><Relationship Id="rIdT4ClickFrame45" Type="http://schemas.openxmlformats.org/officeDocument/2006/relationships/image" Target="../media/pam_r2_d665385a33f0a984_t4_click_d665385a33f0a9845f2e381689abe6a5ff84d04c0a453bfd743300effc20af2b.png"/><Relationship Id="rIdT4ClickFrame46" Type="http://schemas.openxmlformats.org/officeDocument/2006/relationships/image" Target="../media/pam_r2_b1bba903f6c8d0a0_t4_click_b1bba903f6c8d0a0652d5b3e1767537a87533904b4b167be6ef4e3f12fee470e.png"/><Relationship Id="rIdT4ClickFrame47" Type="http://schemas.openxmlformats.org/officeDocument/2006/relationships/image" Target="../media/pam_r2_da441c7b46567486_t4_click_da441c7b46567486cd5070fe580d8756ce09828de43162114522cdb7a42bd89f.png"/><Relationship Id="rIdT4ClickFrame48" Type="http://schemas.openxmlformats.org/officeDocument/2006/relationships/image" Target="../media/pam_r2_d9799075533b2445_t4_click_d9799075533b2445b9782ccf65ed9e46ad410dbcd1a3dbadedefe04283ca9b95.png"/><Relationship Id="rIdT4ClickFrame49" Type="http://schemas.openxmlformats.org/officeDocument/2006/relationships/image" Target="../media/pam_r2_bff08d27162e2c60_t4_click_bff08d27162e2c60e54ef6f115f8118e884489495867b96153fae5002d0848e2.png"/><Relationship Id="rIdT4ClickFrame50" Type="http://schemas.openxmlformats.org/officeDocument/2006/relationships/image" Target="../media/pam_r2_1eb61fd9043f17cd_t4_click_1eb61fd9043f17cd52ea779a98cf9da100b0e2331f5105dc1be2744179959e6d.png"/><Relationship Id="rIdT4ClickFrame51" Type="http://schemas.openxmlformats.org/officeDocument/2006/relationships/image" Target="../media/pam_r2_2bd6f26abe48c971_t4_click_2bd6f26abe48c971b7c9cd11631435219ae3b8dc39ccb2711e7300f648500792.png"/><Relationship Id="rIdT4ClickFrame52" Type="http://schemas.openxmlformats.org/officeDocument/2006/relationships/image" Target="../media/pam_r2_5d3ba80786d10fed_t4_click_5d3ba80786d10fed072e8e20dd9c9f44ac1ddd82e2ccc93a1587e93aa25cfe48.png"/><Relationship Id="rIdT4ClickFrame53" Type="http://schemas.openxmlformats.org/officeDocument/2006/relationships/image" Target="../media/pam_r2_26bbf4f37a35c4c4_t4_click_26bbf4f37a35c4c45ee54e50df16ca38889253c15916895f9788f40987cbecf7.png"/><Relationship Id="rIdT4ClickFrame54" Type="http://schemas.openxmlformats.org/officeDocument/2006/relationships/image" Target="../media/pam_r2_dae94c8c3f5de2da_t4_click_dae94c8c3f5de2da857c9959ace78c85797f5dd5f3b573d59737d1674b7c03fb.png"/><Relationship Id="rIdT4ClickFrame55" Type="http://schemas.openxmlformats.org/officeDocument/2006/relationships/image" Target="../media/pam_r2_8c9d2939785f5f78_t4_click_8c9d2939785f5f78553428adbd3aa5ff835105fcc48ae3ad72dbba07213081fd.png"/><Relationship Id="rIdT4ClickFrame56" Type="http://schemas.openxmlformats.org/officeDocument/2006/relationships/image" Target="../media/pam_r2_11220d2d3fc18eb3_t4_click_11220d2d3fc18eb369ccabe2f40924504ad4c8d390b39822f25f84447de20200.png"/><Relationship Id="rIdT4ClickFrame57" Type="http://schemas.openxmlformats.org/officeDocument/2006/relationships/image" Target="../media/pam_r2_05ef040b942507d5_image306.png"/></Relationships>
</file>

<file path=ppt/slides/_rels/signal_zoom_r4_36.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6cd0dffe7847427c"/><Relationship Type="http://schemas.openxmlformats.org/officeDocument/2006/relationships/image" Target="../media/pam_r2_05ef040b942507d5_image306.png" Id="R02749929358a4928"/><Relationship Type="http://schemas.openxmlformats.org/officeDocument/2006/relationships/image" Target="../media/pam_r2_a76669e86fed2ecb_image297.png" Id="Rdcad62c1552a436e"/><Relationship Type="http://schemas.openxmlformats.org/officeDocument/2006/relationships/image" Target="../media/pam_r2_bca2d0ce2a768655_image298.png" Id="R2144da04f64f489a"/><Relationship Type="http://schemas.openxmlformats.org/officeDocument/2006/relationships/image" Target="../media/image2.png" Id="Rc9d08790147844bf"/><Relationship Type="http://schemas.openxmlformats.org/officeDocument/2006/relationships/image" Target="../media/image11.png" Id="R8eedc48c33144300"/><Relationship Type="http://schemas.openxmlformats.org/officeDocument/2006/relationships/image" Target="../media/pam_r2_711b68bd26412911_image283.png" Id="Rc88055855c1440ed"/><Relationship Type="http://schemas.openxmlformats.org/officeDocument/2006/relationships/image" Target="../media/pam_r2_fb21f747dd579a2c_image302.png" Id="Rd2d20c5cfadb4f99"/><Relationship Type="http://schemas.openxmlformats.org/officeDocument/2006/relationships/image" Target="../media/pam_r2_77e6fe52e65bdbb7_image303.png" Id="R10e5ed6e7ba24eb3"/><Relationship Type="http://schemas.openxmlformats.org/officeDocument/2006/relationships/image" Target="../media/pam_r2_5d04f9ddafe2cea6_image241.png" Id="Rd592ecb135e94d70"/><Relationship Type="http://schemas.openxmlformats.org/officeDocument/2006/relationships/image" Target="../media/pam_r2_c9322e82d5bcf971_image117.png" Id="Rdc4aedaf9ebd4d21"/><Relationship Type="http://schemas.openxmlformats.org/officeDocument/2006/relationships/notesSlide" Target="../notesSlides/pam_r2_a04982223d73c7f8_notesSlide36.xml" Id="R2967546ab4b44639"/><Relationship Id="rIdMathSvg0" Type="http://schemas.openxmlformats.org/officeDocument/2006/relationships/image" Target="../media/pam_r2_d52bc09a129a94d8_t4_d52bc09a129a94d8d7f4f021.svg"/><Relationship Id="rIdMathSvg1" Type="http://schemas.openxmlformats.org/officeDocument/2006/relationships/image" Target="../media/pam_r2_e19f416ebac7b7dd_t4_e19f416ebac7b7dd4205b7a8.svg"/><Relationship Id="rIdMathSvg2" Type="http://schemas.openxmlformats.org/officeDocument/2006/relationships/image" Target="../media/pam_r2_2586172967e2426a_t4_2586172967e2426ae942fa78.svg"/><Relationship Id="rIdMathSvg3" Type="http://schemas.openxmlformats.org/officeDocument/2006/relationships/image" Target="../media/pam_r2_0b772cd7a82be25f_t4_0b772cd7a82be25f6d2a2f44.svg"/><Relationship Id="rIdMathSvg4" Type="http://schemas.openxmlformats.org/officeDocument/2006/relationships/image" Target="../media/pam_r2_3b015fd28445c43a_t4_3b015fd28445c43ab55a87b6.svg"/><Relationship Id="rIdMathSvg5" Type="http://schemas.openxmlformats.org/officeDocument/2006/relationships/image" Target="../media/pam_r2_297cce123626b41d_t4_297cce123626b41d76142bb7.svg"/><Relationship Id="rIdMathSvg6" Type="http://schemas.openxmlformats.org/officeDocument/2006/relationships/image" Target="../media/pam_r2_b10bc72c748d6506_t4_b10bc72c748d650666f56bfc.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3.xml"/><Relationship Id="rIdNav3" Type="http://schemas.openxmlformats.org/officeDocument/2006/relationships/slide" Target="signal_zoom_r4_35.xml"/><Relationship Id="rIdNav4" Type="http://schemas.openxmlformats.org/officeDocument/2006/relationships/slide" Target="signal_zoom_r4_36.xml"/><Relationship Id="rIdNav5" Type="http://schemas.openxmlformats.org/officeDocument/2006/relationships/slide" Target="signal_zoom_r4_37.xml"/><Relationship Id="rIdNav6" Type="http://schemas.openxmlformats.org/officeDocument/2006/relationships/slide" Target="signal_zoom_r4_35.xml"/><Relationship Id="rIdNav7" Type="http://schemas.openxmlformats.org/officeDocument/2006/relationships/slide" Target="signal_zoom_r4_36.xml"/><Relationship Id="rIdNav8" Type="http://schemas.openxmlformats.org/officeDocument/2006/relationships/slide" Target="signal_zoom_r4_37.xml"/><Relationship Id="rIdT4ClickFrame1" Type="http://schemas.openxmlformats.org/officeDocument/2006/relationships/image" Target="../media/pam_r2_05ef040b942507d5_image306.png"/><Relationship Id="rIdT4ClickFrame2" Type="http://schemas.openxmlformats.org/officeDocument/2006/relationships/image" Target="../media/pam_r2_48017247b303708d_t4_click_48017247b303708d4bc4493b16ad474f8f4732d9b05367967e95192cea153ef0.png"/><Relationship Id="rIdT4ClickFrame3" Type="http://schemas.openxmlformats.org/officeDocument/2006/relationships/image" Target="../media/pam_r2_7e94ca00ba6da0b9_t4_click_7e94ca00ba6da0b931128af6a1eaa5de7f60980f7c336bab36513d9ad37e82ba.png"/><Relationship Id="rIdT4ClickFrame4" Type="http://schemas.openxmlformats.org/officeDocument/2006/relationships/image" Target="../media/pam_r2_ef12c11b1b2df35d_t4_click_ef12c11b1b2df35d6b977222e20e7f0a0e2d1648ccb98d4a5248ac29124744a3.png"/><Relationship Id="rIdT4ClickFrame5" Type="http://schemas.openxmlformats.org/officeDocument/2006/relationships/image" Target="../media/pam_r2_ab510087e068c408_t4_click_ab510087e068c4080c12d03c3a2ec34c50f61031cff85999c50e98189d1711df.png"/><Relationship Id="rIdT4ClickFrame6" Type="http://schemas.openxmlformats.org/officeDocument/2006/relationships/image" Target="../media/pam_r2_e349b5dbd7e768da_t4_click_e349b5dbd7e768da327398c1e43ac1d27553252955dd356615635cfabb256e8d.png"/><Relationship Id="rIdT4ClickFrame7" Type="http://schemas.openxmlformats.org/officeDocument/2006/relationships/image" Target="../media/pam_r2_9d94367baa665cc5_t4_click_9d94367baa665cc511d036c885d409de59eed82cceef5abdfa693b8aa28f2464.png"/><Relationship Id="rIdT4ClickFrame8" Type="http://schemas.openxmlformats.org/officeDocument/2006/relationships/image" Target="../media/pam_r2_ff0f5ef1dd72c184_t4_click_ff0f5ef1dd72c184c12d4c83367e9bd5752c90e2734ab7fe9b4e33711415efd7.png"/><Relationship Id="rIdT4ClickFrame9" Type="http://schemas.openxmlformats.org/officeDocument/2006/relationships/image" Target="../media/pam_r2_9c53fa9d1e4c282c_t4_click_9c53fa9d1e4c282c706a08192d4903aed5b18348091186990fd073704198e053.png"/><Relationship Id="rIdT4ClickFrame10" Type="http://schemas.openxmlformats.org/officeDocument/2006/relationships/image" Target="../media/pam_r2_4184845ce96172b3_t4_click_4184845ce96172b3ff5caec3cbe1783e311a2d9f8ed23a7e0b202e8595991f88.png"/><Relationship Id="rIdT4ClickFrame11" Type="http://schemas.openxmlformats.org/officeDocument/2006/relationships/image" Target="../media/pam_r2_cd9ec7dbd0adfb36_t4_click_cd9ec7dbd0adfb360e39767a1c736a509d12f69f49ce0515395944f0cca98f4f.png"/><Relationship Id="rIdT4ClickFrame12" Type="http://schemas.openxmlformats.org/officeDocument/2006/relationships/image" Target="../media/pam_r2_f6e7cdb407143832_t4_click_f6e7cdb407143832c71ffa6d0e8034f3bc2eaf5ea44ccca4694aa1db23c923f6.png"/><Relationship Id="rIdT4ClickFrame13" Type="http://schemas.openxmlformats.org/officeDocument/2006/relationships/image" Target="../media/pam_r2_310ffa7fabd80465_t4_click_310ffa7fabd804652890a53d5b3372d0c3c06c61cc406526acb5629f7d9e87b8.png"/><Relationship Id="rIdT4ClickFrame14" Type="http://schemas.openxmlformats.org/officeDocument/2006/relationships/image" Target="../media/pam_r2_c6dd211f931dab57_t4_click_c6dd211f931dab576c83a4a3ca352d8625b1bf4dc2323f829d8a7483a35070ad.png"/><Relationship Id="rIdT4ClickFrame15" Type="http://schemas.openxmlformats.org/officeDocument/2006/relationships/image" Target="../media/pam_r2_273fb69942694538_t4_click_273fb6994269453810fe10cbaadcccc7076025de7f15abf6787b04ddb4d87611.png"/><Relationship Id="rIdT4ClickFrame16" Type="http://schemas.openxmlformats.org/officeDocument/2006/relationships/image" Target="../media/pam_r2_4a246b5e40277f84_t4_click_4a246b5e40277f84c98adeefdfa51e9015ccad511f39542adc8d2e1f8c64f554.png"/><Relationship Id="rIdT4ClickFrame17" Type="http://schemas.openxmlformats.org/officeDocument/2006/relationships/image" Target="../media/pam_r2_bca2d0ce2a768655_image298.png"/><Relationship Id="rIdT4ClickFrame18" Type="http://schemas.openxmlformats.org/officeDocument/2006/relationships/image" Target="../media/pam_r2_a76669e86fed2ecb_image297.png"/><Relationship Id="rIdT4ClickFrame19" Type="http://schemas.openxmlformats.org/officeDocument/2006/relationships/image" Target="../media/pam_r2_a76669e86fed2ecb_image297.png"/><Relationship Id="rIdT4ClickFrame20" Type="http://schemas.openxmlformats.org/officeDocument/2006/relationships/image" Target="../media/pam_r2_a76669e86fed2ecb_image297.png"/><Relationship Id="rIdT4ClickFrame21" Type="http://schemas.openxmlformats.org/officeDocument/2006/relationships/image" Target="../media/pam_r2_a76669e86fed2ecb_image297.png"/><Relationship Id="rIdT4ClickFrame22" Type="http://schemas.openxmlformats.org/officeDocument/2006/relationships/image" Target="../media/pam_r2_a76669e86fed2ecb_image297.png"/><Relationship Id="rIdT4ClickFrame23" Type="http://schemas.openxmlformats.org/officeDocument/2006/relationships/image" Target="../media/pam_r2_d8ed7c67af4c07d5_t4_click_d8ed7c67af4c07d536067b9d86085b16eac59ebc75cc209cdbee6bf659e66e9c.png"/><Relationship Id="rIdT4ClickFrame24" Type="http://schemas.openxmlformats.org/officeDocument/2006/relationships/image" Target="../media/pam_r2_d8ed7c67af4c07d5_t4_click_d8ed7c67af4c07d536067b9d86085b16eac59ebc75cc209cdbee6bf659e66e9c.png"/><Relationship Id="rIdT4ClickFrame25" Type="http://schemas.openxmlformats.org/officeDocument/2006/relationships/image" Target="../media/pam_r2_fa7ef4c8c1e18f40_t4_click_fa7ef4c8c1e18f40547e901f477498ea8a0e71ebcab2e8fd6d5bef2312a5a76f.png"/><Relationship Id="rIdT4ClickFrame26" Type="http://schemas.openxmlformats.org/officeDocument/2006/relationships/image" Target="../media/pam_r2_fa7ef4c8c1e18f40_t4_click_fa7ef4c8c1e18f40547e901f477498ea8a0e71ebcab2e8fd6d5bef2312a5a76f.png"/><Relationship Id="rIdT4ClickFrame27" Type="http://schemas.openxmlformats.org/officeDocument/2006/relationships/image" Target="../media/pam_r2_fa7ef4c8c1e18f40_t4_click_fa7ef4c8c1e18f40547e901f477498ea8a0e71ebcab2e8fd6d5bef2312a5a76f.png"/><Relationship Id="rIdT4ClickFrame28" Type="http://schemas.openxmlformats.org/officeDocument/2006/relationships/image" Target="../media/pam_r2_fa7ef4c8c1e18f40_t4_click_fa7ef4c8c1e18f40547e901f477498ea8a0e71ebcab2e8fd6d5bef2312a5a76f.png"/><Relationship Id="rIdT4ClickFrame29" Type="http://schemas.openxmlformats.org/officeDocument/2006/relationships/image" Target="../media/pam_r2_fa7ef4c8c1e18f40_t4_click_fa7ef4c8c1e18f40547e901f477498ea8a0e71ebcab2e8fd6d5bef2312a5a76f.png"/><Relationship Id="rIdT4ClickFrame30" Type="http://schemas.openxmlformats.org/officeDocument/2006/relationships/image" Target="../media/pam_r2_fa7ef4c8c1e18f40_t4_click_fa7ef4c8c1e18f40547e901f477498ea8a0e71ebcab2e8fd6d5bef2312a5a76f.png"/><Relationship Id="rIdT4ClickFrame31" Type="http://schemas.openxmlformats.org/officeDocument/2006/relationships/image" Target="../media/pam_r2_fa7ef4c8c1e18f40_t4_click_fa7ef4c8c1e18f40547e901f477498ea8a0e71ebcab2e8fd6d5bef2312a5a76f.png"/><Relationship Id="rIdT4ClickFrame32" Type="http://schemas.openxmlformats.org/officeDocument/2006/relationships/image" Target="../media/pam_r2_fa7ef4c8c1e18f40_t4_click_fa7ef4c8c1e18f40547e901f477498ea8a0e71ebcab2e8fd6d5bef2312a5a76f.png"/><Relationship Id="rIdT4ClickFrame33" Type="http://schemas.openxmlformats.org/officeDocument/2006/relationships/image" Target="../media/pam_r2_fa7ef4c8c1e18f40_t4_click_fa7ef4c8c1e18f40547e901f477498ea8a0e71ebcab2e8fd6d5bef2312a5a76f.png"/><Relationship Id="rIdT4ClickFrame34" Type="http://schemas.openxmlformats.org/officeDocument/2006/relationships/image" Target="../media/pam_r2_30ebf2d2c389360b_t4_click_30ebf2d2c389360bb145e7ecebb18fdc2f5198e6a069eb044f0c37a7acb87192.png"/><Relationship Id="rIdT4ClickFrame35" Type="http://schemas.openxmlformats.org/officeDocument/2006/relationships/image" Target="../media/pam_r2_30ebf2d2c389360b_t4_click_30ebf2d2c389360bb145e7ecebb18fdc2f5198e6a069eb044f0c37a7acb87192.png"/><Relationship Id="rIdT4ClickFrame36" Type="http://schemas.openxmlformats.org/officeDocument/2006/relationships/image" Target="../media/pam_r2_ec674d2978f09c14_t4_click_ec674d2978f09c14f7cdccfb210419d531d8463c09d6a10b26895c87e4726428.png"/><Relationship Id="rIdT4ClickFrame37" Type="http://schemas.openxmlformats.org/officeDocument/2006/relationships/image" Target="../media/pam_r2_ec674d2978f09c14_t4_click_ec674d2978f09c14f7cdccfb210419d531d8463c09d6a10b26895c87e4726428.png"/><Relationship Id="rIdT4ClickFrame38" Type="http://schemas.openxmlformats.org/officeDocument/2006/relationships/image" Target="../media/pam_r2_ec674d2978f09c14_t4_click_ec674d2978f09c14f7cdccfb210419d531d8463c09d6a10b26895c87e4726428.png"/><Relationship Id="rIdT4ClickFrame39" Type="http://schemas.openxmlformats.org/officeDocument/2006/relationships/image" Target="../media/pam_r2_ec674d2978f09c14_t4_click_ec674d2978f09c14f7cdccfb210419d531d8463c09d6a10b26895c87e4726428.png"/><Relationship Id="rIdT4ClickFrame40" Type="http://schemas.openxmlformats.org/officeDocument/2006/relationships/image" Target="../media/pam_r2_bca2d0ce2a768655_image298.png"/><Relationship Id="rIdT4ClickFrame41" Type="http://schemas.openxmlformats.org/officeDocument/2006/relationships/image" Target="../media/pam_r2_bca2d0ce2a768655_image298.png"/><Relationship Id="rIdT4ClickFrame42" Type="http://schemas.openxmlformats.org/officeDocument/2006/relationships/image" Target="../media/pam_r2_4a246b5e40277f84_t4_click_4a246b5e40277f84c98adeefdfa51e9015ccad511f39542adc8d2e1f8c64f554.png"/><Relationship Id="rIdT4ClickFrame43" Type="http://schemas.openxmlformats.org/officeDocument/2006/relationships/image" Target="../media/pam_r2_273fb69942694538_t4_click_273fb6994269453810fe10cbaadcccc7076025de7f15abf6787b04ddb4d87611.png"/><Relationship Id="rIdT4ClickFrame44" Type="http://schemas.openxmlformats.org/officeDocument/2006/relationships/image" Target="../media/pam_r2_c6dd211f931dab57_t4_click_c6dd211f931dab576c83a4a3ca352d8625b1bf4dc2323f829d8a7483a35070ad.png"/><Relationship Id="rIdT4ClickFrame45" Type="http://schemas.openxmlformats.org/officeDocument/2006/relationships/image" Target="../media/pam_r2_310ffa7fabd80465_t4_click_310ffa7fabd804652890a53d5b3372d0c3c06c61cc406526acb5629f7d9e87b8.png"/><Relationship Id="rIdT4ClickFrame46" Type="http://schemas.openxmlformats.org/officeDocument/2006/relationships/image" Target="../media/pam_r2_f6e7cdb407143832_t4_click_f6e7cdb407143832c71ffa6d0e8034f3bc2eaf5ea44ccca4694aa1db23c923f6.png"/><Relationship Id="rIdT4ClickFrame47" Type="http://schemas.openxmlformats.org/officeDocument/2006/relationships/image" Target="../media/pam_r2_cd9ec7dbd0adfb36_t4_click_cd9ec7dbd0adfb360e39767a1c736a509d12f69f49ce0515395944f0cca98f4f.png"/><Relationship Id="rIdT4ClickFrame48" Type="http://schemas.openxmlformats.org/officeDocument/2006/relationships/image" Target="../media/pam_r2_4184845ce96172b3_t4_click_4184845ce96172b3ff5caec3cbe1783e311a2d9f8ed23a7e0b202e8595991f88.png"/><Relationship Id="rIdT4ClickFrame49" Type="http://schemas.openxmlformats.org/officeDocument/2006/relationships/image" Target="../media/pam_r2_9c53fa9d1e4c282c_t4_click_9c53fa9d1e4c282c706a08192d4903aed5b18348091186990fd073704198e053.png"/><Relationship Id="rIdT4ClickFrame50" Type="http://schemas.openxmlformats.org/officeDocument/2006/relationships/image" Target="../media/pam_r2_ff0f5ef1dd72c184_t4_click_ff0f5ef1dd72c184c12d4c83367e9bd5752c90e2734ab7fe9b4e33711415efd7.png"/><Relationship Id="rIdT4ClickFrame51" Type="http://schemas.openxmlformats.org/officeDocument/2006/relationships/image" Target="../media/pam_r2_9d94367baa665cc5_t4_click_9d94367baa665cc511d036c885d409de59eed82cceef5abdfa693b8aa28f2464.png"/><Relationship Id="rIdT4ClickFrame52" Type="http://schemas.openxmlformats.org/officeDocument/2006/relationships/image" Target="../media/pam_r2_e349b5dbd7e768da_t4_click_e349b5dbd7e768da327398c1e43ac1d27553252955dd356615635cfabb256e8d.png"/><Relationship Id="rIdT4ClickFrame53" Type="http://schemas.openxmlformats.org/officeDocument/2006/relationships/image" Target="../media/pam_r2_ab510087e068c408_t4_click_ab510087e068c4080c12d03c3a2ec34c50f61031cff85999c50e98189d1711df.png"/><Relationship Id="rIdT4ClickFrame54" Type="http://schemas.openxmlformats.org/officeDocument/2006/relationships/image" Target="../media/pam_r2_ef12c11b1b2df35d_t4_click_ef12c11b1b2df35d6b977222e20e7f0a0e2d1648ccb98d4a5248ac29124744a3.png"/><Relationship Id="rIdT4ClickFrame55" Type="http://schemas.openxmlformats.org/officeDocument/2006/relationships/image" Target="../media/pam_r2_7e94ca00ba6da0b9_t4_click_7e94ca00ba6da0b931128af6a1eaa5de7f60980f7c336bab36513d9ad37e82ba.png"/><Relationship Id="rIdT4ClickFrame56" Type="http://schemas.openxmlformats.org/officeDocument/2006/relationships/image" Target="../media/pam_r2_48017247b303708d_t4_click_48017247b303708d4bc4493b16ad474f8f4732d9b05367967e95192cea153ef0.png"/><Relationship Id="rIdT4ClickFrame57" Type="http://schemas.openxmlformats.org/officeDocument/2006/relationships/image" Target="../media/pam_r2_05ef040b942507d5_image306.png"/></Relationships>
</file>

<file path=ppt/slides/_rels/signal_zoom_r4_3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a034c12253e24a30"/><Relationship Type="http://schemas.openxmlformats.org/officeDocument/2006/relationships/image" Target="../media/pam_r2_05ef040b942507d5_image306.png" Id="R53709efde71d42e3"/><Relationship Type="http://schemas.openxmlformats.org/officeDocument/2006/relationships/image" Target="../media/pam_r2_4eb97d3f74ca5aec_image293.png" Id="Re86c74cbef0b4955"/><Relationship Type="http://schemas.openxmlformats.org/officeDocument/2006/relationships/image" Target="../media/pam_r2_dab410e344e78f14_image294.png" Id="R7d22d6a32f66499f"/><Relationship Type="http://schemas.openxmlformats.org/officeDocument/2006/relationships/image" Target="../media/image2.png" Id="Rfacb1db5907944c3"/><Relationship Type="http://schemas.openxmlformats.org/officeDocument/2006/relationships/image" Target="../media/image11.png" Id="R02afde139452466b"/><Relationship Type="http://schemas.openxmlformats.org/officeDocument/2006/relationships/image" Target="../media/pam_r2_711b68bd26412911_image283.png" Id="R55645774a6fa4b42"/><Relationship Type="http://schemas.openxmlformats.org/officeDocument/2006/relationships/image" Target="../media/pam_r2_c9322e82d5bcf971_image117.png" Id="Rdd3ee351319f48c7"/><Relationship Type="http://schemas.openxmlformats.org/officeDocument/2006/relationships/image" Target="../media/pam_r2_f72174bdca5bf16a_image313.png" Id="R383223c12b6c47e8"/><Relationship Type="http://schemas.openxmlformats.org/officeDocument/2006/relationships/image" Target="../media/pam_r2_3cac7fa8b33aa949_image314.png" Id="R25394099a6304776"/><Relationship Type="http://schemas.openxmlformats.org/officeDocument/2006/relationships/image" Target="../media/pam_r2_86636fa18d9c51c8_image136.png" Id="Rb304cd1bd64643e6"/><Relationship Type="http://schemas.openxmlformats.org/officeDocument/2006/relationships/image" Target="../media/pam_r2_c9322e82d5bcf971_image117.png" Id="R193a2c69dcbc4985"/><Relationship Type="http://schemas.openxmlformats.org/officeDocument/2006/relationships/image" Target="../media/pam_r2_751478f59b96d06c_image137.png" Id="Ra7731d9b6f0448fb"/><Relationship Type="http://schemas.openxmlformats.org/officeDocument/2006/relationships/notesSlide" Target="../notesSlides/pam_r2_a04982223d73c7f8_notesSlide37.xml" Id="Rbd423afd42e04b64"/><Relationship Id="rIdMathSvg0" Type="http://schemas.openxmlformats.org/officeDocument/2006/relationships/image" Target="../media/pam_r2_d52bc09a129a94d8_t4_d52bc09a129a94d8d7f4f021.svg"/><Relationship Id="rIdMathSvg1" Type="http://schemas.openxmlformats.org/officeDocument/2006/relationships/image" Target="../media/pam_r2_e19f416ebac7b7dd_t4_e19f416ebac7b7dd4205b7a8.svg"/><Relationship Id="rIdMathSvg2" Type="http://schemas.openxmlformats.org/officeDocument/2006/relationships/image" Target="../media/pam_r2_2586172967e2426a_t4_2586172967e2426ae942fa78.svg"/><Relationship Id="rIdMathSvg3" Type="http://schemas.openxmlformats.org/officeDocument/2006/relationships/image" Target="../media/pam_r2_b10bc72c748d6506_t4_b10bc72c748d650666f56bfc.svg"/><Relationship Id="rIdMathSvg4" Type="http://schemas.openxmlformats.org/officeDocument/2006/relationships/image" Target="../media/pam_r2_13cd00a74088797c_t4_13cd00a74088797c258aa323.svg"/><Relationship Id="rIdMathSvg5" Type="http://schemas.openxmlformats.org/officeDocument/2006/relationships/image" Target="../media/pam_r2_bb4d748d49d7262f_t4_bb4d748d49d7262f56b7189f.svg"/><Relationship Id="rIdMathSvg6" Type="http://schemas.openxmlformats.org/officeDocument/2006/relationships/image" Target="../media/pam_r2_dce904ccde22d445_t4_dce904ccde22d44524dbc6e4.svg"/><Relationship Id="rIdMathSvg7" Type="http://schemas.openxmlformats.org/officeDocument/2006/relationships/image" Target="../media/pam_r2_b10bc72c748d6506_t4_b10bc72c748d650666f56bfc.svg"/><Relationship Id="rIdMathSvg8" Type="http://schemas.openxmlformats.org/officeDocument/2006/relationships/image" Target="../media/pam_r2_3f71e4559b84b4b9_t4_3f71e4559b84b4b941308a4d.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3.xml"/><Relationship Id="rIdNav3" Type="http://schemas.openxmlformats.org/officeDocument/2006/relationships/slide" Target="signal_zoom_r4_35.xml"/><Relationship Id="rIdNav4" Type="http://schemas.openxmlformats.org/officeDocument/2006/relationships/slide" Target="signal_zoom_r4_36.xml"/><Relationship Id="rIdNav5" Type="http://schemas.openxmlformats.org/officeDocument/2006/relationships/slide" Target="signal_zoom_r4_37.xml"/><Relationship Id="rIdNav6" Type="http://schemas.openxmlformats.org/officeDocument/2006/relationships/slide" Target="signal_zoom_r4_35.xml"/><Relationship Id="rIdNav7" Type="http://schemas.openxmlformats.org/officeDocument/2006/relationships/slide" Target="signal_zoom_r4_36.xml"/><Relationship Id="rIdNav8" Type="http://schemas.openxmlformats.org/officeDocument/2006/relationships/slide" Target="signal_zoom_r4_37.xml"/><Relationship Id="rIdT4ClickFrame1" Type="http://schemas.openxmlformats.org/officeDocument/2006/relationships/image" Target="../media/pam_r2_05ef040b942507d5_image306.png"/><Relationship Id="rIdT4ClickFrame2" Type="http://schemas.openxmlformats.org/officeDocument/2006/relationships/image" Target="../media/pam_r2_265e3e14d868bd27_t4_click_265e3e14d868bd2707bf38188fe76ab2a41e0511a25b00b324b8f257e90b5d41.png"/><Relationship Id="rIdT4ClickFrame3" Type="http://schemas.openxmlformats.org/officeDocument/2006/relationships/image" Target="../media/pam_r2_4eb774382beca5be_t4_click_4eb774382beca5be3f75a0a8b9a7f29409481f83e43e066805d8d8cfde8b0af8.png"/><Relationship Id="rIdT4ClickFrame4" Type="http://schemas.openxmlformats.org/officeDocument/2006/relationships/image" Target="../media/pam_r2_c9608a083172ee44_t4_click_c9608a083172ee448202491bf6f4f907794af20736c9f622a640c041f0f116d8.png"/><Relationship Id="rIdT4ClickFrame5" Type="http://schemas.openxmlformats.org/officeDocument/2006/relationships/image" Target="../media/pam_r2_3c0fae4987705514_t4_click_3c0fae49877055140cf16ef1a1abd51e9f2af29d071836b6103db3a2a60f8f1b.png"/><Relationship Id="rIdT4ClickFrame6" Type="http://schemas.openxmlformats.org/officeDocument/2006/relationships/image" Target="../media/pam_r2_f546641d99aaaef0_t4_click_f546641d99aaaef0fc6661986cfccc37e2457f4f993e35e5033bc81153180c6f.png"/><Relationship Id="rIdT4ClickFrame7" Type="http://schemas.openxmlformats.org/officeDocument/2006/relationships/image" Target="../media/pam_r2_1665289a9ab5ad69_t4_click_1665289a9ab5ad69f9522be9232172752cf26985c65d4525b5fba995be96f029.png"/><Relationship Id="rIdT4ClickFrame8" Type="http://schemas.openxmlformats.org/officeDocument/2006/relationships/image" Target="../media/pam_r2_eb335fa4f8a2cc99_t4_click_eb335fa4f8a2cc9916df14a2cc9a32ce64b18520e1ba8a0d92b43b48ad56a94b.png"/><Relationship Id="rIdT4ClickFrame9" Type="http://schemas.openxmlformats.org/officeDocument/2006/relationships/image" Target="../media/pam_r2_e35c6ef031a72958_t4_click_e35c6ef031a729585aae0d6f6c8ee0b43bbf4a17c9d9f2eefa00b3a428b637d9.png"/><Relationship Id="rIdT4ClickFrame10" Type="http://schemas.openxmlformats.org/officeDocument/2006/relationships/image" Target="../media/pam_r2_a55383caf9426b0c_t4_click_a55383caf9426b0c59fa59737d290c42773c0d1ccbae28b902ec8c5048ff004e.png"/><Relationship Id="rIdT4ClickFrame11" Type="http://schemas.openxmlformats.org/officeDocument/2006/relationships/image" Target="../media/pam_r2_e63dec6f8bdfbd21_t4_click_e63dec6f8bdfbd21e1d31c95e6976f64cb17f09fa383ecc981e18d7a8a38d6e5.png"/><Relationship Id="rIdT4ClickFrame12" Type="http://schemas.openxmlformats.org/officeDocument/2006/relationships/image" Target="../media/pam_r2_33dddc493e17d3e4_t4_click_33dddc493e17d3e40a277381691984aa744241f484d159b553d1aa93c3ace950.png"/><Relationship Id="rIdT4ClickFrame13" Type="http://schemas.openxmlformats.org/officeDocument/2006/relationships/image" Target="../media/pam_r2_6ec30630784f506c_t4_click_6ec30630784f506c2aa9445cfa2871e5446875ad91c05f1ba3f5f030212330a0.png"/><Relationship Id="rIdT4ClickFrame14" Type="http://schemas.openxmlformats.org/officeDocument/2006/relationships/image" Target="../media/pam_r2_eeab54c46dad4396_t4_click_eeab54c46dad43968a0c115733163a7881f69908d7c8c8de5e96a2c692f3be9a.png"/><Relationship Id="rIdT4ClickFrame15" Type="http://schemas.openxmlformats.org/officeDocument/2006/relationships/image" Target="../media/pam_r2_b6263f549f4151cb_t4_click_b6263f549f4151cb8af1d218b53dda9cc91b7fa1913c427f21cb5127657c1d7d.png"/><Relationship Id="rIdT4ClickFrame16" Type="http://schemas.openxmlformats.org/officeDocument/2006/relationships/image" Target="../media/pam_r2_c9dfb0e670017f95_t4_click_c9dfb0e670017f958b1c855ab5d9c5b4460c86dd36745fa63071a3f4a422819b.png"/><Relationship Id="rIdT4ClickFrame17" Type="http://schemas.openxmlformats.org/officeDocument/2006/relationships/image" Target="../media/pam_r2_dab410e344e78f14_image294.png"/><Relationship Id="rIdT4ClickFrame18" Type="http://schemas.openxmlformats.org/officeDocument/2006/relationships/image" Target="../media/pam_r2_4eb97d3f74ca5aec_image293.png"/><Relationship Id="rIdT4ClickFrame19" Type="http://schemas.openxmlformats.org/officeDocument/2006/relationships/image" Target="../media/pam_r2_15045f109c32d9aa_t4_click_15045f109c32d9aaf77dbe43cff4b5a1c27448299728f4baa19754f4542c29a9.png"/><Relationship Id="rIdT4ClickFrame20" Type="http://schemas.openxmlformats.org/officeDocument/2006/relationships/image" Target="../media/pam_r2_b4d37b3c4ac9bd99_t4_click_b4d37b3c4ac9bd991310c31d4df4a5959104bf7c7a44c1788cd2ba410a65229e.png"/><Relationship Id="rIdT4ClickFrame21" Type="http://schemas.openxmlformats.org/officeDocument/2006/relationships/image" Target="../media/pam_r2_a9994b814db651b5_t4_click_a9994b814db651b5cc744062b164b98ad5161e839bdc77efa9624a19663df10b.png"/><Relationship Id="rIdT4ClickFrame22" Type="http://schemas.openxmlformats.org/officeDocument/2006/relationships/image" Target="../media/pam_r2_c8c6fc196c692ef1_t4_click_c8c6fc196c692ef1539e805e0abc976d7b29e2713121130469ebb2ba6e0015db.png"/><Relationship Id="rIdT4ClickFrame23" Type="http://schemas.openxmlformats.org/officeDocument/2006/relationships/image" Target="../media/pam_r2_0df78d840fdb5eb8_t4_click_0df78d840fdb5eb8e1934f35622346d781d7cb6ff997bebd61ee5b59992aced5.png"/><Relationship Id="rIdT4ClickFrame24" Type="http://schemas.openxmlformats.org/officeDocument/2006/relationships/image" Target="../media/pam_r2_34dc67abb11f740f_t4_click_34dc67abb11f740ff2446baddb5914c1cfaeb3cb2e45fc4ff5d6457ddb59e846.png"/><Relationship Id="rIdT4ClickFrame25" Type="http://schemas.openxmlformats.org/officeDocument/2006/relationships/image" Target="../media/pam_r2_776e828e971ffb93_t4_click_776e828e971ffb9367b59321af36566e96db3dabf7f0ae3cae2671098a4d964c.png"/><Relationship Id="rIdT4ClickFrame26" Type="http://schemas.openxmlformats.org/officeDocument/2006/relationships/image" Target="../media/pam_r2_0b70d77ae8649449_t4_click_0b70d77ae8649449ed4412c8628fd83aef5d18634cb5a6da70aa6ab1d1d6c178.png"/><Relationship Id="rIdT4ClickFrame27" Type="http://schemas.openxmlformats.org/officeDocument/2006/relationships/image" Target="../media/pam_r2_b54613fcfb06a364_t4_click_b54613fcfb06a364a8ca6ac4f24ca88c53de4992a9c3bc7ad9814356e2d1cee5.png"/><Relationship Id="rIdT4ClickFrame28" Type="http://schemas.openxmlformats.org/officeDocument/2006/relationships/image" Target="../media/pam_r2_2fb3196b19bf728c_t4_click_2fb3196b19bf728ce158db7751876120897aa209f16cfe93f72dacf36f2d72b1.png"/><Relationship Id="rIdT4ClickFrame29" Type="http://schemas.openxmlformats.org/officeDocument/2006/relationships/image" Target="../media/pam_r2_1fe90ecefe713118_t4_click_1fe90ecefe713118a94fbb53d81dc3b58ad3acf627291b2de95db69bacbea913.png"/><Relationship Id="rIdT4ClickFrame30" Type="http://schemas.openxmlformats.org/officeDocument/2006/relationships/image" Target="../media/pam_r2_615553bffe781fd0_t4_click_615553bffe781fd09f1d802b1b336ae13934c5d66eee8cb352e8c33fa7e3b4d7.png"/><Relationship Id="rIdT4ClickFrame31" Type="http://schemas.openxmlformats.org/officeDocument/2006/relationships/image" Target="../media/pam_r2_80947c112fa32421_t4_click_80947c112fa324216f54248cdbea9fd5103be6241db3018308c034205be3ebe9.png"/><Relationship Id="rIdT4ClickFrame32" Type="http://schemas.openxmlformats.org/officeDocument/2006/relationships/image" Target="../media/pam_r2_fd71e5989d0c03ca_t4_click_fd71e5989d0c03caabce3b674bc7a85fc12053279dd4ebf6fb78a7a8a3bea09e.png"/><Relationship Id="rIdT4ClickFrame33" Type="http://schemas.openxmlformats.org/officeDocument/2006/relationships/image" Target="../media/pam_r2_1ca8b8c987f1b5c0_t4_click_1ca8b8c987f1b5c0a803195112cf82ddb221336092dedf89ad0a17802146a87a.png"/><Relationship Id="rIdT4ClickFrame34" Type="http://schemas.openxmlformats.org/officeDocument/2006/relationships/image" Target="../media/pam_r2_e87ced7b5ac58160_t4_click_e87ced7b5ac581607a1943b2255571727f3038883acea76e339a462fa17e6513.png"/><Relationship Id="rIdT4ClickFrame35" Type="http://schemas.openxmlformats.org/officeDocument/2006/relationships/image" Target="../media/pam_r2_7294ec73d167a820_t4_click_7294ec73d167a8204e3d3ab8a1a14e8fb68a4aee42bf9708f68d2f59e28db170.png"/><Relationship Id="rIdT4ClickFrame36" Type="http://schemas.openxmlformats.org/officeDocument/2006/relationships/image" Target="../media/pam_r2_efaba2349640505f_t4_click_efaba2349640505fcff57639ad6f9531c6c66eed92ac128dd8d4b2b37101f327.png"/><Relationship Id="rIdT4ClickFrame37" Type="http://schemas.openxmlformats.org/officeDocument/2006/relationships/image" Target="../media/pam_r2_e56a43727aa0e82a_t4_click_e56a43727aa0e82a9124c3a5f2b0ee06fd8e9d5e9a6ea92c87b8eecfb0015f33.png"/><Relationship Id="rIdT4ClickFrame38" Type="http://schemas.openxmlformats.org/officeDocument/2006/relationships/image" Target="../media/pam_r2_b9d760d76fcbbd35_t4_click_b9d760d76fcbbd35bdded1201427fde0bbf02ff59ece457c6f243c86c101a11e.png"/><Relationship Id="rIdT4ClickFrame39" Type="http://schemas.openxmlformats.org/officeDocument/2006/relationships/image" Target="../media/pam_r2_cb0392a2558d88c3_t4_click_cb0392a2558d88c3d744f50d1f20c3d6bbcabcd5da46588ceeca767b0af23cd5.png"/><Relationship Id="rIdT4ClickFrame40" Type="http://schemas.openxmlformats.org/officeDocument/2006/relationships/image" Target="../media/pam_r2_b5f65d208a0b4728_t4_click_b5f65d208a0b4728e86238ec861123f854123159fab4a3da93f7c926dc268415.png"/><Relationship Id="rIdT4ClickFrame41" Type="http://schemas.openxmlformats.org/officeDocument/2006/relationships/image" Target="../media/pam_r2_c0bf4085b8fc475c_t4_click_c0bf4085b8fc475c59e3adc95c25b9105bb58c83ea5bb444bf16103b0010637c.png"/><Relationship Id="rIdT4ClickFrame42" Type="http://schemas.openxmlformats.org/officeDocument/2006/relationships/image" Target="../media/pam_r2_e8909a6666129a6e_t4_click_e8909a6666129a6e93c46d32e78ffb487caffd4609959236cf6cb0022a73b263.png"/><Relationship Id="rIdT4ClickFrame43" Type="http://schemas.openxmlformats.org/officeDocument/2006/relationships/image" Target="../media/pam_r2_f1dfd61f0776d734_t4_click_f1dfd61f0776d734eb910d25c39b65eb6385c01c5918b59a4920b77cc658a63a.png"/><Relationship Id="rIdT4ClickFrame44" Type="http://schemas.openxmlformats.org/officeDocument/2006/relationships/image" Target="../media/pam_r2_ac621785fc8b455f_t4_click_ac621785fc8b455f0afcdf97d16f99a5517f9def68e19c147c89035e6775b96a.png"/><Relationship Id="rIdT4ClickFrame45" Type="http://schemas.openxmlformats.org/officeDocument/2006/relationships/image" Target="../media/pam_r2_3dfde27c0924f795_t4_click_3dfde27c0924f7959c0cb8cc2489d8a4c4f62eb070dcfe4d620cfa75fc53d2c6.png"/><Relationship Id="rIdT4ClickFrame46" Type="http://schemas.openxmlformats.org/officeDocument/2006/relationships/image" Target="../media/pam_r2_5377231f7641f5fe_t4_click_5377231f7641f5fe2b5f0c9577b767b1c3c3380dd9941aad13b6c5dadeba8905.png"/><Relationship Id="rIdT4ClickFrame47" Type="http://schemas.openxmlformats.org/officeDocument/2006/relationships/image" Target="../media/pam_r2_06c9c51d9dfb0fff_t4_click_06c9c51d9dfb0fff8a10757256ae81a9714efcc8d78b95f7198d81ea17f6d281.png"/><Relationship Id="rIdT4ClickFrame48" Type="http://schemas.openxmlformats.org/officeDocument/2006/relationships/image" Target="../media/pam_r2_6f3e3202d8a3176f_t4_click_6f3e3202d8a3176f892db29c3a0ed6e3033852a887864cb7f90843dfc40693f4.png"/><Relationship Id="rIdT4ClickFrame49" Type="http://schemas.openxmlformats.org/officeDocument/2006/relationships/image" Target="../media/pam_r2_51149ff07fd0758c_t4_click_51149ff07fd0758c7436147f83633483d7a16773d5c036e992ff4ddc3920d831.png"/><Relationship Id="rIdT4ClickFrame50" Type="http://schemas.openxmlformats.org/officeDocument/2006/relationships/image" Target="../media/pam_r2_5e6f8b399b6779fd_t4_click_5e6f8b399b6779fd8192afc6c99078b6fa75f01738cf36acd6dc7fbeb4dff74a.png"/><Relationship Id="rIdT4ClickFrame51" Type="http://schemas.openxmlformats.org/officeDocument/2006/relationships/image" Target="../media/pam_r2_8841e689517965ca_t4_click_8841e689517965ca9863b62a90c51f0e6e841d31792596d9eb50c39ab45c7418.png"/><Relationship Id="rIdT4ClickFrame52" Type="http://schemas.openxmlformats.org/officeDocument/2006/relationships/image" Target="../media/pam_r2_0bcc0f1604d72421_t4_click_0bcc0f1604d72421ab6bcd83fdec7cc364ac0d88d3beb2f852e7dd1d873f92cf.png"/><Relationship Id="rIdT4ClickFrame53" Type="http://schemas.openxmlformats.org/officeDocument/2006/relationships/image" Target="../media/pam_r2_402f7baec5beccd8_t4_click_402f7baec5beccd815df39cbee61827302722fca47c1c56b1302fe634b73b86c.png"/><Relationship Id="rIdT4ClickFrame54" Type="http://schemas.openxmlformats.org/officeDocument/2006/relationships/image" Target="../media/pam_r2_2b2d210ace78e290_t4_click_2b2d210ace78e290e5599bac4ac4f8b9fd0c7cbe6e816f6927a1db6fd56e57dd.png"/><Relationship Id="rIdT4ClickFrame55" Type="http://schemas.openxmlformats.org/officeDocument/2006/relationships/image" Target="../media/pam_r2_dab410e344e78f14_image294.png"/><Relationship Id="rIdT4ClickFrame56" Type="http://schemas.openxmlformats.org/officeDocument/2006/relationships/image" Target="../media/pam_r2_c9dfb0e670017f95_t4_click_c9dfb0e670017f958b1c855ab5d9c5b4460c86dd36745fa63071a3f4a422819b.png"/><Relationship Id="rIdT4ClickFrame57" Type="http://schemas.openxmlformats.org/officeDocument/2006/relationships/image" Target="../media/pam_r2_b6263f549f4151cb_t4_click_b6263f549f4151cb8af1d218b53dda9cc91b7fa1913c427f21cb5127657c1d7d.png"/><Relationship Id="rIdT4ClickFrame58" Type="http://schemas.openxmlformats.org/officeDocument/2006/relationships/image" Target="../media/pam_r2_eeab54c46dad4396_t4_click_eeab54c46dad43968a0c115733163a7881f69908d7c8c8de5e96a2c692f3be9a.png"/><Relationship Id="rIdT4ClickFrame59" Type="http://schemas.openxmlformats.org/officeDocument/2006/relationships/image" Target="../media/pam_r2_6ec30630784f506c_t4_click_6ec30630784f506c2aa9445cfa2871e5446875ad91c05f1ba3f5f030212330a0.png"/><Relationship Id="rIdT4ClickFrame60" Type="http://schemas.openxmlformats.org/officeDocument/2006/relationships/image" Target="../media/pam_r2_33dddc493e17d3e4_t4_click_33dddc493e17d3e40a277381691984aa744241f484d159b553d1aa93c3ace950.png"/><Relationship Id="rIdT4ClickFrame61" Type="http://schemas.openxmlformats.org/officeDocument/2006/relationships/image" Target="../media/pam_r2_e63dec6f8bdfbd21_t4_click_e63dec6f8bdfbd21e1d31c95e6976f64cb17f09fa383ecc981e18d7a8a38d6e5.png"/><Relationship Id="rIdT4ClickFrame62" Type="http://schemas.openxmlformats.org/officeDocument/2006/relationships/image" Target="../media/pam_r2_a55383caf9426b0c_t4_click_a55383caf9426b0c59fa59737d290c42773c0d1ccbae28b902ec8c5048ff004e.png"/><Relationship Id="rIdT4ClickFrame63" Type="http://schemas.openxmlformats.org/officeDocument/2006/relationships/image" Target="../media/pam_r2_e35c6ef031a72958_t4_click_e35c6ef031a729585aae0d6f6c8ee0b43bbf4a17c9d9f2eefa00b3a428b637d9.png"/><Relationship Id="rIdT4ClickFrame64" Type="http://schemas.openxmlformats.org/officeDocument/2006/relationships/image" Target="../media/pam_r2_eb335fa4f8a2cc99_t4_click_eb335fa4f8a2cc9916df14a2cc9a32ce64b18520e1ba8a0d92b43b48ad56a94b.png"/><Relationship Id="rIdT4ClickFrame65" Type="http://schemas.openxmlformats.org/officeDocument/2006/relationships/image" Target="../media/pam_r2_1665289a9ab5ad69_t4_click_1665289a9ab5ad69f9522be9232172752cf26985c65d4525b5fba995be96f029.png"/><Relationship Id="rIdT4ClickFrame66" Type="http://schemas.openxmlformats.org/officeDocument/2006/relationships/image" Target="../media/pam_r2_f546641d99aaaef0_t4_click_f546641d99aaaef0fc6661986cfccc37e2457f4f993e35e5033bc81153180c6f.png"/><Relationship Id="rIdT4ClickFrame67" Type="http://schemas.openxmlformats.org/officeDocument/2006/relationships/image" Target="../media/pam_r2_3c0fae4987705514_t4_click_3c0fae49877055140cf16ef1a1abd51e9f2af29d071836b6103db3a2a60f8f1b.png"/><Relationship Id="rIdT4ClickFrame68" Type="http://schemas.openxmlformats.org/officeDocument/2006/relationships/image" Target="../media/pam_r2_c9608a083172ee44_t4_click_c9608a083172ee448202491bf6f4f907794af20736c9f622a640c041f0f116d8.png"/><Relationship Id="rIdT4ClickFrame69" Type="http://schemas.openxmlformats.org/officeDocument/2006/relationships/image" Target="../media/pam_r2_4eb774382beca5be_t4_click_4eb774382beca5be3f75a0a8b9a7f29409481f83e43e066805d8d8cfde8b0af8.png"/><Relationship Id="rIdT4ClickFrame70" Type="http://schemas.openxmlformats.org/officeDocument/2006/relationships/image" Target="../media/pam_r2_265e3e14d868bd27_t4_click_265e3e14d868bd2707bf38188fe76ab2a41e0511a25b00b324b8f257e90b5d41.png"/><Relationship Id="rIdT4ClickFrame71" Type="http://schemas.openxmlformats.org/officeDocument/2006/relationships/image" Target="../media/pam_r2_05ef040b942507d5_image306.png"/></Relationships>
</file>

<file path=ppt/slides/_rels/signal_zoom_r4_39.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11a72c01172e4d4f"/><Relationship Type="http://schemas.openxmlformats.org/officeDocument/2006/relationships/image" Target="../media/pam_r2_f16e54f8490f0d77_image341.png" Id="R1cbe59c440114672"/><Relationship Type="http://schemas.openxmlformats.org/officeDocument/2006/relationships/image" Target="../media/pam_r2_a95feba20212a9c9_image307.png" Id="R84b7b2b86f224b91"/><Relationship Type="http://schemas.openxmlformats.org/officeDocument/2006/relationships/image" Target="../media/pam_r2_0a6bb9dfc5f7f985_image308.png" Id="R818bd9d4ebb74829"/><Relationship Type="http://schemas.openxmlformats.org/officeDocument/2006/relationships/image" Target="../media/image3.png" Id="R7861443afcaa4e05"/><Relationship Type="http://schemas.openxmlformats.org/officeDocument/2006/relationships/image" Target="../media/image11.png" Id="R84fa626111a24dea"/><Relationship Type="http://schemas.openxmlformats.org/officeDocument/2006/relationships/image" Target="../media/pam_r2_6f99656d1acd9ae2_image311.png" Id="R7df8fbbb81194df7"/><Relationship Type="http://schemas.openxmlformats.org/officeDocument/2006/relationships/image" Target="../media/pam_r2_0b9541dc034955e2_image329.png" Id="R95acba68d2784fc4"/><Relationship Type="http://schemas.openxmlformats.org/officeDocument/2006/relationships/image" Target="../media/pam_r2_260409dc83e56d96_image330.png" Id="R6087aa7b103f44fc"/><Relationship Type="http://schemas.openxmlformats.org/officeDocument/2006/relationships/notesSlide" Target="../notesSlides/pam_r2_1e172f81cb89d07e_notesSlide39.xml" Id="R8ccc0d44388d4117"/><Relationship Id="rIdMathSvg0" Type="http://schemas.openxmlformats.org/officeDocument/2006/relationships/image" Target="../media/pam_r2_af66b631b1e0a499_t4_af66b631b1e0a49911e90cf8.svg"/><Relationship Id="rIdMathSvg1" Type="http://schemas.openxmlformats.org/officeDocument/2006/relationships/image" Target="../media/pam_r2_e19f416ebac7b7dd_t4_e19f416ebac7b7dd4205b7a8.svg"/><Relationship Id="rIdMathSvg2" Type="http://schemas.openxmlformats.org/officeDocument/2006/relationships/image" Target="../media/pam_r2_65a80d11887bfb9c_t4_65a80d11887bfb9c36b269b1.svg"/><Relationship Id="rIdMathSvg3" Type="http://schemas.openxmlformats.org/officeDocument/2006/relationships/image" Target="../media/pam_r2_cc841394872dd08b_t4_cc841394872dd08b1a9c7d5a.svg"/><Relationship Id="rIdMathSvg4" Type="http://schemas.openxmlformats.org/officeDocument/2006/relationships/image" Target="../media/pam_r2_8064afa76f7f1a87_t4_8064afa76f7f1a878a062ed7.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4.xml"/><Relationship Id="rIdNav3" Type="http://schemas.openxmlformats.org/officeDocument/2006/relationships/slide" Target="signal_zoom_r4_39.xml"/><Relationship Id="rIdNav4" Type="http://schemas.openxmlformats.org/officeDocument/2006/relationships/slide" Target="signal_zoom_r4_40.xml"/><Relationship Id="rIdNav5" Type="http://schemas.openxmlformats.org/officeDocument/2006/relationships/slide" Target="signal_zoom_r4_41.xml"/><Relationship Id="rIdNav6" Type="http://schemas.openxmlformats.org/officeDocument/2006/relationships/slide" Target="signal_zoom_r4_39.xml"/><Relationship Id="rIdNav7" Type="http://schemas.openxmlformats.org/officeDocument/2006/relationships/slide" Target="signal_zoom_r4_40.xml"/><Relationship Id="rIdNav8" Type="http://schemas.openxmlformats.org/officeDocument/2006/relationships/slide" Target="signal_zoom_r4_41.xml"/><Relationship Id="rIdT4ClickFrame1" Type="http://schemas.openxmlformats.org/officeDocument/2006/relationships/image" Target="../media/pam_r2_f16e54f8490f0d77_image341.png"/><Relationship Id="rIdT4ClickFrame2" Type="http://schemas.openxmlformats.org/officeDocument/2006/relationships/image" Target="../media/pam_r2_1133196fb598f8e7_t4_click_1133196fb598f8e7043df2c99d7be55c1cff40090e060b0275865936486d78e3.png"/><Relationship Id="rIdT4ClickFrame3" Type="http://schemas.openxmlformats.org/officeDocument/2006/relationships/image" Target="../media/pam_r2_52b1dd69caf34791_t4_click_52b1dd69caf3479115ff5f3474f9eed32501d8f05535fe6d40854078e150df68.png"/><Relationship Id="rIdT4ClickFrame4" Type="http://schemas.openxmlformats.org/officeDocument/2006/relationships/image" Target="../media/pam_r2_0ff97d998cbfe7f9_t4_click_0ff97d998cbfe7f93dbe8ab3c3c99ee327fa8b73827cef07ff6b19669022cb1d.png"/><Relationship Id="rIdT4ClickFrame5" Type="http://schemas.openxmlformats.org/officeDocument/2006/relationships/image" Target="../media/pam_r2_ad28baa3e21eeeb1_t4_click_ad28baa3e21eeeb15138cf8c69a460ae74b0377cb92e31ca971ff29100146c4e.png"/><Relationship Id="rIdT4ClickFrame6" Type="http://schemas.openxmlformats.org/officeDocument/2006/relationships/image" Target="../media/pam_r2_5467260ec24e6be3_t4_click_5467260ec24e6be3416bb9a50c8eedeee8718beb0e7b4fa2116a661f3a8eecb4.png"/><Relationship Id="rIdT4ClickFrame7" Type="http://schemas.openxmlformats.org/officeDocument/2006/relationships/image" Target="../media/pam_r2_d42f56b1372beb42_t4_click_d42f56b1372beb420629930e6ab953bc608129cf4c9e0437bda5b73ac7b25e4d.png"/><Relationship Id="rIdT4ClickFrame8" Type="http://schemas.openxmlformats.org/officeDocument/2006/relationships/image" Target="../media/pam_r2_43c3f8db9db17626_t4_click_43c3f8db9db17626c8b8470df6a8eb3380e9257eb9878e23a65527fc5bbf0f3a.png"/><Relationship Id="rIdT4ClickFrame9" Type="http://schemas.openxmlformats.org/officeDocument/2006/relationships/image" Target="../media/pam_r2_9e4f592f6ff7aaf1_t4_click_9e4f592f6ff7aaf1604be7156d98a7eefaf83c6d51fea829d2f9532c87950df2.png"/><Relationship Id="rIdT4ClickFrame10" Type="http://schemas.openxmlformats.org/officeDocument/2006/relationships/image" Target="../media/pam_r2_5c23c1286f547800_t4_click_5c23c1286f547800de8d002cf231eae93355c52942657c5849f341630af769dc.png"/><Relationship Id="rIdT4ClickFrame11" Type="http://schemas.openxmlformats.org/officeDocument/2006/relationships/image" Target="../media/pam_r2_071eb32c82c47b1e_t4_click_071eb32c82c47b1e6644e2d638d2cabac84e2cfbd566e6bf48010be2302a344b.png"/><Relationship Id="rIdT4ClickFrame12" Type="http://schemas.openxmlformats.org/officeDocument/2006/relationships/image" Target="../media/pam_r2_c132dbb87d38b20f_t4_click_c132dbb87d38b20f14f0ab1656be64b9c381a62cfb3b4ea30c9c7ca020896b3c.png"/><Relationship Id="rIdT4ClickFrame13" Type="http://schemas.openxmlformats.org/officeDocument/2006/relationships/image" Target="../media/pam_r2_5c97ca9db07e67cc_t4_click_5c97ca9db07e67cc13a1e5bd942d4da4c901acb1c7da06fd033d4c6ca4dbbe66.png"/><Relationship Id="rIdT4ClickFrame14" Type="http://schemas.openxmlformats.org/officeDocument/2006/relationships/image" Target="../media/pam_r2_ebc95f9a72b1dea1_t4_click_ebc95f9a72b1dea1f3727b860a7975d2c838dc99a89c7a769b73492969edfb71.png"/><Relationship Id="rIdT4ClickFrame15" Type="http://schemas.openxmlformats.org/officeDocument/2006/relationships/image" Target="../media/pam_r2_6cd954951e53c92e_t4_click_6cd954951e53c92e7ddc41ffdd624acb9dc71fabac321611eb531ab2adb31265.png"/><Relationship Id="rIdT4ClickFrame16" Type="http://schemas.openxmlformats.org/officeDocument/2006/relationships/image" Target="../media/pam_r2_0d36958b1e9b47c0_t4_click_0d36958b1e9b47c0316c71ba8df59c6ea57436f0343dbf3e3bd64f7ef7858411.png"/><Relationship Id="rIdT4ClickFrame17" Type="http://schemas.openxmlformats.org/officeDocument/2006/relationships/image" Target="../media/pam_r2_0a6bb9dfc5f7f985_image308.png"/><Relationship Id="rIdT4ClickFrame18" Type="http://schemas.openxmlformats.org/officeDocument/2006/relationships/image" Target="../media/pam_r2_a95feba20212a9c9_image307.png"/><Relationship Id="rIdT4ClickFrame19" Type="http://schemas.openxmlformats.org/officeDocument/2006/relationships/image" Target="../media/pam_r2_8e9e03d09dc284ff_t4_click_8e9e03d09dc284ff8760587943ff7b0568235a6bcec5040dd23d0641ce4250c3.png"/><Relationship Id="rIdT4ClickFrame20" Type="http://schemas.openxmlformats.org/officeDocument/2006/relationships/image" Target="../media/pam_r2_a652697e121f625b_t4_click_a652697e121f625ba7321f31d4be66d8507d8054dfe19ccd128ff94b1e1c825e.png"/><Relationship Id="rIdT4ClickFrame21" Type="http://schemas.openxmlformats.org/officeDocument/2006/relationships/image" Target="../media/pam_r2_8f1cdff49d54a5d0_t4_click_8f1cdff49d54a5d0516559909c2de97285613c54f36014a6df55f8844b5a5476.png"/><Relationship Id="rIdT4ClickFrame22" Type="http://schemas.openxmlformats.org/officeDocument/2006/relationships/image" Target="../media/pam_r2_9ef3c424d3a3db20_t4_click_9ef3c424d3a3db201c7c19bb8c7daecb7c760f205d1e49e556cacddade66a948.png"/><Relationship Id="rIdT4ClickFrame23" Type="http://schemas.openxmlformats.org/officeDocument/2006/relationships/image" Target="../media/pam_r2_ced30ec425d1dfbd_t4_click_ced30ec425d1dfbd318f55a79d15276f43923c6178b43914029a7404280da346.png"/><Relationship Id="rIdT4ClickFrame24" Type="http://schemas.openxmlformats.org/officeDocument/2006/relationships/image" Target="../media/pam_r2_2dfe5ea1a3abc46f_t4_click_2dfe5ea1a3abc46fa1d75a5768b26962f3537bd357db28e4f0296f42432f0363.png"/><Relationship Id="rIdT4ClickFrame25" Type="http://schemas.openxmlformats.org/officeDocument/2006/relationships/image" Target="../media/pam_r2_69afc5f01313ce21_t4_click_69afc5f01313ce21ff517114fa0706ac2697714cc9dd2647e2a1b448d8468cfc.png"/><Relationship Id="rIdT4ClickFrame26" Type="http://schemas.openxmlformats.org/officeDocument/2006/relationships/image" Target="../media/pam_r2_a6eeda8803e9fb4e_t4_click_a6eeda8803e9fb4e217734e17bf890eca93867a9bf237a51251b1bf58490e92e.png"/><Relationship Id="rIdT4ClickFrame27" Type="http://schemas.openxmlformats.org/officeDocument/2006/relationships/image" Target="../media/pam_r2_2c634b6ecafd8371_t4_click_2c634b6ecafd83715b6aada9e12c1ee8234f28d1d8ef1da391c449217d9600aa.png"/><Relationship Id="rIdT4ClickFrame28" Type="http://schemas.openxmlformats.org/officeDocument/2006/relationships/image" Target="../media/pam_r2_87ea7bc871df6703_t4_click_87ea7bc871df670331c68421634ecdac88a6e4033b9e8245d7fd801f754c4c52.png"/><Relationship Id="rIdT4ClickFrame29" Type="http://schemas.openxmlformats.org/officeDocument/2006/relationships/image" Target="../media/pam_r2_7edff956ba586435_t4_click_7edff956ba58643519f8265ca7c1f132a0e21ac0934830cc89b0b2abef86c3a1.png"/><Relationship Id="rIdT4ClickFrame30" Type="http://schemas.openxmlformats.org/officeDocument/2006/relationships/image" Target="../media/pam_r2_7be828874d863f3a_t4_click_7be828874d863f3a471a356a267c280ee665b0aff170758751dbb92f7dc1425d.png"/><Relationship Id="rIdT4ClickFrame31" Type="http://schemas.openxmlformats.org/officeDocument/2006/relationships/image" Target="../media/pam_r2_689b9573e81a2d0f_t4_click_689b9573e81a2d0fac624685a3beb16e7bdb3e44670c736d9a384a5f830f318a.png"/><Relationship Id="rIdT4ClickFrame32" Type="http://schemas.openxmlformats.org/officeDocument/2006/relationships/image" Target="../media/pam_r2_91a6ec47fe54e8ab_t4_click_91a6ec47fe54e8ab722f7375662aed13549cd5054bd7dd91ba6fcae9f4a2d81b.png"/><Relationship Id="rIdT4ClickFrame33" Type="http://schemas.openxmlformats.org/officeDocument/2006/relationships/image" Target="../media/pam_r2_2e2d7d44a14565dd_t4_click_2e2d7d44a14565dd4353bbaa2272782aa635cffed25efbcbdefa8e7bca347269.png"/><Relationship Id="rIdT4ClickFrame34" Type="http://schemas.openxmlformats.org/officeDocument/2006/relationships/image" Target="../media/pam_r2_dfc7d1cffaf0b0d2_t4_click_dfc7d1cffaf0b0d2d0cc3a4d672fc1326927f1198a44b627dc8e32fe4a9f2587.png"/><Relationship Id="rIdT4ClickFrame35" Type="http://schemas.openxmlformats.org/officeDocument/2006/relationships/image" Target="../media/pam_r2_91a9688f713cc3ab_t4_click_91a9688f713cc3abb01ecfd82f89303cfb1ed5e88a1be01dcda5694a63703cdf.png"/><Relationship Id="rIdT4ClickFrame36" Type="http://schemas.openxmlformats.org/officeDocument/2006/relationships/image" Target="../media/pam_r2_49171c8c9db3f9fe_t4_click_49171c8c9db3f9fef3610b4f4fbf13b8cf9c704b972b7eddab8132ac7379ba04.png"/><Relationship Id="rIdT4ClickFrame37" Type="http://schemas.openxmlformats.org/officeDocument/2006/relationships/image" Target="../media/pam_r2_0ef16d27f659151b_t4_click_0ef16d27f659151be27a6b807d92a82b4d5b46500861a4d39ae7d7c04eccfe14.png"/><Relationship Id="rIdT4ClickFrame38" Type="http://schemas.openxmlformats.org/officeDocument/2006/relationships/image" Target="../media/pam_r2_4d53a4d5be64f428_t4_click_4d53a4d5be64f42814b12fe64cae4552b2eb136cc19e69f48cdcc6ef0d70ce10.png"/><Relationship Id="rIdT4ClickFrame39" Type="http://schemas.openxmlformats.org/officeDocument/2006/relationships/image" Target="../media/pam_r2_af1393af26eacbea_t4_click_af1393af26eacbeac7d601f32a592e3e54fc0fc3dc6a8a78f1d50c8212375d16.png"/><Relationship Id="rIdT4ClickFrame40" Type="http://schemas.openxmlformats.org/officeDocument/2006/relationships/image" Target="../media/pam_r2_0a6bb9dfc5f7f985_image308.png"/><Relationship Id="rIdT4ClickFrame41" Type="http://schemas.openxmlformats.org/officeDocument/2006/relationships/image" Target="../media/pam_r2_0a6bb9dfc5f7f985_image308.png"/><Relationship Id="rIdT4ClickFrame42" Type="http://schemas.openxmlformats.org/officeDocument/2006/relationships/image" Target="../media/pam_r2_0d36958b1e9b47c0_t4_click_0d36958b1e9b47c0316c71ba8df59c6ea57436f0343dbf3e3bd64f7ef7858411.png"/><Relationship Id="rIdT4ClickFrame43" Type="http://schemas.openxmlformats.org/officeDocument/2006/relationships/image" Target="../media/pam_r2_6cd954951e53c92e_t4_click_6cd954951e53c92e7ddc41ffdd624acb9dc71fabac321611eb531ab2adb31265.png"/><Relationship Id="rIdT4ClickFrame44" Type="http://schemas.openxmlformats.org/officeDocument/2006/relationships/image" Target="../media/pam_r2_ebc95f9a72b1dea1_t4_click_ebc95f9a72b1dea1f3727b860a7975d2c838dc99a89c7a769b73492969edfb71.png"/><Relationship Id="rIdT4ClickFrame45" Type="http://schemas.openxmlformats.org/officeDocument/2006/relationships/image" Target="../media/pam_r2_5c97ca9db07e67cc_t4_click_5c97ca9db07e67cc13a1e5bd942d4da4c901acb1c7da06fd033d4c6ca4dbbe66.png"/><Relationship Id="rIdT4ClickFrame46" Type="http://schemas.openxmlformats.org/officeDocument/2006/relationships/image" Target="../media/pam_r2_c132dbb87d38b20f_t4_click_c132dbb87d38b20f14f0ab1656be64b9c381a62cfb3b4ea30c9c7ca020896b3c.png"/><Relationship Id="rIdT4ClickFrame47" Type="http://schemas.openxmlformats.org/officeDocument/2006/relationships/image" Target="../media/pam_r2_071eb32c82c47b1e_t4_click_071eb32c82c47b1e6644e2d638d2cabac84e2cfbd566e6bf48010be2302a344b.png"/><Relationship Id="rIdT4ClickFrame48" Type="http://schemas.openxmlformats.org/officeDocument/2006/relationships/image" Target="../media/pam_r2_5c23c1286f547800_t4_click_5c23c1286f547800de8d002cf231eae93355c52942657c5849f341630af769dc.png"/><Relationship Id="rIdT4ClickFrame49" Type="http://schemas.openxmlformats.org/officeDocument/2006/relationships/image" Target="../media/pam_r2_9e4f592f6ff7aaf1_t4_click_9e4f592f6ff7aaf1604be7156d98a7eefaf83c6d51fea829d2f9532c87950df2.png"/><Relationship Id="rIdT4ClickFrame50" Type="http://schemas.openxmlformats.org/officeDocument/2006/relationships/image" Target="../media/pam_r2_43c3f8db9db17626_t4_click_43c3f8db9db17626c8b8470df6a8eb3380e9257eb9878e23a65527fc5bbf0f3a.png"/><Relationship Id="rIdT4ClickFrame51" Type="http://schemas.openxmlformats.org/officeDocument/2006/relationships/image" Target="../media/pam_r2_d42f56b1372beb42_t4_click_d42f56b1372beb420629930e6ab953bc608129cf4c9e0437bda5b73ac7b25e4d.png"/><Relationship Id="rIdT4ClickFrame52" Type="http://schemas.openxmlformats.org/officeDocument/2006/relationships/image" Target="../media/pam_r2_5467260ec24e6be3_t4_click_5467260ec24e6be3416bb9a50c8eedeee8718beb0e7b4fa2116a661f3a8eecb4.png"/><Relationship Id="rIdT4ClickFrame53" Type="http://schemas.openxmlformats.org/officeDocument/2006/relationships/image" Target="../media/pam_r2_ad28baa3e21eeeb1_t4_click_ad28baa3e21eeeb15138cf8c69a460ae74b0377cb92e31ca971ff29100146c4e.png"/><Relationship Id="rIdT4ClickFrame54" Type="http://schemas.openxmlformats.org/officeDocument/2006/relationships/image" Target="../media/pam_r2_0ff97d998cbfe7f9_t4_click_0ff97d998cbfe7f93dbe8ab3c3c99ee327fa8b73827cef07ff6b19669022cb1d.png"/><Relationship Id="rIdT4ClickFrame55" Type="http://schemas.openxmlformats.org/officeDocument/2006/relationships/image" Target="../media/pam_r2_52b1dd69caf34791_t4_click_52b1dd69caf3479115ff5f3474f9eed32501d8f05535fe6d40854078e150df68.png"/><Relationship Id="rIdT4ClickFrame56" Type="http://schemas.openxmlformats.org/officeDocument/2006/relationships/image" Target="../media/pam_r2_1133196fb598f8e7_t4_click_1133196fb598f8e7043df2c99d7be55c1cff40090e060b0275865936486d78e3.png"/><Relationship Id="rIdT4ClickFrame57" Type="http://schemas.openxmlformats.org/officeDocument/2006/relationships/image" Target="../media/pam_r2_f16e54f8490f0d77_image341.png"/></Relationships>
</file>

<file path=ppt/slides/_rels/signal_zoom_r4_40.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22f547b1ab694db7"/><Relationship Type="http://schemas.openxmlformats.org/officeDocument/2006/relationships/image" Target="../media/pam_r2_f16e54f8490f0d77_image341.png" Id="Rddf23aca0ee644a7"/><Relationship Type="http://schemas.openxmlformats.org/officeDocument/2006/relationships/image" Target="../media/pam_r2_239f43a497547818_image332.png" Id="R6daaeae2c2494b78"/><Relationship Type="http://schemas.openxmlformats.org/officeDocument/2006/relationships/image" Target="../media/pam_r2_92fcfca9c5832b70_image333.png" Id="Rcfdad99ce47f4112"/><Relationship Type="http://schemas.openxmlformats.org/officeDocument/2006/relationships/image" Target="../media/image3.png" Id="R6c0140d6e9f04ef4"/><Relationship Type="http://schemas.openxmlformats.org/officeDocument/2006/relationships/image" Target="../media/image11.png" Id="Rf9ccb3a3e74843f7"/><Relationship Type="http://schemas.openxmlformats.org/officeDocument/2006/relationships/image" Target="../media/pam_r2_6f99656d1acd9ae2_image311.png" Id="R232ef862162a4b67"/><Relationship Type="http://schemas.openxmlformats.org/officeDocument/2006/relationships/image" Target="../media/pam_r2_47befa876cfab9e4_image337.png" Id="R613841b144fa49ef"/><Relationship Type="http://schemas.openxmlformats.org/officeDocument/2006/relationships/image" Target="../media/pam_r2_f9375742020a961f_image338.png" Id="R4155a77559944158"/><Relationship Type="http://schemas.openxmlformats.org/officeDocument/2006/relationships/image" Target="../media/pam_r2_5d04f9ddafe2cea6_image241.png" Id="R535582e1b79e4440"/><Relationship Type="http://schemas.openxmlformats.org/officeDocument/2006/relationships/image" Target="../media/pam_r2_7d3aaa653b65144b_image151.png" Id="R1e86ecaea4074708"/><Relationship Type="http://schemas.openxmlformats.org/officeDocument/2006/relationships/notesSlide" Target="../notesSlides/pam_r2_1e172f81cb89d07e_notesSlide40.xml" Id="Re35289755a384068"/><Relationship Id="rIdMathSvg0" Type="http://schemas.openxmlformats.org/officeDocument/2006/relationships/image" Target="../media/pam_r2_af66b631b1e0a499_t4_af66b631b1e0a49911e90cf8.svg"/><Relationship Id="rIdMathSvg1" Type="http://schemas.openxmlformats.org/officeDocument/2006/relationships/image" Target="../media/pam_r2_e19f416ebac7b7dd_t4_e19f416ebac7b7dd4205b7a8.svg"/><Relationship Id="rIdMathSvg2" Type="http://schemas.openxmlformats.org/officeDocument/2006/relationships/image" Target="../media/pam_r2_65a80d11887bfb9c_t4_65a80d11887bfb9c36b269b1.svg"/><Relationship Id="rIdMathSvg3" Type="http://schemas.openxmlformats.org/officeDocument/2006/relationships/image" Target="../media/pam_r2_1f721b0f1d0e6605_t4_1f721b0f1d0e66053612c9a8.svg"/><Relationship Id="rIdMathSvg4" Type="http://schemas.openxmlformats.org/officeDocument/2006/relationships/image" Target="../media/pam_r2_692951bd28dc1dfa_t4_692951bd28dc1dfaa2c468c3.svg"/><Relationship Id="rIdMathSvg5" Type="http://schemas.openxmlformats.org/officeDocument/2006/relationships/image" Target="../media/pam_r2_297cce123626b41d_t4_297cce123626b41d76142bb7.svg"/><Relationship Id="rIdMathSvg6" Type="http://schemas.openxmlformats.org/officeDocument/2006/relationships/image" Target="../media/pam_r2_aabb8d15ecfeb3bf_t4_aabb8d15ecfeb3bfb2c3c3c1.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4.xml"/><Relationship Id="rIdNav3" Type="http://schemas.openxmlformats.org/officeDocument/2006/relationships/slide" Target="signal_zoom_r4_39.xml"/><Relationship Id="rIdNav4" Type="http://schemas.openxmlformats.org/officeDocument/2006/relationships/slide" Target="signal_zoom_r4_40.xml"/><Relationship Id="rIdNav5" Type="http://schemas.openxmlformats.org/officeDocument/2006/relationships/slide" Target="signal_zoom_r4_41.xml"/><Relationship Id="rIdNav6" Type="http://schemas.openxmlformats.org/officeDocument/2006/relationships/slide" Target="signal_zoom_r4_39.xml"/><Relationship Id="rIdNav7" Type="http://schemas.openxmlformats.org/officeDocument/2006/relationships/slide" Target="signal_zoom_r4_40.xml"/><Relationship Id="rIdNav8" Type="http://schemas.openxmlformats.org/officeDocument/2006/relationships/slide" Target="signal_zoom_r4_41.xml"/><Relationship Id="rIdT4ClickFrame1" Type="http://schemas.openxmlformats.org/officeDocument/2006/relationships/image" Target="../media/pam_r2_f16e54f8490f0d77_image341.png"/><Relationship Id="rIdT4ClickFrame2" Type="http://schemas.openxmlformats.org/officeDocument/2006/relationships/image" Target="../media/pam_r2_93977dfb40aac956_t4_click_93977dfb40aac956a89508af21cfa643aa5f3718d531cd4ded369aebd2bf4554.png"/><Relationship Id="rIdT4ClickFrame3" Type="http://schemas.openxmlformats.org/officeDocument/2006/relationships/image" Target="../media/pam_r2_e63bf7489fc3744b_t4_click_e63bf7489fc3744ba2cc3c0d14bb5781081d167d6e94d5d970017649bf5245cb.png"/><Relationship Id="rIdT4ClickFrame4" Type="http://schemas.openxmlformats.org/officeDocument/2006/relationships/image" Target="../media/pam_r2_0f7dbcaf93a5d04e_t4_click_0f7dbcaf93a5d04ed82f8396e9266b4f20471315f58d5a8806059ec97a15d5f8.png"/><Relationship Id="rIdT4ClickFrame5" Type="http://schemas.openxmlformats.org/officeDocument/2006/relationships/image" Target="../media/pam_r2_bb9e67dbeeb7af91_t4_click_bb9e67dbeeb7af91447cc2558c07ae9cb47b326d6ec1cf82eff64ffe5be5565f.png"/><Relationship Id="rIdT4ClickFrame6" Type="http://schemas.openxmlformats.org/officeDocument/2006/relationships/image" Target="../media/pam_r2_4ae5d2d8e9947488_t4_click_4ae5d2d8e9947488993408847154a3b4f27faf337d365a63ad78891701149800.png"/><Relationship Id="rIdT4ClickFrame7" Type="http://schemas.openxmlformats.org/officeDocument/2006/relationships/image" Target="../media/pam_r2_e2809207e373314e_t4_click_e2809207e373314e5f4c8ecff24387f05d3f3e932eafd44cc03da796490155eb.png"/><Relationship Id="rIdT4ClickFrame8" Type="http://schemas.openxmlformats.org/officeDocument/2006/relationships/image" Target="../media/pam_r2_33137425f8b3f365_t4_click_33137425f8b3f3658c772ae71c5b25c6a08e06c1ca81bc226b95a8fb4265a9fa.png"/><Relationship Id="rIdT4ClickFrame9" Type="http://schemas.openxmlformats.org/officeDocument/2006/relationships/image" Target="../media/pam_r2_b8c8e08792fa4cc0_t4_click_b8c8e08792fa4cc054f88d9bfb092adafabe59798c122947ae7a70c32e65d4a2.png"/><Relationship Id="rIdT4ClickFrame10" Type="http://schemas.openxmlformats.org/officeDocument/2006/relationships/image" Target="../media/pam_r2_7c013e030b881a7c_t4_click_7c013e030b881a7cb34e7f20c3e3f0e34a991349435231d53c627d57aa206e49.png"/><Relationship Id="rIdT4ClickFrame11" Type="http://schemas.openxmlformats.org/officeDocument/2006/relationships/image" Target="../media/pam_r2_6320da445a9b7bc6_t4_click_6320da445a9b7bc620d436c8450bc09270b43d6b64789da85aaa51163b3a2b10.png"/><Relationship Id="rIdT4ClickFrame12" Type="http://schemas.openxmlformats.org/officeDocument/2006/relationships/image" Target="../media/pam_r2_f5c36fb9684d299f_t4_click_f5c36fb9684d299f95310d7a8024a02f1fa124e1f6d219e0f0b4464bb5babda7.png"/><Relationship Id="rIdT4ClickFrame13" Type="http://schemas.openxmlformats.org/officeDocument/2006/relationships/image" Target="../media/pam_r2_b85071cde7322e86_t4_click_b85071cde7322e8613e476b55d58f817506f71f4af16c1490d4954f5bb93b05a.png"/><Relationship Id="rIdT4ClickFrame14" Type="http://schemas.openxmlformats.org/officeDocument/2006/relationships/image" Target="../media/pam_r2_65d9670ff6d1e4dd_t4_click_65d9670ff6d1e4dd277c77bdbcea4dd8235a64b95678134b0f9460ac06a016db.png"/><Relationship Id="rIdT4ClickFrame15" Type="http://schemas.openxmlformats.org/officeDocument/2006/relationships/image" Target="../media/pam_r2_fc2e16e432f9ce79_t4_click_fc2e16e432f9ce7984a7d39381c1d99ed54c27c83872b59315cba3706e0eb91b.png"/><Relationship Id="rIdT4ClickFrame16" Type="http://schemas.openxmlformats.org/officeDocument/2006/relationships/image" Target="../media/pam_r2_c32e8f6334436e5f_t4_click_c32e8f6334436e5f95a4bcc9481e47d847430d3cb56e07357e15d145aa77f6d3.png"/><Relationship Id="rIdT4ClickFrame17" Type="http://schemas.openxmlformats.org/officeDocument/2006/relationships/image" Target="../media/pam_r2_92fcfca9c5832b70_image333.png"/><Relationship Id="rIdT4ClickFrame18" Type="http://schemas.openxmlformats.org/officeDocument/2006/relationships/image" Target="../media/pam_r2_239f43a497547818_image332.png"/><Relationship Id="rIdT4ClickFrame19" Type="http://schemas.openxmlformats.org/officeDocument/2006/relationships/image" Target="../media/pam_r2_239f43a497547818_image332.png"/><Relationship Id="rIdT4ClickFrame20" Type="http://schemas.openxmlformats.org/officeDocument/2006/relationships/image" Target="../media/pam_r2_239f43a497547818_image332.png"/><Relationship Id="rIdT4ClickFrame21" Type="http://schemas.openxmlformats.org/officeDocument/2006/relationships/image" Target="../media/pam_r2_239f43a497547818_image332.png"/><Relationship Id="rIdT4ClickFrame22" Type="http://schemas.openxmlformats.org/officeDocument/2006/relationships/image" Target="../media/pam_r2_239f43a497547818_image332.png"/><Relationship Id="rIdT4ClickFrame23" Type="http://schemas.openxmlformats.org/officeDocument/2006/relationships/image" Target="../media/pam_r2_9248d99cd577338c_t4_click_9248d99cd577338c225bcb92c40e549e11d391d390ec74b811d446a8ff8f360e.png"/><Relationship Id="rIdT4ClickFrame24" Type="http://schemas.openxmlformats.org/officeDocument/2006/relationships/image" Target="../media/pam_r2_9248d99cd577338c_t4_click_9248d99cd577338c225bcb92c40e549e11d391d390ec74b811d446a8ff8f360e.png"/><Relationship Id="rIdT4ClickFrame25" Type="http://schemas.openxmlformats.org/officeDocument/2006/relationships/image" Target="../media/pam_r2_9248d99cd577338c_t4_click_9248d99cd577338c225bcb92c40e549e11d391d390ec74b811d446a8ff8f360e.png"/><Relationship Id="rIdT4ClickFrame26" Type="http://schemas.openxmlformats.org/officeDocument/2006/relationships/image" Target="../media/pam_r2_9248d99cd577338c_t4_click_9248d99cd577338c225bcb92c40e549e11d391d390ec74b811d446a8ff8f360e.png"/><Relationship Id="rIdT4ClickFrame27" Type="http://schemas.openxmlformats.org/officeDocument/2006/relationships/image" Target="../media/pam_r2_9248d99cd577338c_t4_click_9248d99cd577338c225bcb92c40e549e11d391d390ec74b811d446a8ff8f360e.png"/><Relationship Id="rIdT4ClickFrame28" Type="http://schemas.openxmlformats.org/officeDocument/2006/relationships/image" Target="../media/pam_r2_9248d99cd577338c_t4_click_9248d99cd577338c225bcb92c40e549e11d391d390ec74b811d446a8ff8f360e.png"/><Relationship Id="rIdT4ClickFrame29" Type="http://schemas.openxmlformats.org/officeDocument/2006/relationships/image" Target="../media/pam_r2_9248d99cd577338c_t4_click_9248d99cd577338c225bcb92c40e549e11d391d390ec74b811d446a8ff8f360e.png"/><Relationship Id="rIdT4ClickFrame30" Type="http://schemas.openxmlformats.org/officeDocument/2006/relationships/image" Target="../media/pam_r2_9248d99cd577338c_t4_click_9248d99cd577338c225bcb92c40e549e11d391d390ec74b811d446a8ff8f360e.png"/><Relationship Id="rIdT4ClickFrame31" Type="http://schemas.openxmlformats.org/officeDocument/2006/relationships/image" Target="../media/pam_r2_9248d99cd577338c_t4_click_9248d99cd577338c225bcb92c40e549e11d391d390ec74b811d446a8ff8f360e.png"/><Relationship Id="rIdT4ClickFrame32" Type="http://schemas.openxmlformats.org/officeDocument/2006/relationships/image" Target="../media/pam_r2_9248d99cd577338c_t4_click_9248d99cd577338c225bcb92c40e549e11d391d390ec74b811d446a8ff8f360e.png"/><Relationship Id="rIdT4ClickFrame33" Type="http://schemas.openxmlformats.org/officeDocument/2006/relationships/image" Target="../media/pam_r2_9248d99cd577338c_t4_click_9248d99cd577338c225bcb92c40e549e11d391d390ec74b811d446a8ff8f360e.png"/><Relationship Id="rIdT4ClickFrame34" Type="http://schemas.openxmlformats.org/officeDocument/2006/relationships/image" Target="../media/pam_r2_9248d99cd577338c_t4_click_9248d99cd577338c225bcb92c40e549e11d391d390ec74b811d446a8ff8f360e.png"/><Relationship Id="rIdT4ClickFrame35" Type="http://schemas.openxmlformats.org/officeDocument/2006/relationships/image" Target="../media/pam_r2_9248d99cd577338c_t4_click_9248d99cd577338c225bcb92c40e549e11d391d390ec74b811d446a8ff8f360e.png"/><Relationship Id="rIdT4ClickFrame36" Type="http://schemas.openxmlformats.org/officeDocument/2006/relationships/image" Target="../media/pam_r2_8c7fe5b90ec0b263_t4_click_8c7fe5b90ec0b26379c161edad405e793141b128107c6e147cbc5332d8dbd3d9.png"/><Relationship Id="rIdT4ClickFrame37" Type="http://schemas.openxmlformats.org/officeDocument/2006/relationships/image" Target="../media/pam_r2_8c7fe5b90ec0b263_t4_click_8c7fe5b90ec0b26379c161edad405e793141b128107c6e147cbc5332d8dbd3d9.png"/><Relationship Id="rIdT4ClickFrame38" Type="http://schemas.openxmlformats.org/officeDocument/2006/relationships/image" Target="../media/pam_r2_8c7fe5b90ec0b263_t4_click_8c7fe5b90ec0b26379c161edad405e793141b128107c6e147cbc5332d8dbd3d9.png"/><Relationship Id="rIdT4ClickFrame39" Type="http://schemas.openxmlformats.org/officeDocument/2006/relationships/image" Target="../media/pam_r2_8c7fe5b90ec0b263_t4_click_8c7fe5b90ec0b26379c161edad405e793141b128107c6e147cbc5332d8dbd3d9.png"/><Relationship Id="rIdT4ClickFrame40" Type="http://schemas.openxmlformats.org/officeDocument/2006/relationships/image" Target="../media/pam_r2_92fcfca9c5832b70_image333.png"/><Relationship Id="rIdT4ClickFrame41" Type="http://schemas.openxmlformats.org/officeDocument/2006/relationships/image" Target="../media/pam_r2_92fcfca9c5832b70_image333.png"/><Relationship Id="rIdT4ClickFrame42" Type="http://schemas.openxmlformats.org/officeDocument/2006/relationships/image" Target="../media/pam_r2_c32e8f6334436e5f_t4_click_c32e8f6334436e5f95a4bcc9481e47d847430d3cb56e07357e15d145aa77f6d3.png"/><Relationship Id="rIdT4ClickFrame43" Type="http://schemas.openxmlformats.org/officeDocument/2006/relationships/image" Target="../media/pam_r2_fc2e16e432f9ce79_t4_click_fc2e16e432f9ce7984a7d39381c1d99ed54c27c83872b59315cba3706e0eb91b.png"/><Relationship Id="rIdT4ClickFrame44" Type="http://schemas.openxmlformats.org/officeDocument/2006/relationships/image" Target="../media/pam_r2_65d9670ff6d1e4dd_t4_click_65d9670ff6d1e4dd277c77bdbcea4dd8235a64b95678134b0f9460ac06a016db.png"/><Relationship Id="rIdT4ClickFrame45" Type="http://schemas.openxmlformats.org/officeDocument/2006/relationships/image" Target="../media/pam_r2_b85071cde7322e86_t4_click_b85071cde7322e8613e476b55d58f817506f71f4af16c1490d4954f5bb93b05a.png"/><Relationship Id="rIdT4ClickFrame46" Type="http://schemas.openxmlformats.org/officeDocument/2006/relationships/image" Target="../media/pam_r2_f5c36fb9684d299f_t4_click_f5c36fb9684d299f95310d7a8024a02f1fa124e1f6d219e0f0b4464bb5babda7.png"/><Relationship Id="rIdT4ClickFrame47" Type="http://schemas.openxmlformats.org/officeDocument/2006/relationships/image" Target="../media/pam_r2_6320da445a9b7bc6_t4_click_6320da445a9b7bc620d436c8450bc09270b43d6b64789da85aaa51163b3a2b10.png"/><Relationship Id="rIdT4ClickFrame48" Type="http://schemas.openxmlformats.org/officeDocument/2006/relationships/image" Target="../media/pam_r2_7c013e030b881a7c_t4_click_7c013e030b881a7cb34e7f20c3e3f0e34a991349435231d53c627d57aa206e49.png"/><Relationship Id="rIdT4ClickFrame49" Type="http://schemas.openxmlformats.org/officeDocument/2006/relationships/image" Target="../media/pam_r2_b8c8e08792fa4cc0_t4_click_b8c8e08792fa4cc054f88d9bfb092adafabe59798c122947ae7a70c32e65d4a2.png"/><Relationship Id="rIdT4ClickFrame50" Type="http://schemas.openxmlformats.org/officeDocument/2006/relationships/image" Target="../media/pam_r2_33137425f8b3f365_t4_click_33137425f8b3f3658c772ae71c5b25c6a08e06c1ca81bc226b95a8fb4265a9fa.png"/><Relationship Id="rIdT4ClickFrame51" Type="http://schemas.openxmlformats.org/officeDocument/2006/relationships/image" Target="../media/pam_r2_e2809207e373314e_t4_click_e2809207e373314e5f4c8ecff24387f05d3f3e932eafd44cc03da796490155eb.png"/><Relationship Id="rIdT4ClickFrame52" Type="http://schemas.openxmlformats.org/officeDocument/2006/relationships/image" Target="../media/pam_r2_4ae5d2d8e9947488_t4_click_4ae5d2d8e9947488993408847154a3b4f27faf337d365a63ad78891701149800.png"/><Relationship Id="rIdT4ClickFrame53" Type="http://schemas.openxmlformats.org/officeDocument/2006/relationships/image" Target="../media/pam_r2_bb9e67dbeeb7af91_t4_click_bb9e67dbeeb7af91447cc2558c07ae9cb47b326d6ec1cf82eff64ffe5be5565f.png"/><Relationship Id="rIdT4ClickFrame54" Type="http://schemas.openxmlformats.org/officeDocument/2006/relationships/image" Target="../media/pam_r2_0f7dbcaf93a5d04e_t4_click_0f7dbcaf93a5d04ed82f8396e9266b4f20471315f58d5a8806059ec97a15d5f8.png"/><Relationship Id="rIdT4ClickFrame55" Type="http://schemas.openxmlformats.org/officeDocument/2006/relationships/image" Target="../media/pam_r2_e63bf7489fc3744b_t4_click_e63bf7489fc3744ba2cc3c0d14bb5781081d167d6e94d5d970017649bf5245cb.png"/><Relationship Id="rIdT4ClickFrame56" Type="http://schemas.openxmlformats.org/officeDocument/2006/relationships/image" Target="../media/pam_r2_93977dfb40aac956_t4_click_93977dfb40aac956a89508af21cfa643aa5f3718d531cd4ded369aebd2bf4554.png"/><Relationship Id="rIdT4ClickFrame57" Type="http://schemas.openxmlformats.org/officeDocument/2006/relationships/image" Target="../media/pam_r2_f16e54f8490f0d77_image341.png"/></Relationships>
</file>

<file path=ppt/slides/_rels/signal_zoom_r4_4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1de252fb92e43b4"/><Relationship Type="http://schemas.openxmlformats.org/officeDocument/2006/relationships/image" Target="../media/pam_r2_f16e54f8490f0d77_image341.png" Id="Rf05006bddba547fb"/><Relationship Type="http://schemas.openxmlformats.org/officeDocument/2006/relationships/image" Target="../media/pam_r2_728da5f4dac85957_image321.png" Id="R275d1733cd6f43aa"/><Relationship Type="http://schemas.openxmlformats.org/officeDocument/2006/relationships/image" Target="../media/pam_r2_16c55c9b9be3d044_image322.png" Id="R6e47ce5d59cd40bd"/><Relationship Type="http://schemas.openxmlformats.org/officeDocument/2006/relationships/image" Target="../media/image3.png" Id="R99d0f2a2dcc74c6b"/><Relationship Type="http://schemas.openxmlformats.org/officeDocument/2006/relationships/image" Target="../media/image11.png" Id="R7a8c1826bfd04b78"/><Relationship Type="http://schemas.openxmlformats.org/officeDocument/2006/relationships/image" Target="../media/pam_r2_6f99656d1acd9ae2_image311.png" Id="R6ce0892bccfd4241"/><Relationship Type="http://schemas.openxmlformats.org/officeDocument/2006/relationships/image" Target="../media/pam_r2_7d3aaa653b65144b_image151.png" Id="R1b2119edc89940f2"/><Relationship Type="http://schemas.openxmlformats.org/officeDocument/2006/relationships/image" Target="../media/pam_r2_9684a9bd4034e41b_image348.png" Id="R4e0d1e867a804ad0"/><Relationship Type="http://schemas.openxmlformats.org/officeDocument/2006/relationships/image" Target="../media/pam_r2_dace4eed794deeb8_image349.png" Id="Re0c20cbea6b24b31"/><Relationship Type="http://schemas.openxmlformats.org/officeDocument/2006/relationships/image" Target="../media/pam_r2_f6145a76102049c2_image153.png" Id="Rfe0da543cbce4dba"/><Relationship Type="http://schemas.openxmlformats.org/officeDocument/2006/relationships/image" Target="../media/pam_r2_7d3aaa653b65144b_image151.png" Id="Ra93f689ffe524fc5"/><Relationship Type="http://schemas.openxmlformats.org/officeDocument/2006/relationships/image" Target="../media/pam_r2_ae61784e07874216_image154.png" Id="Rb3cb00520e514fd4"/><Relationship Type="http://schemas.openxmlformats.org/officeDocument/2006/relationships/notesSlide" Target="../notesSlides/pam_r2_1e172f81cb89d07e_notesSlide41.xml" Id="Rf180ce34ceab4f83"/><Relationship Id="rIdMathSvg0" Type="http://schemas.openxmlformats.org/officeDocument/2006/relationships/image" Target="../media/pam_r2_af66b631b1e0a499_t4_af66b631b1e0a49911e90cf8.svg"/><Relationship Id="rIdMathSvg1" Type="http://schemas.openxmlformats.org/officeDocument/2006/relationships/image" Target="../media/pam_r2_e19f416ebac7b7dd_t4_e19f416ebac7b7dd4205b7a8.svg"/><Relationship Id="rIdMathSvg2" Type="http://schemas.openxmlformats.org/officeDocument/2006/relationships/image" Target="../media/pam_r2_65a80d11887bfb9c_t4_65a80d11887bfb9c36b269b1.svg"/><Relationship Id="rIdMathSvg3" Type="http://schemas.openxmlformats.org/officeDocument/2006/relationships/image" Target="../media/pam_r2_aabb8d15ecfeb3bf_t4_aabb8d15ecfeb3bfb2c3c3c1.svg"/><Relationship Id="rIdMathSvg4" Type="http://schemas.openxmlformats.org/officeDocument/2006/relationships/image" Target="../media/pam_r2_e67884b198dd0bc7_t4_e67884b198dd0bc7948065f8.svg"/><Relationship Id="rIdMathSvg5" Type="http://schemas.openxmlformats.org/officeDocument/2006/relationships/image" Target="../media/pam_r2_2dfedf2e7d8c65c7_t4_2dfedf2e7d8c65c7b84cab09.svg"/><Relationship Id="rIdMathSvg6" Type="http://schemas.openxmlformats.org/officeDocument/2006/relationships/image" Target="../media/pam_r2_db672cd99f70a38c_t4_db672cd99f70a38cc2df3c10.svg"/><Relationship Id="rIdMathSvg7" Type="http://schemas.openxmlformats.org/officeDocument/2006/relationships/image" Target="../media/pam_r2_aabb8d15ecfeb3bf_t4_aabb8d15ecfeb3bfb2c3c3c1.svg"/><Relationship Id="rIdMathSvg8" Type="http://schemas.openxmlformats.org/officeDocument/2006/relationships/image" Target="../media/pam_r2_a7b2058e9bca5f92_t4_a7b2058e9bca5f924df9eb4b.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4.xml"/><Relationship Id="rIdNav3" Type="http://schemas.openxmlformats.org/officeDocument/2006/relationships/slide" Target="signal_zoom_r4_39.xml"/><Relationship Id="rIdNav4" Type="http://schemas.openxmlformats.org/officeDocument/2006/relationships/slide" Target="signal_zoom_r4_40.xml"/><Relationship Id="rIdNav5" Type="http://schemas.openxmlformats.org/officeDocument/2006/relationships/slide" Target="signal_zoom_r4_41.xml"/><Relationship Id="rIdNav6" Type="http://schemas.openxmlformats.org/officeDocument/2006/relationships/slide" Target="signal_zoom_r4_39.xml"/><Relationship Id="rIdNav7" Type="http://schemas.openxmlformats.org/officeDocument/2006/relationships/slide" Target="signal_zoom_r4_40.xml"/><Relationship Id="rIdNav8" Type="http://schemas.openxmlformats.org/officeDocument/2006/relationships/slide" Target="signal_zoom_r4_41.xml"/><Relationship Id="rIdT4ClickFrame1" Type="http://schemas.openxmlformats.org/officeDocument/2006/relationships/image" Target="../media/pam_r2_f16e54f8490f0d77_image341.png"/><Relationship Id="rIdT4ClickFrame2" Type="http://schemas.openxmlformats.org/officeDocument/2006/relationships/image" Target="../media/pam_r2_9390cdb9e769be1e_t4_click_9390cdb9e769be1e681e7f6e98c7770d8c873e0d80ed1787b71b18fc5a5272e9.png"/><Relationship Id="rIdT4ClickFrame3" Type="http://schemas.openxmlformats.org/officeDocument/2006/relationships/image" Target="../media/pam_r2_4836dc69952a874b_t4_click_4836dc69952a874b3a15721f87493f447300f04498ac2fc3ebd4c16ba9aa8473.png"/><Relationship Id="rIdT4ClickFrame4" Type="http://schemas.openxmlformats.org/officeDocument/2006/relationships/image" Target="../media/pam_r2_fdbc78284dc5f5da_t4_click_fdbc78284dc5f5da2521fb1f1fb2ea99cafbecc2999e7a73c882ee130c39c0c7.png"/><Relationship Id="rIdT4ClickFrame5" Type="http://schemas.openxmlformats.org/officeDocument/2006/relationships/image" Target="../media/pam_r2_006e4dcdb22202c2_t4_click_006e4dcdb22202c2dd315bdaf894483937c6868768f35b281fcea4ce88e0e4cd.png"/><Relationship Id="rIdT4ClickFrame6" Type="http://schemas.openxmlformats.org/officeDocument/2006/relationships/image" Target="../media/pam_r2_5df15e23480f4f1b_t4_click_5df15e23480f4f1ba73100a854f6d59b7a282996200916b67f8c874f19253da8.png"/><Relationship Id="rIdT4ClickFrame7" Type="http://schemas.openxmlformats.org/officeDocument/2006/relationships/image" Target="../media/pam_r2_90d11157239038f9_t4_click_90d11157239038f96fb4998fd10fd8c6492fd0c49689bafbe4c350a77ed0c6bd.png"/><Relationship Id="rIdT4ClickFrame8" Type="http://schemas.openxmlformats.org/officeDocument/2006/relationships/image" Target="../media/pam_r2_a4866e6053bb3939_t4_click_a4866e6053bb3939722623f3d38ffdfc381ed295286fd814b3d0a53438f285d2.png"/><Relationship Id="rIdT4ClickFrame9" Type="http://schemas.openxmlformats.org/officeDocument/2006/relationships/image" Target="../media/pam_r2_dd24bbd85eff183a_t4_click_dd24bbd85eff183a7fa405c9ac7c1410602b8a0801d9bf96ec2a12728e67c5a7.png"/><Relationship Id="rIdT4ClickFrame10" Type="http://schemas.openxmlformats.org/officeDocument/2006/relationships/image" Target="../media/pam_r2_f0c95c60451157ee_t4_click_f0c95c60451157ee4a181c9129fe963a066a918e22e437d9769420b2fedd6e6e.png"/><Relationship Id="rIdT4ClickFrame11" Type="http://schemas.openxmlformats.org/officeDocument/2006/relationships/image" Target="../media/pam_r2_f0162bea99029f93_t4_click_f0162bea99029f9304c82f9c7434e016dc4c1d809e95d56f1ed25868be39838b.png"/><Relationship Id="rIdT4ClickFrame12" Type="http://schemas.openxmlformats.org/officeDocument/2006/relationships/image" Target="../media/pam_r2_af71881c8de5605b_t4_click_af71881c8de5605bcba9ed3d14a62d4cf465bd494d17616bf75d5cd7875e4065.png"/><Relationship Id="rIdT4ClickFrame13" Type="http://schemas.openxmlformats.org/officeDocument/2006/relationships/image" Target="../media/pam_r2_a708f25ccbcc179d_t4_click_a708f25ccbcc179d866c4ffdca8e565c9cced6079732aec7e4a3dfd1e6e15d58.png"/><Relationship Id="rIdT4ClickFrame14" Type="http://schemas.openxmlformats.org/officeDocument/2006/relationships/image" Target="../media/pam_r2_aaf5feead1992de7_t4_click_aaf5feead1992de797c24b6aff83c727cfa4600a3681e2cb64d344f87c734836.png"/><Relationship Id="rIdT4ClickFrame15" Type="http://schemas.openxmlformats.org/officeDocument/2006/relationships/image" Target="../media/pam_r2_5ba7efeaf3148d84_t4_click_5ba7efeaf3148d8415da55d633505bc9a634a7932ee975d3c9dc32eddd9c9c89.png"/><Relationship Id="rIdT4ClickFrame16" Type="http://schemas.openxmlformats.org/officeDocument/2006/relationships/image" Target="../media/pam_r2_b6b3983d3fd704db_t4_click_b6b3983d3fd704db27ceea51543968a0e05e4c8db42afc9464401d781ca42df6.png"/><Relationship Id="rIdT4ClickFrame17" Type="http://schemas.openxmlformats.org/officeDocument/2006/relationships/image" Target="../media/pam_r2_16c55c9b9be3d044_image322.png"/><Relationship Id="rIdT4ClickFrame18" Type="http://schemas.openxmlformats.org/officeDocument/2006/relationships/image" Target="../media/pam_r2_728da5f4dac85957_image321.png"/><Relationship Id="rIdT4ClickFrame19" Type="http://schemas.openxmlformats.org/officeDocument/2006/relationships/image" Target="../media/pam_r2_c18a013dae2ec6fb_t4_click_c18a013dae2ec6fbc8d4961e58ddd7aa354a9e439bb44c20bfce67b99747ca0f.png"/><Relationship Id="rIdT4ClickFrame20" Type="http://schemas.openxmlformats.org/officeDocument/2006/relationships/image" Target="../media/pam_r2_ac1f066169929467_t4_click_ac1f066169929467e7979dc9b9bff05a86642aa489967dcd6c21f53b14b6e58b.png"/><Relationship Id="rIdT4ClickFrame21" Type="http://schemas.openxmlformats.org/officeDocument/2006/relationships/image" Target="../media/pam_r2_33882f4f215b3790_t4_click_33882f4f215b379091e4efaaeb6d8bf984026b9725b341683cee6784d1839b02.png"/><Relationship Id="rIdT4ClickFrame22" Type="http://schemas.openxmlformats.org/officeDocument/2006/relationships/image" Target="../media/pam_r2_6a33e907d76b117e_t4_click_6a33e907d76b117ead0adbe1e139db093b0c3aee0db7acbd80d41e64a89a6d43.png"/><Relationship Id="rIdT4ClickFrame23" Type="http://schemas.openxmlformats.org/officeDocument/2006/relationships/image" Target="../media/pam_r2_485a56a2ece86f29_t4_click_485a56a2ece86f29bd6668967ac2001ab8834753544d823bd52751b60c6f1a9b.png"/><Relationship Id="rIdT4ClickFrame24" Type="http://schemas.openxmlformats.org/officeDocument/2006/relationships/image" Target="../media/pam_r2_dcfdc6af11d807bc_t4_click_dcfdc6af11d807bc7250c3aa97ffa8d4ee45fe0a7cb20fc931667996389e7a16.png"/><Relationship Id="rIdT4ClickFrame25" Type="http://schemas.openxmlformats.org/officeDocument/2006/relationships/image" Target="../media/pam_r2_c6fc5c6acf7a7b1e_t4_click_c6fc5c6acf7a7b1e68183171cc4c25651e103a376841e95254cacd5d635d7657.png"/><Relationship Id="rIdT4ClickFrame26" Type="http://schemas.openxmlformats.org/officeDocument/2006/relationships/image" Target="../media/pam_r2_1d9ae215d099b2ba_t4_click_1d9ae215d099b2bae5af15a1ee19332792aed147ec3af9e687fb48c0f4c25d44.png"/><Relationship Id="rIdT4ClickFrame27" Type="http://schemas.openxmlformats.org/officeDocument/2006/relationships/image" Target="../media/pam_r2_f31dbb813638482a_t4_click_f31dbb813638482a9c13e4f5dcabd398993445f4f00a8e5bf41c18ac73a97e18.png"/><Relationship Id="rIdT4ClickFrame28" Type="http://schemas.openxmlformats.org/officeDocument/2006/relationships/image" Target="../media/pam_r2_81bc92fbd5fafcef_t4_click_81bc92fbd5fafcefa79f7d651bf9f0c22adac85b74d961f689f7093c51a51b98.png"/><Relationship Id="rIdT4ClickFrame29" Type="http://schemas.openxmlformats.org/officeDocument/2006/relationships/image" Target="../media/pam_r2_4d1398a4f29fc84b_t4_click_4d1398a4f29fc84b0484d7c452cc474ab97f91b7de43dcc81c1bfe95435dc72d.png"/><Relationship Id="rIdT4ClickFrame30" Type="http://schemas.openxmlformats.org/officeDocument/2006/relationships/image" Target="../media/pam_r2_27b77715dbce7ad1_t4_click_27b77715dbce7ad161cd1001875d2c949b4f186846c1b94458fa89c6c4e0ebf2.png"/><Relationship Id="rIdT4ClickFrame31" Type="http://schemas.openxmlformats.org/officeDocument/2006/relationships/image" Target="../media/pam_r2_92f6c37056220fca_t4_click_92f6c37056220fca44b6ec4779bb9b47f820a0cb0a6d76a87d654400fd4eb1a7.png"/><Relationship Id="rIdT4ClickFrame32" Type="http://schemas.openxmlformats.org/officeDocument/2006/relationships/image" Target="../media/pam_r2_c090ae856bbfaf4d_t4_click_c090ae856bbfaf4d5cce72665b30f2eadc7f3c2d7d06bc27b625461070a04d19.png"/><Relationship Id="rIdT4ClickFrame33" Type="http://schemas.openxmlformats.org/officeDocument/2006/relationships/image" Target="../media/pam_r2_8b2bc877ae1a92a4_t4_click_8b2bc877ae1a92a434f1b82db31ec2814c1a4160672c1bcba0bcf9dd476b7a96.png"/><Relationship Id="rIdT4ClickFrame34" Type="http://schemas.openxmlformats.org/officeDocument/2006/relationships/image" Target="../media/pam_r2_023c15d18fcbd251_t4_click_023c15d18fcbd2519a9bc1782a2e788b0bf1493b6bbc488bbf5cd267ae6969a4.png"/><Relationship Id="rIdT4ClickFrame35" Type="http://schemas.openxmlformats.org/officeDocument/2006/relationships/image" Target="../media/pam_r2_edfc7dbb06533c34_t4_click_edfc7dbb06533c34bcab66ccc2245b8ed7adfd2cb64dd07c806fa7aedfee6e1b.png"/><Relationship Id="rIdT4ClickFrame36" Type="http://schemas.openxmlformats.org/officeDocument/2006/relationships/image" Target="../media/pam_r2_11ea66f43f43e4ff_t4_click_11ea66f43f43e4ffac8e3bcb00a6b105eb4caf3a04f16b0943342c13dcde66cf.png"/><Relationship Id="rIdT4ClickFrame37" Type="http://schemas.openxmlformats.org/officeDocument/2006/relationships/image" Target="../media/pam_r2_0d53b071d155a9a5_t4_click_0d53b071d155a9a50268a9baa3a5e6f7a219dbb706e24c5f61ddef39d97971a1.png"/><Relationship Id="rIdT4ClickFrame38" Type="http://schemas.openxmlformats.org/officeDocument/2006/relationships/image" Target="../media/pam_r2_b59ccb5e0b98d706_t4_click_b59ccb5e0b98d7061a5ae714d0d66f685abc12d96f58a367fcd3e6d5932d3a1e.png"/><Relationship Id="rIdT4ClickFrame39" Type="http://schemas.openxmlformats.org/officeDocument/2006/relationships/image" Target="../media/pam_r2_654381ffa4194c22_t4_click_654381ffa4194c22d0ab353d684ec7bd027644eec3286a1ddecfea46bbe2afb2.png"/><Relationship Id="rIdT4ClickFrame40" Type="http://schemas.openxmlformats.org/officeDocument/2006/relationships/image" Target="../media/pam_r2_0553333f7780ad1c_t4_click_0553333f7780ad1cf649ba1196e272c876eff3fb5d8e96834efc28a4538e768d.png"/><Relationship Id="rIdT4ClickFrame41" Type="http://schemas.openxmlformats.org/officeDocument/2006/relationships/image" Target="../media/pam_r2_53362a217c3c562e_t4_click_53362a217c3c562e05f5e8a516ad5e1252f9de1c2cca3bf02abe12a83d78acf0.png"/><Relationship Id="rIdT4ClickFrame42" Type="http://schemas.openxmlformats.org/officeDocument/2006/relationships/image" Target="../media/pam_r2_7c8b2dd5d611091b_t4_click_7c8b2dd5d611091bbb588677c8300683abc54465e77a122a4829bc538eaea6f8.png"/><Relationship Id="rIdT4ClickFrame43" Type="http://schemas.openxmlformats.org/officeDocument/2006/relationships/image" Target="../media/pam_r2_319581e146293e8a_t4_click_319581e146293e8a2e54fa7a4a6f5030e56d691940c18b321ae7d61e92b6edeb.png"/><Relationship Id="rIdT4ClickFrame44" Type="http://schemas.openxmlformats.org/officeDocument/2006/relationships/image" Target="../media/pam_r2_b5350ce612d24bfb_t4_click_b5350ce612d24bfb4789b7b749c0f0e1c3077f583f4f8f9853e31fe43eca6123.png"/><Relationship Id="rIdT4ClickFrame45" Type="http://schemas.openxmlformats.org/officeDocument/2006/relationships/image" Target="../media/pam_r2_9d529b91fb455b33_t4_click_9d529b91fb455b336f4effdab31f6d7fb6f2e261eab1061c8fbc45ff6d81249f.png"/><Relationship Id="rIdT4ClickFrame46" Type="http://schemas.openxmlformats.org/officeDocument/2006/relationships/image" Target="../media/pam_r2_a55533467a4c868f_t4_click_a55533467a4c868f32b50b91d45317a21791475fbf57ada3dbd34f9f85baa2fc.png"/><Relationship Id="rIdT4ClickFrame47" Type="http://schemas.openxmlformats.org/officeDocument/2006/relationships/image" Target="../media/pam_r2_29dd879d0d171e87_t4_click_29dd879d0d171e870aa811f576b05caf66711844870bf35bd9f8fff2ba7eaaf6.png"/><Relationship Id="rIdT4ClickFrame48" Type="http://schemas.openxmlformats.org/officeDocument/2006/relationships/image" Target="../media/pam_r2_46f5aa3af0d09993_t4_click_46f5aa3af0d09993534d423f59464d371f264cc55cd7bceb666ada712c38cc8c.png"/><Relationship Id="rIdT4ClickFrame49" Type="http://schemas.openxmlformats.org/officeDocument/2006/relationships/image" Target="../media/pam_r2_18107a9f64fc5c85_t4_click_18107a9f64fc5c854609d47377f2ad4f0016447053bfcc401396c27921553785.png"/><Relationship Id="rIdT4ClickFrame50" Type="http://schemas.openxmlformats.org/officeDocument/2006/relationships/image" Target="../media/pam_r2_9754a67208da1f18_t4_click_9754a67208da1f183b8965e55e74719e64f62b75481659fd8554ed18610be7f8.png"/><Relationship Id="rIdT4ClickFrame51" Type="http://schemas.openxmlformats.org/officeDocument/2006/relationships/image" Target="../media/pam_r2_d554dbdf97926d82_t4_click_d554dbdf97926d82dfdad3a221f186c7f70a95c4a6d4dbe3d806f8923b3b4cdd.png"/><Relationship Id="rIdT4ClickFrame52" Type="http://schemas.openxmlformats.org/officeDocument/2006/relationships/image" Target="../media/pam_r2_2f4eba2ba9410158_t4_click_2f4eba2ba94101581ca265398cc330266ef495849b8277d3e0da2206971141e4.png"/><Relationship Id="rIdT4ClickFrame53" Type="http://schemas.openxmlformats.org/officeDocument/2006/relationships/image" Target="../media/pam_r2_ea0d0ac6d440b177_t4_click_ea0d0ac6d440b1777d308521759dc4ef57605f9a473610b804b4d583ab657cf3.png"/><Relationship Id="rIdT4ClickFrame54" Type="http://schemas.openxmlformats.org/officeDocument/2006/relationships/image" Target="../media/pam_r2_d84511d7f7224023_t4_click_d84511d7f72240231d0f4943672c34e9c46a453b443d7cd2bc5e54d00ca8384b.png"/><Relationship Id="rIdT4ClickFrame55" Type="http://schemas.openxmlformats.org/officeDocument/2006/relationships/image" Target="../media/pam_r2_16c55c9b9be3d044_image322.png"/><Relationship Id="rIdT4ClickFrame56" Type="http://schemas.openxmlformats.org/officeDocument/2006/relationships/image" Target="../media/pam_r2_b6b3983d3fd704db_t4_click_b6b3983d3fd704db27ceea51543968a0e05e4c8db42afc9464401d781ca42df6.png"/><Relationship Id="rIdT4ClickFrame57" Type="http://schemas.openxmlformats.org/officeDocument/2006/relationships/image" Target="../media/pam_r2_5ba7efeaf3148d84_t4_click_5ba7efeaf3148d8415da55d633505bc9a634a7932ee975d3c9dc32eddd9c9c89.png"/><Relationship Id="rIdT4ClickFrame58" Type="http://schemas.openxmlformats.org/officeDocument/2006/relationships/image" Target="../media/pam_r2_aaf5feead1992de7_t4_click_aaf5feead1992de797c24b6aff83c727cfa4600a3681e2cb64d344f87c734836.png"/><Relationship Id="rIdT4ClickFrame59" Type="http://schemas.openxmlformats.org/officeDocument/2006/relationships/image" Target="../media/pam_r2_a708f25ccbcc179d_t4_click_a708f25ccbcc179d866c4ffdca8e565c9cced6079732aec7e4a3dfd1e6e15d58.png"/><Relationship Id="rIdT4ClickFrame60" Type="http://schemas.openxmlformats.org/officeDocument/2006/relationships/image" Target="../media/pam_r2_af71881c8de5605b_t4_click_af71881c8de5605bcba9ed3d14a62d4cf465bd494d17616bf75d5cd7875e4065.png"/><Relationship Id="rIdT4ClickFrame61" Type="http://schemas.openxmlformats.org/officeDocument/2006/relationships/image" Target="../media/pam_r2_f0162bea99029f93_t4_click_f0162bea99029f9304c82f9c7434e016dc4c1d809e95d56f1ed25868be39838b.png"/><Relationship Id="rIdT4ClickFrame62" Type="http://schemas.openxmlformats.org/officeDocument/2006/relationships/image" Target="../media/pam_r2_f0c95c60451157ee_t4_click_f0c95c60451157ee4a181c9129fe963a066a918e22e437d9769420b2fedd6e6e.png"/><Relationship Id="rIdT4ClickFrame63" Type="http://schemas.openxmlformats.org/officeDocument/2006/relationships/image" Target="../media/pam_r2_dd24bbd85eff183a_t4_click_dd24bbd85eff183a7fa405c9ac7c1410602b8a0801d9bf96ec2a12728e67c5a7.png"/><Relationship Id="rIdT4ClickFrame64" Type="http://schemas.openxmlformats.org/officeDocument/2006/relationships/image" Target="../media/pam_r2_a4866e6053bb3939_t4_click_a4866e6053bb3939722623f3d38ffdfc381ed295286fd814b3d0a53438f285d2.png"/><Relationship Id="rIdT4ClickFrame65" Type="http://schemas.openxmlformats.org/officeDocument/2006/relationships/image" Target="../media/pam_r2_90d11157239038f9_t4_click_90d11157239038f96fb4998fd10fd8c6492fd0c49689bafbe4c350a77ed0c6bd.png"/><Relationship Id="rIdT4ClickFrame66" Type="http://schemas.openxmlformats.org/officeDocument/2006/relationships/image" Target="../media/pam_r2_5df15e23480f4f1b_t4_click_5df15e23480f4f1ba73100a854f6d59b7a282996200916b67f8c874f19253da8.png"/><Relationship Id="rIdT4ClickFrame67" Type="http://schemas.openxmlformats.org/officeDocument/2006/relationships/image" Target="../media/pam_r2_006e4dcdb22202c2_t4_click_006e4dcdb22202c2dd315bdaf894483937c6868768f35b281fcea4ce88e0e4cd.png"/><Relationship Id="rIdT4ClickFrame68" Type="http://schemas.openxmlformats.org/officeDocument/2006/relationships/image" Target="../media/pam_r2_fdbc78284dc5f5da_t4_click_fdbc78284dc5f5da2521fb1f1fb2ea99cafbecc2999e7a73c882ee130c39c0c7.png"/><Relationship Id="rIdT4ClickFrame69" Type="http://schemas.openxmlformats.org/officeDocument/2006/relationships/image" Target="../media/pam_r2_4836dc69952a874b_t4_click_4836dc69952a874b3a15721f87493f447300f04498ac2fc3ebd4c16ba9aa8473.png"/><Relationship Id="rIdT4ClickFrame70" Type="http://schemas.openxmlformats.org/officeDocument/2006/relationships/image" Target="../media/pam_r2_9390cdb9e769be1e_t4_click_9390cdb9e769be1e681e7f6e98c7770d8c873e0d80ed1787b71b18fc5a5272e9.png"/><Relationship Id="rIdT4ClickFrame71" Type="http://schemas.openxmlformats.org/officeDocument/2006/relationships/image" Target="../media/pam_r2_f16e54f8490f0d77_image341.png"/></Relationships>
</file>

<file path=ppt/slides/_rels/signal_zoom_r4_43.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b34a9d5c0364cc7"/><Relationship Type="http://schemas.openxmlformats.org/officeDocument/2006/relationships/image" Target="../media/pam_r2_f46cc3e640beaada_image376.png" Id="Rcef0eafd44374207"/><Relationship Type="http://schemas.openxmlformats.org/officeDocument/2006/relationships/image" Target="../media/pam_r2_90df721e5f631191_image335.png" Id="R61bca77885fb43e3"/><Relationship Type="http://schemas.openxmlformats.org/officeDocument/2006/relationships/image" Target="../media/pam_r2_ae9658d54d31e6a7_image336.png" Id="R46e476b627864917"/><Relationship Type="http://schemas.openxmlformats.org/officeDocument/2006/relationships/image" Target="../media/image4.png" Id="R09112081640c4fcf"/><Relationship Type="http://schemas.openxmlformats.org/officeDocument/2006/relationships/image" Target="../media/image11.png" Id="R71699921130f4008"/><Relationship Type="http://schemas.openxmlformats.org/officeDocument/2006/relationships/image" Target="../media/pam_r2_d710d716f52e1cef_image339.png" Id="Re4ca44e658864eb7"/><Relationship Type="http://schemas.openxmlformats.org/officeDocument/2006/relationships/image" Target="../media/pam_r2_8c55ddaf5a1ecba1_image364.png" Id="R86f4089c2e694a4b"/><Relationship Type="http://schemas.openxmlformats.org/officeDocument/2006/relationships/image" Target="../media/pam_r2_fbc9ddab269c3ac0_image365.png" Id="R4e5647e4ce554789"/><Relationship Type="http://schemas.openxmlformats.org/officeDocument/2006/relationships/notesSlide" Target="../notesSlides/pam_r2_3ff9a14525965f44_notesSlide43.xml" Id="R87aa4df6221148e1"/><Relationship Id="rIdMathSvg0" Type="http://schemas.openxmlformats.org/officeDocument/2006/relationships/image" Target="../media/pam_r2_921f3dd10db685d3_t4_921f3dd10db685d3dbc423c4.svg"/><Relationship Id="rIdMathSvg1" Type="http://schemas.openxmlformats.org/officeDocument/2006/relationships/image" Target="../media/pam_r2_e19f416ebac7b7dd_t4_e19f416ebac7b7dd4205b7a8.svg"/><Relationship Id="rIdMathSvg2" Type="http://schemas.openxmlformats.org/officeDocument/2006/relationships/image" Target="../media/pam_r2_3b997a3a8caf8288_t4_3b997a3a8caf8288f35a8823.svg"/><Relationship Id="rIdMathSvg3" Type="http://schemas.openxmlformats.org/officeDocument/2006/relationships/image" Target="../media/pam_r2_690326c3f8a56f0c_t4_690326c3f8a56f0c3a1ee5e9.svg"/><Relationship Id="rIdMathSvg4" Type="http://schemas.openxmlformats.org/officeDocument/2006/relationships/image" Target="../media/pam_r2_3cd81472c0140a43_t4_3cd81472c0140a43360e9069.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5.xml"/><Relationship Id="rIdNav3" Type="http://schemas.openxmlformats.org/officeDocument/2006/relationships/slide" Target="signal_zoom_r4_43.xml"/><Relationship Id="rIdNav4" Type="http://schemas.openxmlformats.org/officeDocument/2006/relationships/slide" Target="signal_zoom_r4_44.xml"/><Relationship Id="rIdNav5" Type="http://schemas.openxmlformats.org/officeDocument/2006/relationships/slide" Target="signal_zoom_r4_45.xml"/><Relationship Id="rIdNav6" Type="http://schemas.openxmlformats.org/officeDocument/2006/relationships/slide" Target="signal_zoom_r4_43.xml"/><Relationship Id="rIdNav7" Type="http://schemas.openxmlformats.org/officeDocument/2006/relationships/slide" Target="signal_zoom_r4_44.xml"/><Relationship Id="rIdNav8" Type="http://schemas.openxmlformats.org/officeDocument/2006/relationships/slide" Target="signal_zoom_r4_45.xml"/><Relationship Id="rIdT4ClickFrame1" Type="http://schemas.openxmlformats.org/officeDocument/2006/relationships/image" Target="../media/pam_r2_f46cc3e640beaada_image376.png"/><Relationship Id="rIdT4ClickFrame2" Type="http://schemas.openxmlformats.org/officeDocument/2006/relationships/image" Target="../media/pam_r2_1cc33d4fb0ad7b3f_t4_click_1cc33d4fb0ad7b3fa900e7dc5970efa11cd9cc2b9f792b5bb05f88422e42a366.png"/><Relationship Id="rIdT4ClickFrame3" Type="http://schemas.openxmlformats.org/officeDocument/2006/relationships/image" Target="../media/pam_r2_4549c750a8493408_t4_click_4549c750a84934081839154e7f7ffbb2540205b271010b9b185a58a4905c57b8.png"/><Relationship Id="rIdT4ClickFrame4" Type="http://schemas.openxmlformats.org/officeDocument/2006/relationships/image" Target="../media/pam_r2_ccb9bf85b6defb13_t4_click_ccb9bf85b6defb13ce57c250571eb4d3c560663b7868b0d0e500f4f417c5ce24.png"/><Relationship Id="rIdT4ClickFrame5" Type="http://schemas.openxmlformats.org/officeDocument/2006/relationships/image" Target="../media/pam_r2_18f1d747765c7c66_t4_click_18f1d747765c7c66a125575c1fe9af77e27d734071e161044c6b4577065f0cc5.png"/><Relationship Id="rIdT4ClickFrame6" Type="http://schemas.openxmlformats.org/officeDocument/2006/relationships/image" Target="../media/pam_r2_f22fa081bc1e6bdf_t4_click_f22fa081bc1e6bdfc6c8c23ddace691e84f236f754909b675bd4d58c8ec05a0f.png"/><Relationship Id="rIdT4ClickFrame7" Type="http://schemas.openxmlformats.org/officeDocument/2006/relationships/image" Target="../media/pam_r2_ed5c2edaed2768bd_t4_click_ed5c2edaed2768bdb7aa950ffedd1354b6f57ef507bce8e231c945da523774bd.png"/><Relationship Id="rIdT4ClickFrame8" Type="http://schemas.openxmlformats.org/officeDocument/2006/relationships/image" Target="../media/pam_r2_ec2f3110a29757e6_t4_click_ec2f3110a29757e67dd8b949980af00862f37218e1ce28f84123d1caaf771e84.png"/><Relationship Id="rIdT4ClickFrame9" Type="http://schemas.openxmlformats.org/officeDocument/2006/relationships/image" Target="../media/pam_r2_ce625a7a37c38b6b_t4_click_ce625a7a37c38b6b350d8094822a65fc427b7a9a2e09e6aec1072bc7a23f9c86.png"/><Relationship Id="rIdT4ClickFrame10" Type="http://schemas.openxmlformats.org/officeDocument/2006/relationships/image" Target="../media/pam_r2_64289f36d4d7251f_t4_click_64289f36d4d7251fad1cc66d724c0daa062a4d928674a4291f4a315ecf4e95f7.png"/><Relationship Id="rIdT4ClickFrame11" Type="http://schemas.openxmlformats.org/officeDocument/2006/relationships/image" Target="../media/pam_r2_8cf4e9823f9acd50_t4_click_8cf4e9823f9acd504e62e70294388cc4fa6f0b3cacc84489fd62ef6699846f18.png"/><Relationship Id="rIdT4ClickFrame12" Type="http://schemas.openxmlformats.org/officeDocument/2006/relationships/image" Target="../media/pam_r2_4c6505f768a6054a_t4_click_4c6505f768a6054a3445b63208d13c6071bcdeb1f25947157c91a2c67b60ee53.png"/><Relationship Id="rIdT4ClickFrame13" Type="http://schemas.openxmlformats.org/officeDocument/2006/relationships/image" Target="../media/pam_r2_60cf64ce8c0cc296_t4_click_60cf64ce8c0cc29694b5b15f5122c917e1a14568108b1d1b9b52011116a8f108.png"/><Relationship Id="rIdT4ClickFrame14" Type="http://schemas.openxmlformats.org/officeDocument/2006/relationships/image" Target="../media/pam_r2_4adf8d753acbdcc7_t4_click_4adf8d753acbdcc70dc6d266a622632d50c87d032fc0dc4f71b7ab5cd000d348.png"/><Relationship Id="rIdT4ClickFrame15" Type="http://schemas.openxmlformats.org/officeDocument/2006/relationships/image" Target="../media/pam_r2_23d5730955055ea2_t4_click_23d5730955055ea28eb9a6029b1ef0c3a2c27b995d3d92106c45ab128db8982d.png"/><Relationship Id="rIdT4ClickFrame16" Type="http://schemas.openxmlformats.org/officeDocument/2006/relationships/image" Target="../media/pam_r2_62f57d12db612a04_t4_click_62f57d12db612a0439970fa5ab8e775cde457413d67129fdb2cdce9b28954b96.png"/><Relationship Id="rIdT4ClickFrame17" Type="http://schemas.openxmlformats.org/officeDocument/2006/relationships/image" Target="../media/pam_r2_ae9658d54d31e6a7_image336.png"/><Relationship Id="rIdT4ClickFrame18" Type="http://schemas.openxmlformats.org/officeDocument/2006/relationships/image" Target="../media/pam_r2_90df721e5f631191_image335.png"/><Relationship Id="rIdT4ClickFrame19" Type="http://schemas.openxmlformats.org/officeDocument/2006/relationships/image" Target="../media/pam_r2_612b81a191734d1b_t4_click_612b81a191734d1bee66d29faf30a94447ae44c8085a4c3dbd742e27fc2b972b.png"/><Relationship Id="rIdT4ClickFrame20" Type="http://schemas.openxmlformats.org/officeDocument/2006/relationships/image" Target="../media/pam_r2_fb9c3def0a9115a2_t4_click_fb9c3def0a9115a2993aa6d4eab53665ac1250f87a4b30ea65f3c808587bc65c.png"/><Relationship Id="rIdT4ClickFrame21" Type="http://schemas.openxmlformats.org/officeDocument/2006/relationships/image" Target="../media/pam_r2_79b436576cea7592_t4_click_79b436576cea7592c3e6535cbc1420a041c07a4fbfa9c4942ae1322789c31e91.png"/><Relationship Id="rIdT4ClickFrame22" Type="http://schemas.openxmlformats.org/officeDocument/2006/relationships/image" Target="../media/pam_r2_273a2aaa2033dee4_t4_click_273a2aaa2033dee41f4d87438061099d4803d8c79d1ebfb00ed0b438a7f318c6.png"/><Relationship Id="rIdT4ClickFrame23" Type="http://schemas.openxmlformats.org/officeDocument/2006/relationships/image" Target="../media/pam_r2_f4e892f75c9d45d2_t4_click_f4e892f75c9d45d234e980a4940b54e64a89e1b0970628265c413e2f4054294c.png"/><Relationship Id="rIdT4ClickFrame24" Type="http://schemas.openxmlformats.org/officeDocument/2006/relationships/image" Target="../media/pam_r2_2b59041d7564284a_t4_click_2b59041d7564284a27a1b4baacf9f858dcd16d1eb5b91eb3f8896fe1f1b8623a.png"/><Relationship Id="rIdT4ClickFrame25" Type="http://schemas.openxmlformats.org/officeDocument/2006/relationships/image" Target="../media/pam_r2_35d7b44beadf938a_t4_click_35d7b44beadf938a70081afc148cc037035975765c6f5cce3518ae114a22bbbc.png"/><Relationship Id="rIdT4ClickFrame26" Type="http://schemas.openxmlformats.org/officeDocument/2006/relationships/image" Target="../media/pam_r2_3ff1a986af9679eb_t4_click_3ff1a986af9679eb2966301e52c0adc9eb808b61f77d05352ef6bcd6fae3b1f6.png"/><Relationship Id="rIdT4ClickFrame27" Type="http://schemas.openxmlformats.org/officeDocument/2006/relationships/image" Target="../media/pam_r2_d88e1aa61d77818c_t4_click_d88e1aa61d77818c2332d1e672b4527f55f73ce7bd6b5e8385f6063ad869735a.png"/><Relationship Id="rIdT4ClickFrame28" Type="http://schemas.openxmlformats.org/officeDocument/2006/relationships/image" Target="../media/pam_r2_07206a8c39390cfa_t4_click_07206a8c39390cfa7cfa38765d1b9f58e5b654cbed50452848600c1ebe82afa5.png"/><Relationship Id="rIdT4ClickFrame29" Type="http://schemas.openxmlformats.org/officeDocument/2006/relationships/image" Target="../media/pam_r2_44b44e986de6d32d_t4_click_44b44e986de6d32dcf59fb534a1eeeea4231eb2669f8c797f1d71b6468765d79.png"/><Relationship Id="rIdT4ClickFrame30" Type="http://schemas.openxmlformats.org/officeDocument/2006/relationships/image" Target="../media/pam_r2_805040b8718b9c8f_t4_click_805040b8718b9c8f5f9e0b33e21b201792dc4202f453e11f3f356019b3d09f4f.png"/><Relationship Id="rIdT4ClickFrame31" Type="http://schemas.openxmlformats.org/officeDocument/2006/relationships/image" Target="../media/pam_r2_b960b73459057bbc_t4_click_b960b73459057bbc55cf125b8869053e7eadcc0e043cd0479cecbac27da474aa.png"/><Relationship Id="rIdT4ClickFrame32" Type="http://schemas.openxmlformats.org/officeDocument/2006/relationships/image" Target="../media/pam_r2_b18eaccace9642a2_t4_click_b18eaccace9642a26911eac6edaffbef2342cf5f0e68978f66e4bf3cd8a34e0d.png"/><Relationship Id="rIdT4ClickFrame33" Type="http://schemas.openxmlformats.org/officeDocument/2006/relationships/image" Target="../media/pam_r2_989956bf1b1afaf0_t4_click_989956bf1b1afaf0658001f27eb198c9d4617c5580d76d8605860696614791dd.png"/><Relationship Id="rIdT4ClickFrame34" Type="http://schemas.openxmlformats.org/officeDocument/2006/relationships/image" Target="../media/pam_r2_6d35337d3b1fbcb9_t4_click_6d35337d3b1fbcb9c516b627d153a934d86257f6a35f280e49666b149ac83dd4.png"/><Relationship Id="rIdT4ClickFrame35" Type="http://schemas.openxmlformats.org/officeDocument/2006/relationships/image" Target="../media/pam_r2_a0211fc4ea722818_t4_click_a0211fc4ea722818c647c424e0df8606965710b7e040350b065a561d163174b1.png"/><Relationship Id="rIdT4ClickFrame36" Type="http://schemas.openxmlformats.org/officeDocument/2006/relationships/image" Target="../media/pam_r2_4b9a277fc2f4c037_t4_click_4b9a277fc2f4c037178dfb51ab0b6c3de431708aa0dc2127febca3d7e4df8db4.png"/><Relationship Id="rIdT4ClickFrame37" Type="http://schemas.openxmlformats.org/officeDocument/2006/relationships/image" Target="../media/pam_r2_26bdbb11b6c62df3_t4_click_26bdbb11b6c62df374fd8e59b0ec384aa4c0dd23704dbd473cfafcf7bc8734c7.png"/><Relationship Id="rIdT4ClickFrame38" Type="http://schemas.openxmlformats.org/officeDocument/2006/relationships/image" Target="../media/pam_r2_b1001b958334650e_t4_click_b1001b958334650e55d98ef30df3de4ecca7f92a868a588c6a6245eb6f23108f.png"/><Relationship Id="rIdT4ClickFrame39" Type="http://schemas.openxmlformats.org/officeDocument/2006/relationships/image" Target="../media/pam_r2_e62d67d3aaf0ee8b_t4_click_e62d67d3aaf0ee8b11cbc30726b39ac51624eb4469ac84d5eb06cb49f5054ea8.png"/><Relationship Id="rIdT4ClickFrame40" Type="http://schemas.openxmlformats.org/officeDocument/2006/relationships/image" Target="../media/pam_r2_ae9658d54d31e6a7_image336.png"/><Relationship Id="rIdT4ClickFrame41" Type="http://schemas.openxmlformats.org/officeDocument/2006/relationships/image" Target="../media/pam_r2_ae9658d54d31e6a7_image336.png"/><Relationship Id="rIdT4ClickFrame42" Type="http://schemas.openxmlformats.org/officeDocument/2006/relationships/image" Target="../media/pam_r2_62f57d12db612a04_t4_click_62f57d12db612a0439970fa5ab8e775cde457413d67129fdb2cdce9b28954b96.png"/><Relationship Id="rIdT4ClickFrame43" Type="http://schemas.openxmlformats.org/officeDocument/2006/relationships/image" Target="../media/pam_r2_23d5730955055ea2_t4_click_23d5730955055ea28eb9a6029b1ef0c3a2c27b995d3d92106c45ab128db8982d.png"/><Relationship Id="rIdT4ClickFrame44" Type="http://schemas.openxmlformats.org/officeDocument/2006/relationships/image" Target="../media/pam_r2_4adf8d753acbdcc7_t4_click_4adf8d753acbdcc70dc6d266a622632d50c87d032fc0dc4f71b7ab5cd000d348.png"/><Relationship Id="rIdT4ClickFrame45" Type="http://schemas.openxmlformats.org/officeDocument/2006/relationships/image" Target="../media/pam_r2_60cf64ce8c0cc296_t4_click_60cf64ce8c0cc29694b5b15f5122c917e1a14568108b1d1b9b52011116a8f108.png"/><Relationship Id="rIdT4ClickFrame46" Type="http://schemas.openxmlformats.org/officeDocument/2006/relationships/image" Target="../media/pam_r2_4c6505f768a6054a_t4_click_4c6505f768a6054a3445b63208d13c6071bcdeb1f25947157c91a2c67b60ee53.png"/><Relationship Id="rIdT4ClickFrame47" Type="http://schemas.openxmlformats.org/officeDocument/2006/relationships/image" Target="../media/pam_r2_8cf4e9823f9acd50_t4_click_8cf4e9823f9acd504e62e70294388cc4fa6f0b3cacc84489fd62ef6699846f18.png"/><Relationship Id="rIdT4ClickFrame48" Type="http://schemas.openxmlformats.org/officeDocument/2006/relationships/image" Target="../media/pam_r2_64289f36d4d7251f_t4_click_64289f36d4d7251fad1cc66d724c0daa062a4d928674a4291f4a315ecf4e95f7.png"/><Relationship Id="rIdT4ClickFrame49" Type="http://schemas.openxmlformats.org/officeDocument/2006/relationships/image" Target="../media/pam_r2_ce625a7a37c38b6b_t4_click_ce625a7a37c38b6b350d8094822a65fc427b7a9a2e09e6aec1072bc7a23f9c86.png"/><Relationship Id="rIdT4ClickFrame50" Type="http://schemas.openxmlformats.org/officeDocument/2006/relationships/image" Target="../media/pam_r2_ec2f3110a29757e6_t4_click_ec2f3110a29757e67dd8b949980af00862f37218e1ce28f84123d1caaf771e84.png"/><Relationship Id="rIdT4ClickFrame51" Type="http://schemas.openxmlformats.org/officeDocument/2006/relationships/image" Target="../media/pam_r2_ed5c2edaed2768bd_t4_click_ed5c2edaed2768bdb7aa950ffedd1354b6f57ef507bce8e231c945da523774bd.png"/><Relationship Id="rIdT4ClickFrame52" Type="http://schemas.openxmlformats.org/officeDocument/2006/relationships/image" Target="../media/pam_r2_f22fa081bc1e6bdf_t4_click_f22fa081bc1e6bdfc6c8c23ddace691e84f236f754909b675bd4d58c8ec05a0f.png"/><Relationship Id="rIdT4ClickFrame53" Type="http://schemas.openxmlformats.org/officeDocument/2006/relationships/image" Target="../media/pam_r2_18f1d747765c7c66_t4_click_18f1d747765c7c66a125575c1fe9af77e27d734071e161044c6b4577065f0cc5.png"/><Relationship Id="rIdT4ClickFrame54" Type="http://schemas.openxmlformats.org/officeDocument/2006/relationships/image" Target="../media/pam_r2_ccb9bf85b6defb13_t4_click_ccb9bf85b6defb13ce57c250571eb4d3c560663b7868b0d0e500f4f417c5ce24.png"/><Relationship Id="rIdT4ClickFrame55" Type="http://schemas.openxmlformats.org/officeDocument/2006/relationships/image" Target="../media/pam_r2_4549c750a8493408_t4_click_4549c750a84934081839154e7f7ffbb2540205b271010b9b185a58a4905c57b8.png"/><Relationship Id="rIdT4ClickFrame56" Type="http://schemas.openxmlformats.org/officeDocument/2006/relationships/image" Target="../media/pam_r2_1cc33d4fb0ad7b3f_t4_click_1cc33d4fb0ad7b3fa900e7dc5970efa11cd9cc2b9f792b5bb05f88422e42a366.png"/><Relationship Id="rIdT4ClickFrame57" Type="http://schemas.openxmlformats.org/officeDocument/2006/relationships/image" Target="../media/pam_r2_f46cc3e640beaada_image376.png"/></Relationships>
</file>

<file path=ppt/slides/_rels/signal_zoom_r4_44.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eca207fae82415e"/><Relationship Type="http://schemas.openxmlformats.org/officeDocument/2006/relationships/image" Target="../media/pam_r2_f46cc3e640beaada_image376.png" Id="Rb13416b10fe34185"/><Relationship Type="http://schemas.openxmlformats.org/officeDocument/2006/relationships/image" Target="../media/pam_r2_4cb21de3b7251c33_image367.png" Id="Rb2778f2b030f4b4b"/><Relationship Type="http://schemas.openxmlformats.org/officeDocument/2006/relationships/image" Target="../media/pam_r2_87a419953f0914c2_image368.png" Id="Ra4beb00dbe784694"/><Relationship Type="http://schemas.openxmlformats.org/officeDocument/2006/relationships/image" Target="../media/image4.png" Id="Rbd72fd019dbb4799"/><Relationship Type="http://schemas.openxmlformats.org/officeDocument/2006/relationships/image" Target="../media/image11.png" Id="R325e0bafbd0749df"/><Relationship Type="http://schemas.openxmlformats.org/officeDocument/2006/relationships/image" Target="../media/pam_r2_d710d716f52e1cef_image339.png" Id="Rcf0744215f1f4a62"/><Relationship Type="http://schemas.openxmlformats.org/officeDocument/2006/relationships/image" Target="../media/pam_r2_11770eff8e95dc1b_image372.png" Id="Raf85f52a2fde44c0"/><Relationship Type="http://schemas.openxmlformats.org/officeDocument/2006/relationships/image" Target="../media/pam_r2_08a5a2b6b4de8eef_image373.png" Id="R3a8f5134fb8847ca"/><Relationship Type="http://schemas.openxmlformats.org/officeDocument/2006/relationships/image" Target="../media/pam_r2_5d04f9ddafe2cea6_image241.png" Id="Re5541c9659764195"/><Relationship Type="http://schemas.openxmlformats.org/officeDocument/2006/relationships/image" Target="../media/pam_r2_4beb21ad5dc4ac03_image168.png" Id="Rd5cd887cc944409c"/><Relationship Type="http://schemas.openxmlformats.org/officeDocument/2006/relationships/notesSlide" Target="../notesSlides/pam_r2_3ff9a14525965f44_notesSlide44.xml" Id="Rcca450e9d81d4160"/><Relationship Id="rIdMathSvg0" Type="http://schemas.openxmlformats.org/officeDocument/2006/relationships/image" Target="../media/pam_r2_921f3dd10db685d3_t4_921f3dd10db685d3dbc423c4.svg"/><Relationship Id="rIdMathSvg1" Type="http://schemas.openxmlformats.org/officeDocument/2006/relationships/image" Target="../media/pam_r2_e19f416ebac7b7dd_t4_e19f416ebac7b7dd4205b7a8.svg"/><Relationship Id="rIdMathSvg2" Type="http://schemas.openxmlformats.org/officeDocument/2006/relationships/image" Target="../media/pam_r2_3b997a3a8caf8288_t4_3b997a3a8caf8288f35a8823.svg"/><Relationship Id="rIdMathSvg3" Type="http://schemas.openxmlformats.org/officeDocument/2006/relationships/image" Target="../media/pam_r2_0110e7367f39ae70_t4_0110e7367f39ae705e85cb50.svg"/><Relationship Id="rIdMathSvg4" Type="http://schemas.openxmlformats.org/officeDocument/2006/relationships/image" Target="../media/pam_r2_af3423b9af778bbb_t4_af3423b9af778bbb326a7c0e.svg"/><Relationship Id="rIdMathSvg5" Type="http://schemas.openxmlformats.org/officeDocument/2006/relationships/image" Target="../media/pam_r2_297cce123626b41d_t4_297cce123626b41d76142bb7.svg"/><Relationship Id="rIdMathSvg6" Type="http://schemas.openxmlformats.org/officeDocument/2006/relationships/image" Target="../media/pam_r2_627094478238bcba_t4_627094478238bcba2997ade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5.xml"/><Relationship Id="rIdNav3" Type="http://schemas.openxmlformats.org/officeDocument/2006/relationships/slide" Target="signal_zoom_r4_43.xml"/><Relationship Id="rIdNav4" Type="http://schemas.openxmlformats.org/officeDocument/2006/relationships/slide" Target="signal_zoom_r4_44.xml"/><Relationship Id="rIdNav5" Type="http://schemas.openxmlformats.org/officeDocument/2006/relationships/slide" Target="signal_zoom_r4_45.xml"/><Relationship Id="rIdNav6" Type="http://schemas.openxmlformats.org/officeDocument/2006/relationships/slide" Target="signal_zoom_r4_43.xml"/><Relationship Id="rIdNav7" Type="http://schemas.openxmlformats.org/officeDocument/2006/relationships/slide" Target="signal_zoom_r4_44.xml"/><Relationship Id="rIdNav8" Type="http://schemas.openxmlformats.org/officeDocument/2006/relationships/slide" Target="signal_zoom_r4_45.xml"/><Relationship Id="rIdT4ClickFrame1" Type="http://schemas.openxmlformats.org/officeDocument/2006/relationships/image" Target="../media/pam_r2_f46cc3e640beaada_image376.png"/><Relationship Id="rIdT4ClickFrame2" Type="http://schemas.openxmlformats.org/officeDocument/2006/relationships/image" Target="../media/pam_r2_6026b012edffbb2e_t4_click_6026b012edffbb2ea33d68029044afa5e1b59da7f276cdf83031cfc97833a827.png"/><Relationship Id="rIdT4ClickFrame3" Type="http://schemas.openxmlformats.org/officeDocument/2006/relationships/image" Target="../media/pam_r2_4a27c7a89ef48dc3_t4_click_4a27c7a89ef48dc34392f56c6daa2cf063b29bbadaf12450fec642ffb9e0f46e.png"/><Relationship Id="rIdT4ClickFrame4" Type="http://schemas.openxmlformats.org/officeDocument/2006/relationships/image" Target="../media/pam_r2_64a3903a93f2ef8b_t4_click_64a3903a93f2ef8ba6e558c96320912477b35e4ccce96b6f14f60271a4048ff8.png"/><Relationship Id="rIdT4ClickFrame5" Type="http://schemas.openxmlformats.org/officeDocument/2006/relationships/image" Target="../media/pam_r2_a439f6567e2d747d_t4_click_a439f6567e2d747d0847d82888d261b34d50463b1cc5fa43eca088984eef97aa.png"/><Relationship Id="rIdT4ClickFrame6" Type="http://schemas.openxmlformats.org/officeDocument/2006/relationships/image" Target="../media/pam_r2_91fffedb660ed02b_t4_click_91fffedb660ed02b2c59333e0b95aac7aa0efcdfc46c5aae4f062d584ae63e9b.png"/><Relationship Id="rIdT4ClickFrame7" Type="http://schemas.openxmlformats.org/officeDocument/2006/relationships/image" Target="../media/pam_r2_670174584e11f159_t4_click_670174584e11f159e1deee6f4a0691c7ba381d985499dc8aa7a0f86babab7c08.png"/><Relationship Id="rIdT4ClickFrame8" Type="http://schemas.openxmlformats.org/officeDocument/2006/relationships/image" Target="../media/pam_r2_435a4f369ca3676b_t4_click_435a4f369ca3676ba95a8babaf374f85f7594764ad1e6443e9ceebe7fa302273.png"/><Relationship Id="rIdT4ClickFrame9" Type="http://schemas.openxmlformats.org/officeDocument/2006/relationships/image" Target="../media/pam_r2_2bb0802b1750a5ad_t4_click_2bb0802b1750a5ade5205fde8997f935ae808af78716f4a4976f891fb2223fb6.png"/><Relationship Id="rIdT4ClickFrame10" Type="http://schemas.openxmlformats.org/officeDocument/2006/relationships/image" Target="../media/pam_r2_04dd30b9af8743ce_t4_click_04dd30b9af8743cecc9e575c6120bbe77a0ca728dd1810379dd5fad7dcfbfd53.png"/><Relationship Id="rIdT4ClickFrame11" Type="http://schemas.openxmlformats.org/officeDocument/2006/relationships/image" Target="../media/pam_r2_6be972e76d2c254a_t4_click_6be972e76d2c254a6855ff74c3ba4198721418fec12a1c774a34ba5db610b319.png"/><Relationship Id="rIdT4ClickFrame12" Type="http://schemas.openxmlformats.org/officeDocument/2006/relationships/image" Target="../media/pam_r2_c19ec0910d370757_t4_click_c19ec0910d370757658386b3597e3644cde05a907cc9ceef4478e1bfaa9ffae7.png"/><Relationship Id="rIdT4ClickFrame13" Type="http://schemas.openxmlformats.org/officeDocument/2006/relationships/image" Target="../media/pam_r2_e9d5e5018c8bb319_t4_click_e9d5e5018c8bb319ae6ab8758d9186e44fed02c5d6947bfc3ee8c20cfee6a59d.png"/><Relationship Id="rIdT4ClickFrame14" Type="http://schemas.openxmlformats.org/officeDocument/2006/relationships/image" Target="../media/pam_r2_cb98bc1e360c226d_t4_click_cb98bc1e360c226dd0c91f35133afb7baf2056b8a5844007f09c6509c1055eba.png"/><Relationship Id="rIdT4ClickFrame15" Type="http://schemas.openxmlformats.org/officeDocument/2006/relationships/image" Target="../media/pam_r2_f61286995414a442_t4_click_f61286995414a4426694ec12c4ad6890776a28cb5b2b638a3521140052c73eb1.png"/><Relationship Id="rIdT4ClickFrame16" Type="http://schemas.openxmlformats.org/officeDocument/2006/relationships/image" Target="../media/pam_r2_7628462531c19f85_t4_click_7628462531c19f856a42989dfe5c50f9e07e134f9587c0de9aa2e665a3fada1f.png"/><Relationship Id="rIdT4ClickFrame17" Type="http://schemas.openxmlformats.org/officeDocument/2006/relationships/image" Target="../media/pam_r2_87a419953f0914c2_image368.png"/><Relationship Id="rIdT4ClickFrame18" Type="http://schemas.openxmlformats.org/officeDocument/2006/relationships/image" Target="../media/pam_r2_4cb21de3b7251c33_image367.png"/><Relationship Id="rIdT4ClickFrame19" Type="http://schemas.openxmlformats.org/officeDocument/2006/relationships/image" Target="../media/pam_r2_4cb21de3b7251c33_image367.png"/><Relationship Id="rIdT4ClickFrame20" Type="http://schemas.openxmlformats.org/officeDocument/2006/relationships/image" Target="../media/pam_r2_cd7a8e03b4378e77_t4_click_cd7a8e03b4378e773034a4a4b5bf46eb3a63416cefe9a3e335aa69d7eb6f36a5.png"/><Relationship Id="rIdT4ClickFrame21" Type="http://schemas.openxmlformats.org/officeDocument/2006/relationships/image" Target="../media/pam_r2_5ce6cc93f554c2a3_t4_click_5ce6cc93f554c2a392a0d6c2d4a9c7856322fa8099f4cd72cf4d411d9a40e14d.png"/><Relationship Id="rIdT4ClickFrame22" Type="http://schemas.openxmlformats.org/officeDocument/2006/relationships/image" Target="../media/pam_r2_5acdf65c614f92c1_t4_click_5acdf65c614f92c17261825cf0e865e4cc4224b31b8f86d54dd472212f8b9e58.png"/><Relationship Id="rIdT4ClickFrame23" Type="http://schemas.openxmlformats.org/officeDocument/2006/relationships/image" Target="../media/pam_r2_6e94795b254c9bf2_t4_click_6e94795b254c9bf2086b06c2b34963a173da8a39d9bb374cffbe509fc5a3d54f.png"/><Relationship Id="rIdT4ClickFrame24" Type="http://schemas.openxmlformats.org/officeDocument/2006/relationships/image" Target="../media/pam_r2_6e94795b254c9bf2_t4_click_6e94795b254c9bf2086b06c2b34963a173da8a39d9bb374cffbe509fc5a3d54f.png"/><Relationship Id="rIdT4ClickFrame25" Type="http://schemas.openxmlformats.org/officeDocument/2006/relationships/image" Target="../media/pam_r2_6e94795b254c9bf2_t4_click_6e94795b254c9bf2086b06c2b34963a173da8a39d9bb374cffbe509fc5a3d54f.png"/><Relationship Id="rIdT4ClickFrame26" Type="http://schemas.openxmlformats.org/officeDocument/2006/relationships/image" Target="../media/pam_r2_6e94795b254c9bf2_t4_click_6e94795b254c9bf2086b06c2b34963a173da8a39d9bb374cffbe509fc5a3d54f.png"/><Relationship Id="rIdT4ClickFrame27" Type="http://schemas.openxmlformats.org/officeDocument/2006/relationships/image" Target="../media/pam_r2_6e94795b254c9bf2_t4_click_6e94795b254c9bf2086b06c2b34963a173da8a39d9bb374cffbe509fc5a3d54f.png"/><Relationship Id="rIdT4ClickFrame28" Type="http://schemas.openxmlformats.org/officeDocument/2006/relationships/image" Target="../media/pam_r2_6e94795b254c9bf2_t4_click_6e94795b254c9bf2086b06c2b34963a173da8a39d9bb374cffbe509fc5a3d54f.png"/><Relationship Id="rIdT4ClickFrame29" Type="http://schemas.openxmlformats.org/officeDocument/2006/relationships/image" Target="../media/pam_r2_6e94795b254c9bf2_t4_click_6e94795b254c9bf2086b06c2b34963a173da8a39d9bb374cffbe509fc5a3d54f.png"/><Relationship Id="rIdT4ClickFrame30" Type="http://schemas.openxmlformats.org/officeDocument/2006/relationships/image" Target="../media/pam_r2_6e94795b254c9bf2_t4_click_6e94795b254c9bf2086b06c2b34963a173da8a39d9bb374cffbe509fc5a3d54f.png"/><Relationship Id="rIdT4ClickFrame31" Type="http://schemas.openxmlformats.org/officeDocument/2006/relationships/image" Target="../media/pam_r2_6e94795b254c9bf2_t4_click_6e94795b254c9bf2086b06c2b34963a173da8a39d9bb374cffbe509fc5a3d54f.png"/><Relationship Id="rIdT4ClickFrame32" Type="http://schemas.openxmlformats.org/officeDocument/2006/relationships/image" Target="../media/pam_r2_6e94795b254c9bf2_t4_click_6e94795b254c9bf2086b06c2b34963a173da8a39d9bb374cffbe509fc5a3d54f.png"/><Relationship Id="rIdT4ClickFrame33" Type="http://schemas.openxmlformats.org/officeDocument/2006/relationships/image" Target="../media/pam_r2_6e94795b254c9bf2_t4_click_6e94795b254c9bf2086b06c2b34963a173da8a39d9bb374cffbe509fc5a3d54f.png"/><Relationship Id="rIdT4ClickFrame34" Type="http://schemas.openxmlformats.org/officeDocument/2006/relationships/image" Target="../media/pam_r2_6e94795b254c9bf2_t4_click_6e94795b254c9bf2086b06c2b34963a173da8a39d9bb374cffbe509fc5a3d54f.png"/><Relationship Id="rIdT4ClickFrame35" Type="http://schemas.openxmlformats.org/officeDocument/2006/relationships/image" Target="../media/pam_r2_6e94795b254c9bf2_t4_click_6e94795b254c9bf2086b06c2b34963a173da8a39d9bb374cffbe509fc5a3d54f.png"/><Relationship Id="rIdT4ClickFrame36" Type="http://schemas.openxmlformats.org/officeDocument/2006/relationships/image" Target="../media/pam_r2_e12444e0e2ecfde7_t4_click_e12444e0e2ecfde72bfb67f6354546bf5e1be30049d6610899592709a9257421.png"/><Relationship Id="rIdT4ClickFrame37" Type="http://schemas.openxmlformats.org/officeDocument/2006/relationships/image" Target="../media/pam_r2_481f2c4b2cb0fc3e_t4_click_481f2c4b2cb0fc3e30eea1c2c62474a0825e1b3b103b105e63459b59f890ccc0.png"/><Relationship Id="rIdT4ClickFrame38" Type="http://schemas.openxmlformats.org/officeDocument/2006/relationships/image" Target="../media/pam_r2_e71408de472c482d_t4_click_e71408de472c482d36c07534998da969788c6930c6164c4599485674bcd657ce.png"/><Relationship Id="rIdT4ClickFrame39" Type="http://schemas.openxmlformats.org/officeDocument/2006/relationships/image" Target="../media/pam_r2_9cbadaf5c2381a6a_t4_click_9cbadaf5c2381a6a2eaf701330c9a5db03d0a4138984f43a9a84f5ecf35e1900.png"/><Relationship Id="rIdT4ClickFrame40" Type="http://schemas.openxmlformats.org/officeDocument/2006/relationships/image" Target="../media/pam_r2_87a419953f0914c2_image368.png"/><Relationship Id="rIdT4ClickFrame41" Type="http://schemas.openxmlformats.org/officeDocument/2006/relationships/image" Target="../media/pam_r2_87a419953f0914c2_image368.png"/><Relationship Id="rIdT4ClickFrame42" Type="http://schemas.openxmlformats.org/officeDocument/2006/relationships/image" Target="../media/pam_r2_7628462531c19f85_t4_click_7628462531c19f856a42989dfe5c50f9e07e134f9587c0de9aa2e665a3fada1f.png"/><Relationship Id="rIdT4ClickFrame43" Type="http://schemas.openxmlformats.org/officeDocument/2006/relationships/image" Target="../media/pam_r2_f61286995414a442_t4_click_f61286995414a4426694ec12c4ad6890776a28cb5b2b638a3521140052c73eb1.png"/><Relationship Id="rIdT4ClickFrame44" Type="http://schemas.openxmlformats.org/officeDocument/2006/relationships/image" Target="../media/pam_r2_cb98bc1e360c226d_t4_click_cb98bc1e360c226dd0c91f35133afb7baf2056b8a5844007f09c6509c1055eba.png"/><Relationship Id="rIdT4ClickFrame45" Type="http://schemas.openxmlformats.org/officeDocument/2006/relationships/image" Target="../media/pam_r2_e9d5e5018c8bb319_t4_click_e9d5e5018c8bb319ae6ab8758d9186e44fed02c5d6947bfc3ee8c20cfee6a59d.png"/><Relationship Id="rIdT4ClickFrame46" Type="http://schemas.openxmlformats.org/officeDocument/2006/relationships/image" Target="../media/pam_r2_c19ec0910d370757_t4_click_c19ec0910d370757658386b3597e3644cde05a907cc9ceef4478e1bfaa9ffae7.png"/><Relationship Id="rIdT4ClickFrame47" Type="http://schemas.openxmlformats.org/officeDocument/2006/relationships/image" Target="../media/pam_r2_6be972e76d2c254a_t4_click_6be972e76d2c254a6855ff74c3ba4198721418fec12a1c774a34ba5db610b319.png"/><Relationship Id="rIdT4ClickFrame48" Type="http://schemas.openxmlformats.org/officeDocument/2006/relationships/image" Target="../media/pam_r2_04dd30b9af8743ce_t4_click_04dd30b9af8743cecc9e575c6120bbe77a0ca728dd1810379dd5fad7dcfbfd53.png"/><Relationship Id="rIdT4ClickFrame49" Type="http://schemas.openxmlformats.org/officeDocument/2006/relationships/image" Target="../media/pam_r2_2bb0802b1750a5ad_t4_click_2bb0802b1750a5ade5205fde8997f935ae808af78716f4a4976f891fb2223fb6.png"/><Relationship Id="rIdT4ClickFrame50" Type="http://schemas.openxmlformats.org/officeDocument/2006/relationships/image" Target="../media/pam_r2_435a4f369ca3676b_t4_click_435a4f369ca3676ba95a8babaf374f85f7594764ad1e6443e9ceebe7fa302273.png"/><Relationship Id="rIdT4ClickFrame51" Type="http://schemas.openxmlformats.org/officeDocument/2006/relationships/image" Target="../media/pam_r2_670174584e11f159_t4_click_670174584e11f159e1deee6f4a0691c7ba381d985499dc8aa7a0f86babab7c08.png"/><Relationship Id="rIdT4ClickFrame52" Type="http://schemas.openxmlformats.org/officeDocument/2006/relationships/image" Target="../media/pam_r2_91fffedb660ed02b_t4_click_91fffedb660ed02b2c59333e0b95aac7aa0efcdfc46c5aae4f062d584ae63e9b.png"/><Relationship Id="rIdT4ClickFrame53" Type="http://schemas.openxmlformats.org/officeDocument/2006/relationships/image" Target="../media/pam_r2_a439f6567e2d747d_t4_click_a439f6567e2d747d0847d82888d261b34d50463b1cc5fa43eca088984eef97aa.png"/><Relationship Id="rIdT4ClickFrame54" Type="http://schemas.openxmlformats.org/officeDocument/2006/relationships/image" Target="../media/pam_r2_64a3903a93f2ef8b_t4_click_64a3903a93f2ef8ba6e558c96320912477b35e4ccce96b6f14f60271a4048ff8.png"/><Relationship Id="rIdT4ClickFrame55" Type="http://schemas.openxmlformats.org/officeDocument/2006/relationships/image" Target="../media/pam_r2_4a27c7a89ef48dc3_t4_click_4a27c7a89ef48dc34392f56c6daa2cf063b29bbadaf12450fec642ffb9e0f46e.png"/><Relationship Id="rIdT4ClickFrame56" Type="http://schemas.openxmlformats.org/officeDocument/2006/relationships/image" Target="../media/pam_r2_6026b012edffbb2e_t4_click_6026b012edffbb2ea33d68029044afa5e1b59da7f276cdf83031cfc97833a827.png"/><Relationship Id="rIdT4ClickFrame57" Type="http://schemas.openxmlformats.org/officeDocument/2006/relationships/image" Target="../media/pam_r2_f46cc3e640beaada_image376.png"/></Relationships>
</file>

<file path=ppt/slides/_rels/signal_zoom_r4_4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938070c45d474990"/><Relationship Type="http://schemas.openxmlformats.org/officeDocument/2006/relationships/image" Target="../media/pam_r2_f46cc3e640beaada_image376.png" Id="R4d1794bdd11a4fd7"/><Relationship Type="http://schemas.openxmlformats.org/officeDocument/2006/relationships/image" Target="../media/pam_r2_998cd18997d1f7e3_image349.png" Id="R020d378482d04de2"/><Relationship Type="http://schemas.openxmlformats.org/officeDocument/2006/relationships/image" Target="../media/pam_r2_7dac9ffdef88c6c5_image350.png" Id="R33ad296a6e6e4dee"/><Relationship Type="http://schemas.openxmlformats.org/officeDocument/2006/relationships/image" Target="../media/image4.png" Id="Re7a64627d30e4005"/><Relationship Type="http://schemas.openxmlformats.org/officeDocument/2006/relationships/image" Target="../media/image11.png" Id="R5c440b313e4543d7"/><Relationship Type="http://schemas.openxmlformats.org/officeDocument/2006/relationships/image" Target="../media/pam_r2_d710d716f52e1cef_image339.png" Id="R769e59242cc64b3f"/><Relationship Type="http://schemas.openxmlformats.org/officeDocument/2006/relationships/image" Target="../media/pam_r2_4beb21ad5dc4ac03_image168.png" Id="R5d9e50102146482f"/><Relationship Type="http://schemas.openxmlformats.org/officeDocument/2006/relationships/image" Target="../media/pam_r2_08adc1f70f4c3760_image383.png" Id="Rdd5e4b66e91f42e1"/><Relationship Type="http://schemas.openxmlformats.org/officeDocument/2006/relationships/image" Target="../media/pam_r2_17c1047735899aea_image384.png" Id="R049dfbb9aee74c07"/><Relationship Type="http://schemas.openxmlformats.org/officeDocument/2006/relationships/image" Target="../media/pam_r2_cca09fed16dcea10_image170.png" Id="Rf622d996015644a1"/><Relationship Type="http://schemas.openxmlformats.org/officeDocument/2006/relationships/image" Target="../media/pam_r2_4beb21ad5dc4ac03_image168.png" Id="R59b6b7ec13d849db"/><Relationship Type="http://schemas.openxmlformats.org/officeDocument/2006/relationships/image" Target="../media/pam_r2_2eafe2651ca6847d_image171.png" Id="R565b5675615c4cf5"/><Relationship Type="http://schemas.openxmlformats.org/officeDocument/2006/relationships/notesSlide" Target="../notesSlides/pam_r2_3ff9a14525965f44_notesSlide45.xml" Id="R8b633e0d2e40435a"/><Relationship Id="rIdMathSvg0" Type="http://schemas.openxmlformats.org/officeDocument/2006/relationships/image" Target="../media/pam_r2_921f3dd10db685d3_t4_921f3dd10db685d3dbc423c4.svg"/><Relationship Id="rIdMathSvg1" Type="http://schemas.openxmlformats.org/officeDocument/2006/relationships/image" Target="../media/pam_r2_e19f416ebac7b7dd_t4_e19f416ebac7b7dd4205b7a8.svg"/><Relationship Id="rIdMathSvg2" Type="http://schemas.openxmlformats.org/officeDocument/2006/relationships/image" Target="../media/pam_r2_3b997a3a8caf8288_t4_3b997a3a8caf8288f35a8823.svg"/><Relationship Id="rIdMathSvg3" Type="http://schemas.openxmlformats.org/officeDocument/2006/relationships/image" Target="../media/pam_r2_627094478238bcba_t4_627094478238bcba2997ade8.svg"/><Relationship Id="rIdMathSvg4" Type="http://schemas.openxmlformats.org/officeDocument/2006/relationships/image" Target="../media/pam_r2_adf6f9cbdc7fb0e8_t4_adf6f9cbdc7fb0e8036555e9.svg"/><Relationship Id="rIdMathSvg5" Type="http://schemas.openxmlformats.org/officeDocument/2006/relationships/image" Target="../media/pam_r2_137f6261cdb99032_t4_137f6261cdb9903297e872f0.svg"/><Relationship Id="rIdMathSvg6" Type="http://schemas.openxmlformats.org/officeDocument/2006/relationships/image" Target="../media/pam_r2_f25b55266d1bf7d2_t4_f25b55266d1bf7d2c4c1c469.svg"/><Relationship Id="rIdMathSvg7" Type="http://schemas.openxmlformats.org/officeDocument/2006/relationships/image" Target="../media/pam_r2_627094478238bcba_t4_627094478238bcba2997ade8.svg"/><Relationship Id="rIdMathSvg8" Type="http://schemas.openxmlformats.org/officeDocument/2006/relationships/image" Target="../media/pam_r2_7ac37fcd893e2f31_t4_7ac37fcd893e2f314ed89b4d.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5.xml"/><Relationship Id="rIdNav3" Type="http://schemas.openxmlformats.org/officeDocument/2006/relationships/slide" Target="signal_zoom_r4_43.xml"/><Relationship Id="rIdNav4" Type="http://schemas.openxmlformats.org/officeDocument/2006/relationships/slide" Target="signal_zoom_r4_44.xml"/><Relationship Id="rIdNav5" Type="http://schemas.openxmlformats.org/officeDocument/2006/relationships/slide" Target="signal_zoom_r4_45.xml"/><Relationship Id="rIdNav6" Type="http://schemas.openxmlformats.org/officeDocument/2006/relationships/slide" Target="signal_zoom_r4_43.xml"/><Relationship Id="rIdNav7" Type="http://schemas.openxmlformats.org/officeDocument/2006/relationships/slide" Target="signal_zoom_r4_44.xml"/><Relationship Id="rIdNav8" Type="http://schemas.openxmlformats.org/officeDocument/2006/relationships/slide" Target="signal_zoom_r4_45.xml"/><Relationship Id="rIdT4ClickFrame1" Type="http://schemas.openxmlformats.org/officeDocument/2006/relationships/image" Target="../media/pam_r2_f46cc3e640beaada_image376.png"/><Relationship Id="rIdT4ClickFrame2" Type="http://schemas.openxmlformats.org/officeDocument/2006/relationships/image" Target="../media/pam_r2_8f510532467e3b98_t4_click_8f510532467e3b98edcccae724b5a0b90b9124c44a44bbcc643119a86648b320.png"/><Relationship Id="rIdT4ClickFrame3" Type="http://schemas.openxmlformats.org/officeDocument/2006/relationships/image" Target="../media/pam_r2_899f466d11256cac_t4_click_899f466d11256cac719bdf37debc14b54175f0b06a42aca1c1aff2b739c5492f.png"/><Relationship Id="rIdT4ClickFrame4" Type="http://schemas.openxmlformats.org/officeDocument/2006/relationships/image" Target="../media/pam_r2_c9b31aa7ac8cac1e_t4_click_c9b31aa7ac8cac1eff528a056cd1d2d1a1488a73a9744c8b07d432ea3ad78060.png"/><Relationship Id="rIdT4ClickFrame5" Type="http://schemas.openxmlformats.org/officeDocument/2006/relationships/image" Target="../media/pam_r2_aa0c28acf4e3d29a_t4_click_aa0c28acf4e3d29a9d092b1caff0bd5be0a77f40b2b155734145b71806b6faa1.png"/><Relationship Id="rIdT4ClickFrame6" Type="http://schemas.openxmlformats.org/officeDocument/2006/relationships/image" Target="../media/pam_r2_39aed96a3427262d_t4_click_39aed96a3427262de1e351aaf18de5d119b1223e41fd85a2d79fda755244e0d3.png"/><Relationship Id="rIdT4ClickFrame7" Type="http://schemas.openxmlformats.org/officeDocument/2006/relationships/image" Target="../media/pam_r2_8e82aa7d96cbe802_t4_click_8e82aa7d96cbe8022b055bac80e09d41eb6d52b5cbd1fce85f01cf15772df0b6.png"/><Relationship Id="rIdT4ClickFrame8" Type="http://schemas.openxmlformats.org/officeDocument/2006/relationships/image" Target="../media/pam_r2_29ac2ad45371a69f_t4_click_29ac2ad45371a69fe85d107b557df565502e690607cb992327d41d1eeb28f8b3.png"/><Relationship Id="rIdT4ClickFrame9" Type="http://schemas.openxmlformats.org/officeDocument/2006/relationships/image" Target="../media/pam_r2_a7940400e42ccb5d_t4_click_a7940400e42ccb5d466e60d5a708260041b01dc64c7a4b6991348b8e5aec5436.png"/><Relationship Id="rIdT4ClickFrame10" Type="http://schemas.openxmlformats.org/officeDocument/2006/relationships/image" Target="../media/pam_r2_1f5b02136d40cf22_t4_click_1f5b02136d40cf22d6b5d2c471140de11ff05033a8abe0c323a4321fd78a32d7.png"/><Relationship Id="rIdT4ClickFrame11" Type="http://schemas.openxmlformats.org/officeDocument/2006/relationships/image" Target="../media/pam_r2_2dfa1bf83ed14dcf_t4_click_2dfa1bf83ed14dcf8f58b7a18ba13915bdbd51f6615b71deaea334751c7956fd.png"/><Relationship Id="rIdT4ClickFrame12" Type="http://schemas.openxmlformats.org/officeDocument/2006/relationships/image" Target="../media/pam_r2_4a72322145f126fa_t4_click_4a72322145f126fa6258d8182eaa66c66bf464298f643826d8c021a200221db8.png"/><Relationship Id="rIdT4ClickFrame13" Type="http://schemas.openxmlformats.org/officeDocument/2006/relationships/image" Target="../media/pam_r2_df8d146585946a00_t4_click_df8d146585946a0093928d9886616bd5deed14128cb78206485265f75bc7e572.png"/><Relationship Id="rIdT4ClickFrame14" Type="http://schemas.openxmlformats.org/officeDocument/2006/relationships/image" Target="../media/pam_r2_1b70c58c295fc822_t4_click_1b70c58c295fc8224359de1c773c138179583ad4e9ebf8e4163d5bc0ca5717cc.png"/><Relationship Id="rIdT4ClickFrame15" Type="http://schemas.openxmlformats.org/officeDocument/2006/relationships/image" Target="../media/pam_r2_a7b7c1f1d437eab4_t4_click_a7b7c1f1d437eab4e5aad2deaba356f3541226b586d43840e2f9b4446bf6b3a0.png"/><Relationship Id="rIdT4ClickFrame16" Type="http://schemas.openxmlformats.org/officeDocument/2006/relationships/image" Target="../media/pam_r2_cd2f5d1df3c2ec26_t4_click_cd2f5d1df3c2ec263274a74c72d0e5c953a2e3ef0cbfebd9503cc7f8b16c6fb8.png"/><Relationship Id="rIdT4ClickFrame17" Type="http://schemas.openxmlformats.org/officeDocument/2006/relationships/image" Target="../media/pam_r2_7dac9ffdef88c6c5_image350.png"/><Relationship Id="rIdT4ClickFrame18" Type="http://schemas.openxmlformats.org/officeDocument/2006/relationships/image" Target="../media/pam_r2_998cd18997d1f7e3_image349.png"/><Relationship Id="rIdT4ClickFrame19" Type="http://schemas.openxmlformats.org/officeDocument/2006/relationships/image" Target="../media/pam_r2_048e203472eee24a_t4_click_048e203472eee24a52fe12fa7929c1d9044de0d03f31df8dc404c728b374f187.png"/><Relationship Id="rIdT4ClickFrame20" Type="http://schemas.openxmlformats.org/officeDocument/2006/relationships/image" Target="../media/pam_r2_69d4a9449760cb95_t4_click_69d4a9449760cb95bcd3b8c6438d90253887bd831b6a3c734ae9300c5ee7b8ee.png"/><Relationship Id="rIdT4ClickFrame21" Type="http://schemas.openxmlformats.org/officeDocument/2006/relationships/image" Target="../media/pam_r2_527db61b8311dd19_t4_click_527db61b8311dd19d11320f6737696a39db45b06c68ddf8248e87eec48329378.png"/><Relationship Id="rIdT4ClickFrame22" Type="http://schemas.openxmlformats.org/officeDocument/2006/relationships/image" Target="../media/pam_r2_b7d090ba7f0bc85f_t4_click_b7d090ba7f0bc85f831e684274a85ab79f6a9a6c25133a5a5124740583c5e414.png"/><Relationship Id="rIdT4ClickFrame23" Type="http://schemas.openxmlformats.org/officeDocument/2006/relationships/image" Target="../media/pam_r2_98ce0ed493d0a6d8_t4_click_98ce0ed493d0a6d8fcb4abe451cc720b67547ce1cd972e904228cfebeb7547ef.png"/><Relationship Id="rIdT4ClickFrame24" Type="http://schemas.openxmlformats.org/officeDocument/2006/relationships/image" Target="../media/pam_r2_3b89b6e0043e4dc0_t4_click_3b89b6e0043e4dc0209395673758a3c5805b86665a424747db2e4273431c4548.png"/><Relationship Id="rIdT4ClickFrame25" Type="http://schemas.openxmlformats.org/officeDocument/2006/relationships/image" Target="../media/pam_r2_b1b29b4e5fe66221_t4_click_b1b29b4e5fe662212f869c5fc414c12e4d27448ec6dfee40bcb26e2d744b6a16.png"/><Relationship Id="rIdT4ClickFrame26" Type="http://schemas.openxmlformats.org/officeDocument/2006/relationships/image" Target="../media/pam_r2_8d6a96103c0edbc1_t4_click_8d6a96103c0edbc151e7abc4e980c9f796e1382c47b0aa900eb29f38e1fea7cd.png"/><Relationship Id="rIdT4ClickFrame27" Type="http://schemas.openxmlformats.org/officeDocument/2006/relationships/image" Target="../media/pam_r2_ecd25be4249f9432_t4_click_ecd25be4249f9432ccf03e535b6e37aa1df09f27bbe3be6826902c080bd13121.png"/><Relationship Id="rIdT4ClickFrame28" Type="http://schemas.openxmlformats.org/officeDocument/2006/relationships/image" Target="../media/pam_r2_126cfb8266793f6e_t4_click_126cfb8266793f6ef1ed2077f6aa7b33f6bf1be29a927c3dec48c0b9ff658048.png"/><Relationship Id="rIdT4ClickFrame29" Type="http://schemas.openxmlformats.org/officeDocument/2006/relationships/image" Target="../media/pam_r2_be0c168d6340808b_t4_click_be0c168d6340808b1741166a965bd8a2a917e17a26739ca527e82cf8c620d8c4.png"/><Relationship Id="rIdT4ClickFrame30" Type="http://schemas.openxmlformats.org/officeDocument/2006/relationships/image" Target="../media/pam_r2_5dd4dd7cb2f4617b_t4_click_5dd4dd7cb2f4617be54af7dd95c2a4769f3e6908f70041b3b03641999fbdb703.png"/><Relationship Id="rIdT4ClickFrame31" Type="http://schemas.openxmlformats.org/officeDocument/2006/relationships/image" Target="../media/pam_r2_6529fa92d44567e3_t4_click_6529fa92d44567e3620a3847b91181b7c1cd1dcd72f45eb0ad0c231737000ee4.png"/><Relationship Id="rIdT4ClickFrame32" Type="http://schemas.openxmlformats.org/officeDocument/2006/relationships/image" Target="../media/pam_r2_fa61e929c7cf6e6e_t4_click_fa61e929c7cf6e6e92f2006055c45994934d260ab7cc3f82d3d7e4fe129e907a.png"/><Relationship Id="rIdT4ClickFrame33" Type="http://schemas.openxmlformats.org/officeDocument/2006/relationships/image" Target="../media/pam_r2_c06287cbcc717693_t4_click_c06287cbcc71769388e427f7605a4bacbdc1f41402330c54e7369b9487240e36.png"/><Relationship Id="rIdT4ClickFrame34" Type="http://schemas.openxmlformats.org/officeDocument/2006/relationships/image" Target="../media/pam_r2_b8e3fa93707189fb_t4_click_b8e3fa93707189fbcb373d28249caa95d9c3bcf19802a92a90dbf0361a3b5d43.png"/><Relationship Id="rIdT4ClickFrame35" Type="http://schemas.openxmlformats.org/officeDocument/2006/relationships/image" Target="../media/pam_r2_15a6eda3e955ed47_t4_click_15a6eda3e955ed47d48a7fc664d8ee57dc6efafbd97a21a7b5fe67b77d1b6acd.png"/><Relationship Id="rIdT4ClickFrame36" Type="http://schemas.openxmlformats.org/officeDocument/2006/relationships/image" Target="../media/pam_r2_6ead9b00aebb296b_t4_click_6ead9b00aebb296b38d794e07b49e391b7513827d2b31716c6aaf08179ec1b32.png"/><Relationship Id="rIdT4ClickFrame37" Type="http://schemas.openxmlformats.org/officeDocument/2006/relationships/image" Target="../media/pam_r2_f1ef18e20aba5fc1_t4_click_f1ef18e20aba5fc1c870d7daade3da558ff2d6c4b38063db846c6e07a684b43a.png"/><Relationship Id="rIdT4ClickFrame38" Type="http://schemas.openxmlformats.org/officeDocument/2006/relationships/image" Target="../media/pam_r2_cba9baeacfbd9412_t4_click_cba9baeacfbd9412149ecc3386c86b9519f5a5be5e1f27c40369e3653360e815.png"/><Relationship Id="rIdT4ClickFrame39" Type="http://schemas.openxmlformats.org/officeDocument/2006/relationships/image" Target="../media/pam_r2_3b0f306573041e52_t4_click_3b0f306573041e529629791fe903236b56759b4c4e2391ac004818d2e199fed9.png"/><Relationship Id="rIdT4ClickFrame40" Type="http://schemas.openxmlformats.org/officeDocument/2006/relationships/image" Target="../media/pam_r2_63f19e3ed32e295d_t4_click_63f19e3ed32e295d51fdd9d2a836753de06eaa4dc8b0f3a5f77ae2f0527a0852.png"/><Relationship Id="rIdT4ClickFrame41" Type="http://schemas.openxmlformats.org/officeDocument/2006/relationships/image" Target="../media/pam_r2_d537fd2dbca885e9_t4_click_d537fd2dbca885e93358339ecd3a50a28a21683bfbcd5f15243e0f2c6d00361e.png"/><Relationship Id="rIdT4ClickFrame42" Type="http://schemas.openxmlformats.org/officeDocument/2006/relationships/image" Target="../media/pam_r2_869a5afbb129c7d7_t4_click_869a5afbb129c7d7cdffbd6003a4ec00ec84278ba0d268fb9ba5c919c8c10506.png"/><Relationship Id="rIdT4ClickFrame43" Type="http://schemas.openxmlformats.org/officeDocument/2006/relationships/image" Target="../media/pam_r2_34c3cdf938e4101e_t4_click_34c3cdf938e4101eec4a43b04bf6d1668df143fe4df76e046dbcad070d700576.png"/><Relationship Id="rIdT4ClickFrame44" Type="http://schemas.openxmlformats.org/officeDocument/2006/relationships/image" Target="../media/pam_r2_ca52f9fa660ec57c_t4_click_ca52f9fa660ec57cc4dd517819965fc4444394759331f94baa6d5e4f096478ce.png"/><Relationship Id="rIdT4ClickFrame45" Type="http://schemas.openxmlformats.org/officeDocument/2006/relationships/image" Target="../media/pam_r2_a7f679d671ced2d4_t4_click_a7f679d671ced2d431f5e1fef079983e6bc6b5f9c714fbf35133b1434e53f891.png"/><Relationship Id="rIdT4ClickFrame46" Type="http://schemas.openxmlformats.org/officeDocument/2006/relationships/image" Target="../media/pam_r2_27d6fcfebd117033_t4_click_27d6fcfebd117033485b469ebfe4129a8eb7b14032fc7b8082b36866344a6d00.png"/><Relationship Id="rIdT4ClickFrame47" Type="http://schemas.openxmlformats.org/officeDocument/2006/relationships/image" Target="../media/pam_r2_08fe2c3bde1d3521_t4_click_08fe2c3bde1d352112f32d70a98eea9ef031503281249bb2fd4b50d5e44906fc.png"/><Relationship Id="rIdT4ClickFrame48" Type="http://schemas.openxmlformats.org/officeDocument/2006/relationships/image" Target="../media/pam_r2_c391df0a514d0a51_t4_click_c391df0a514d0a514eab6e9f4df1c0d5d98180215185311ee7d8211bde628949.png"/><Relationship Id="rIdT4ClickFrame49" Type="http://schemas.openxmlformats.org/officeDocument/2006/relationships/image" Target="../media/pam_r2_208433912de21331_t4_click_208433912de21331b35c6969540368665fb3701ccbf342ccebb345d53d6771ea.png"/><Relationship Id="rIdT4ClickFrame50" Type="http://schemas.openxmlformats.org/officeDocument/2006/relationships/image" Target="../media/pam_r2_94721ffaef2b197b_t4_click_94721ffaef2b197b3ae539e268153b2f67edd6192f25f1980f3fb1ea050910b5.png"/><Relationship Id="rIdT4ClickFrame51" Type="http://schemas.openxmlformats.org/officeDocument/2006/relationships/image" Target="../media/pam_r2_6813a8306f0e82a1_t4_click_6813a8306f0e82a1fc3179578af26276173b188dfc8f26aa0a06fc49fd15d191.png"/><Relationship Id="rIdT4ClickFrame52" Type="http://schemas.openxmlformats.org/officeDocument/2006/relationships/image" Target="../media/pam_r2_6b939f0ee91543d7_t4_click_6b939f0ee91543d70dbac9cde61f2c8963fd8ad301d8082b22beeb635dd17dd0.png"/><Relationship Id="rIdT4ClickFrame53" Type="http://schemas.openxmlformats.org/officeDocument/2006/relationships/image" Target="../media/pam_r2_8348216a1b57429f_t4_click_8348216a1b57429f0079db14a9c7691d84dd866dc2b29c0ee545026600067f5b.png"/><Relationship Id="rIdT4ClickFrame54" Type="http://schemas.openxmlformats.org/officeDocument/2006/relationships/image" Target="../media/pam_r2_823330930762b616_t4_click_823330930762b616efdc6b4bb9eee278812511a1ab85538a3717ff4f5bbe062b.png"/><Relationship Id="rIdT4ClickFrame55" Type="http://schemas.openxmlformats.org/officeDocument/2006/relationships/image" Target="../media/pam_r2_7dac9ffdef88c6c5_image350.png"/><Relationship Id="rIdT4ClickFrame56" Type="http://schemas.openxmlformats.org/officeDocument/2006/relationships/image" Target="../media/pam_r2_cd2f5d1df3c2ec26_t4_click_cd2f5d1df3c2ec263274a74c72d0e5c953a2e3ef0cbfebd9503cc7f8b16c6fb8.png"/><Relationship Id="rIdT4ClickFrame57" Type="http://schemas.openxmlformats.org/officeDocument/2006/relationships/image" Target="../media/pam_r2_a7b7c1f1d437eab4_t4_click_a7b7c1f1d437eab4e5aad2deaba356f3541226b586d43840e2f9b4446bf6b3a0.png"/><Relationship Id="rIdT4ClickFrame58" Type="http://schemas.openxmlformats.org/officeDocument/2006/relationships/image" Target="../media/pam_r2_1b70c58c295fc822_t4_click_1b70c58c295fc8224359de1c773c138179583ad4e9ebf8e4163d5bc0ca5717cc.png"/><Relationship Id="rIdT4ClickFrame59" Type="http://schemas.openxmlformats.org/officeDocument/2006/relationships/image" Target="../media/pam_r2_df8d146585946a00_t4_click_df8d146585946a0093928d9886616bd5deed14128cb78206485265f75bc7e572.png"/><Relationship Id="rIdT4ClickFrame60" Type="http://schemas.openxmlformats.org/officeDocument/2006/relationships/image" Target="../media/pam_r2_4a72322145f126fa_t4_click_4a72322145f126fa6258d8182eaa66c66bf464298f643826d8c021a200221db8.png"/><Relationship Id="rIdT4ClickFrame61" Type="http://schemas.openxmlformats.org/officeDocument/2006/relationships/image" Target="../media/pam_r2_2dfa1bf83ed14dcf_t4_click_2dfa1bf83ed14dcf8f58b7a18ba13915bdbd51f6615b71deaea334751c7956fd.png"/><Relationship Id="rIdT4ClickFrame62" Type="http://schemas.openxmlformats.org/officeDocument/2006/relationships/image" Target="../media/pam_r2_1f5b02136d40cf22_t4_click_1f5b02136d40cf22d6b5d2c471140de11ff05033a8abe0c323a4321fd78a32d7.png"/><Relationship Id="rIdT4ClickFrame63" Type="http://schemas.openxmlformats.org/officeDocument/2006/relationships/image" Target="../media/pam_r2_a7940400e42ccb5d_t4_click_a7940400e42ccb5d466e60d5a708260041b01dc64c7a4b6991348b8e5aec5436.png"/><Relationship Id="rIdT4ClickFrame64" Type="http://schemas.openxmlformats.org/officeDocument/2006/relationships/image" Target="../media/pam_r2_29ac2ad45371a69f_t4_click_29ac2ad45371a69fe85d107b557df565502e690607cb992327d41d1eeb28f8b3.png"/><Relationship Id="rIdT4ClickFrame65" Type="http://schemas.openxmlformats.org/officeDocument/2006/relationships/image" Target="../media/pam_r2_8e82aa7d96cbe802_t4_click_8e82aa7d96cbe8022b055bac80e09d41eb6d52b5cbd1fce85f01cf15772df0b6.png"/><Relationship Id="rIdT4ClickFrame66" Type="http://schemas.openxmlformats.org/officeDocument/2006/relationships/image" Target="../media/pam_r2_39aed96a3427262d_t4_click_39aed96a3427262de1e351aaf18de5d119b1223e41fd85a2d79fda755244e0d3.png"/><Relationship Id="rIdT4ClickFrame67" Type="http://schemas.openxmlformats.org/officeDocument/2006/relationships/image" Target="../media/pam_r2_aa0c28acf4e3d29a_t4_click_aa0c28acf4e3d29a9d092b1caff0bd5be0a77f40b2b155734145b71806b6faa1.png"/><Relationship Id="rIdT4ClickFrame68" Type="http://schemas.openxmlformats.org/officeDocument/2006/relationships/image" Target="../media/pam_r2_c9b31aa7ac8cac1e_t4_click_c9b31aa7ac8cac1eff528a056cd1d2d1a1488a73a9744c8b07d432ea3ad78060.png"/><Relationship Id="rIdT4ClickFrame69" Type="http://schemas.openxmlformats.org/officeDocument/2006/relationships/image" Target="../media/pam_r2_899f466d11256cac_t4_click_899f466d11256cac719bdf37debc14b54175f0b06a42aca1c1aff2b739c5492f.png"/><Relationship Id="rIdT4ClickFrame70" Type="http://schemas.openxmlformats.org/officeDocument/2006/relationships/image" Target="../media/pam_r2_8f510532467e3b98_t4_click_8f510532467e3b98edcccae724b5a0b90b9124c44a44bbcc643119a86648b320.png"/><Relationship Id="rIdT4ClickFrame71" Type="http://schemas.openxmlformats.org/officeDocument/2006/relationships/image" Target="../media/pam_r2_f46cc3e640beaada_image376.png"/></Relationships>
</file>

<file path=ppt/slides/_rels/signal_zoom_r4_4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198903dc918b45ef"/><Relationship Type="http://schemas.openxmlformats.org/officeDocument/2006/relationships/image" Target="../media/pam_r2_4a31c263029289ef_image411.png" Id="Re4a7ccb145aa452f"/><Relationship Type="http://schemas.openxmlformats.org/officeDocument/2006/relationships/image" Target="../media/pam_r2_cbffa901e598e9aa_image363.png" Id="R0810d6435f4a4492"/><Relationship Type="http://schemas.openxmlformats.org/officeDocument/2006/relationships/image" Target="../media/pam_r2_af7e0bcd0a612ff3_image364.png" Id="Rb3974499fdce4fef"/><Relationship Type="http://schemas.openxmlformats.org/officeDocument/2006/relationships/image" Target="../media/image5.png" Id="Rc363189e547b4f25"/><Relationship Type="http://schemas.openxmlformats.org/officeDocument/2006/relationships/image" Target="../media/image11.png" Id="R0043642f395b4288"/><Relationship Type="http://schemas.openxmlformats.org/officeDocument/2006/relationships/image" Target="../media/pam_r2_7e7c67d3b2048d1d_image367.png" Id="R0bbb8c86cf854645"/><Relationship Type="http://schemas.openxmlformats.org/officeDocument/2006/relationships/image" Target="../media/pam_r2_d21fad8f6e51126c_image399.png" Id="Rd4f755a0019247cb"/><Relationship Type="http://schemas.openxmlformats.org/officeDocument/2006/relationships/image" Target="../media/pam_r2_c46c90e892545bf6_image400.png" Id="Rb38f3c1431b84f6b"/><Relationship Type="http://schemas.openxmlformats.org/officeDocument/2006/relationships/notesSlide" Target="../notesSlides/pam_r2_7d06cdad7ea24924_notesSlide47.xml" Id="Rf236f8d7dae14dd0"/><Relationship Id="rIdMathSvg0" Type="http://schemas.openxmlformats.org/officeDocument/2006/relationships/image" Target="../media/pam_r2_d3e8f75c8ce97537_t4_d3e8f75c8ce975376ee60a56.svg"/><Relationship Id="rIdMathSvg1" Type="http://schemas.openxmlformats.org/officeDocument/2006/relationships/image" Target="../media/pam_r2_e19f416ebac7b7dd_t4_e19f416ebac7b7dd4205b7a8.svg"/><Relationship Id="rIdMathSvg2" Type="http://schemas.openxmlformats.org/officeDocument/2006/relationships/image" Target="../media/pam_r2_35b60c5893655639_t4_35b60c5893655639a9dcbd7d.svg"/><Relationship Id="rIdMathSvg3" Type="http://schemas.openxmlformats.org/officeDocument/2006/relationships/image" Target="../media/pam_r2_c69848f52550b2cf_t4_c69848f52550b2cf6dd0e672.svg"/><Relationship Id="rIdMathSvg4" Type="http://schemas.openxmlformats.org/officeDocument/2006/relationships/image" Target="../media/pam_r2_2c7b8ad7fca7f489_t4_2c7b8ad7fca7f4897a301d9f.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6.xml"/><Relationship Id="rIdNav3" Type="http://schemas.openxmlformats.org/officeDocument/2006/relationships/slide" Target="signal_zoom_r4_47.xml"/><Relationship Id="rIdNav4" Type="http://schemas.openxmlformats.org/officeDocument/2006/relationships/slide" Target="signal_zoom_r4_48.xml"/><Relationship Id="rIdNav5" Type="http://schemas.openxmlformats.org/officeDocument/2006/relationships/slide" Target="signal_zoom_r4_49.xml"/><Relationship Id="rIdNav6" Type="http://schemas.openxmlformats.org/officeDocument/2006/relationships/slide" Target="signal_zoom_r4_47.xml"/><Relationship Id="rIdNav7" Type="http://schemas.openxmlformats.org/officeDocument/2006/relationships/slide" Target="signal_zoom_r4_48.xml"/><Relationship Id="rIdNav8" Type="http://schemas.openxmlformats.org/officeDocument/2006/relationships/slide" Target="signal_zoom_r4_49.xml"/><Relationship Id="rIdT4ClickFrame1" Type="http://schemas.openxmlformats.org/officeDocument/2006/relationships/image" Target="../media/pam_r2_4a31c263029289ef_image411.png"/><Relationship Id="rIdT4ClickFrame2" Type="http://schemas.openxmlformats.org/officeDocument/2006/relationships/image" Target="../media/pam_r2_3873d23dfc4cc00d_t4_click_3873d23dfc4cc00d6183cea942e0ac5140dc0764638fb356dde8740424b85495.png"/><Relationship Id="rIdT4ClickFrame3" Type="http://schemas.openxmlformats.org/officeDocument/2006/relationships/image" Target="../media/pam_r2_bc91661f53fb7a8d_t4_click_bc91661f53fb7a8daa8913d74e1da5cd4440308e27f3940548f74504aeecd19b.png"/><Relationship Id="rIdT4ClickFrame4" Type="http://schemas.openxmlformats.org/officeDocument/2006/relationships/image" Target="../media/pam_r2_8fa97d6e85108e1d_t4_click_8fa97d6e85108e1d99ae55942c8c9154074c6c655be0fc76b266a4bc3768a588.png"/><Relationship Id="rIdT4ClickFrame5" Type="http://schemas.openxmlformats.org/officeDocument/2006/relationships/image" Target="../media/pam_r2_b754705325e2641f_t4_click_b754705325e2641fbad540db71210ae1c9e62dbbe5008deb9b76327daa1844aa.png"/><Relationship Id="rIdT4ClickFrame6" Type="http://schemas.openxmlformats.org/officeDocument/2006/relationships/image" Target="../media/pam_r2_4ef23f40e139ad03_t4_click_4ef23f40e139ad03dd9dabed4b772545a1a58f439f3e11f16217a7e8cf2f3e77.png"/><Relationship Id="rIdT4ClickFrame7" Type="http://schemas.openxmlformats.org/officeDocument/2006/relationships/image" Target="../media/pam_r2_9b2510eafd7fc451_t4_click_9b2510eafd7fc4518330083b5ec483840a92e16f8e83743788fce494ef528f38.png"/><Relationship Id="rIdT4ClickFrame8" Type="http://schemas.openxmlformats.org/officeDocument/2006/relationships/image" Target="../media/pam_r2_8fe7ddec92ca4694_t4_click_8fe7ddec92ca469423a736006e99f494ad98ff742ff95d52216cc289a9c5dd67.png"/><Relationship Id="rIdT4ClickFrame9" Type="http://schemas.openxmlformats.org/officeDocument/2006/relationships/image" Target="../media/pam_r2_f0735b930d51981f_t4_click_f0735b930d51981ff3f65323c999ae286d0ec76a463d0d064b4c159ab5f52894.png"/><Relationship Id="rIdT4ClickFrame10" Type="http://schemas.openxmlformats.org/officeDocument/2006/relationships/image" Target="../media/pam_r2_95ddda66493dbdbc_t4_click_95ddda66493dbdbc9ecb85314fbd7cbc8c0a2a3283173c82f781688be7534584.png"/><Relationship Id="rIdT4ClickFrame11" Type="http://schemas.openxmlformats.org/officeDocument/2006/relationships/image" Target="../media/pam_r2_0f6a2ce10caaba26_t4_click_0f6a2ce10caaba2694f4799fd129f3b816fc0658f539e00d099c76e118b79ebb.png"/><Relationship Id="rIdT4ClickFrame12" Type="http://schemas.openxmlformats.org/officeDocument/2006/relationships/image" Target="../media/pam_r2_f039b97105d5b259_t4_click_f039b97105d5b25984745dbefed457ce93fe8fe3f53583e7f548d27fe18491cc.png"/><Relationship Id="rIdT4ClickFrame13" Type="http://schemas.openxmlformats.org/officeDocument/2006/relationships/image" Target="../media/pam_r2_99f1659d5e929a5c_t4_click_99f1659d5e929a5cdbab550adc41471ad7ee4d15e37d0b4a985d36df20a85456.png"/><Relationship Id="rIdT4ClickFrame14" Type="http://schemas.openxmlformats.org/officeDocument/2006/relationships/image" Target="../media/pam_r2_df02764b2fe2f5f0_t4_click_df02764b2fe2f5f0321bb93f18a2b69e8af79b0f6b3b23c94bfa3939114cffd9.png"/><Relationship Id="rIdT4ClickFrame15" Type="http://schemas.openxmlformats.org/officeDocument/2006/relationships/image" Target="../media/pam_r2_6953a07e0a05defc_t4_click_6953a07e0a05defc11281615e6d88bbe76aecbb058eabb3650d9c8ae7524824c.png"/><Relationship Id="rIdT4ClickFrame16" Type="http://schemas.openxmlformats.org/officeDocument/2006/relationships/image" Target="../media/pam_r2_5c1610037a5a0e82_t4_click_5c1610037a5a0e8267561cbb0dfb51a32277d294934ee5ea4d8cc69fbeed228d.png"/><Relationship Id="rIdT4ClickFrame17" Type="http://schemas.openxmlformats.org/officeDocument/2006/relationships/image" Target="../media/pam_r2_af7e0bcd0a612ff3_image364.png"/><Relationship Id="rIdT4ClickFrame18" Type="http://schemas.openxmlformats.org/officeDocument/2006/relationships/image" Target="../media/pam_r2_cbffa901e598e9aa_image363.png"/><Relationship Id="rIdT4ClickFrame19" Type="http://schemas.openxmlformats.org/officeDocument/2006/relationships/image" Target="../media/pam_r2_65743451f7c2e5e4_t4_click_65743451f7c2e5e4c0d9cea44101a591fe4d75ed4f3b66636267f455a39f507e.png"/><Relationship Id="rIdT4ClickFrame20" Type="http://schemas.openxmlformats.org/officeDocument/2006/relationships/image" Target="../media/pam_r2_1e1518ed000ae2e1_t4_click_1e1518ed000ae2e138fde9c11ee00d2e170f204e79560dde91c81c8f1d68b3df.png"/><Relationship Id="rIdT4ClickFrame21" Type="http://schemas.openxmlformats.org/officeDocument/2006/relationships/image" Target="../media/pam_r2_76b9651184ba1e7a_t4_click_76b9651184ba1e7aeaa8a58df6834bc5c4410f701ad6fa7b40a66f20b2961d09.png"/><Relationship Id="rIdT4ClickFrame22" Type="http://schemas.openxmlformats.org/officeDocument/2006/relationships/image" Target="../media/pam_r2_11e8b482efebdb2b_t4_click_11e8b482efebdb2b16d575279caa1e2482613347366aba73326f4d4a22c765eb.png"/><Relationship Id="rIdT4ClickFrame23" Type="http://schemas.openxmlformats.org/officeDocument/2006/relationships/image" Target="../media/pam_r2_313ef81b5336e5b4_t4_click_313ef81b5336e5b4d331817ff49bf2d699852f1a27cd3041b5d94dda1f92c0dc.png"/><Relationship Id="rIdT4ClickFrame24" Type="http://schemas.openxmlformats.org/officeDocument/2006/relationships/image" Target="../media/pam_r2_899316ac52636030_t4_click_899316ac526360309bd1a9ee0037faf25a7d75d8c28c91e0cf638f9aff9ef08e.png"/><Relationship Id="rIdT4ClickFrame25" Type="http://schemas.openxmlformats.org/officeDocument/2006/relationships/image" Target="../media/pam_r2_50481672c81bd07a_t4_click_50481672c81bd07a86c7b31f3b21e7706ef1f5cf7fefb3e87c0304b62ee9636e.png"/><Relationship Id="rIdT4ClickFrame26" Type="http://schemas.openxmlformats.org/officeDocument/2006/relationships/image" Target="../media/pam_r2_393a11e9751c40cc_t4_click_393a11e9751c40cce91b9829a8625f02b8b0a3504e20566e5b83bc253898a187.png"/><Relationship Id="rIdT4ClickFrame27" Type="http://schemas.openxmlformats.org/officeDocument/2006/relationships/image" Target="../media/pam_r2_47bba3e27f080ba4_t4_click_47bba3e27f080ba406f2bc418d2bd2bfdcaf4d4ccb1be7437faf1074b61bd072.png"/><Relationship Id="rIdT4ClickFrame28" Type="http://schemas.openxmlformats.org/officeDocument/2006/relationships/image" Target="../media/pam_r2_f86c7c3509905a4c_t4_click_f86c7c3509905a4ca606a56ca6d255241c94ac32e59fc7370a4832d865292dbf.png"/><Relationship Id="rIdT4ClickFrame29" Type="http://schemas.openxmlformats.org/officeDocument/2006/relationships/image" Target="../media/pam_r2_314b7ca60fc6e609_t4_click_314b7ca60fc6e60925b811a32f6816880c751fdda35dc0ad3aee54ce62734ec3.png"/><Relationship Id="rIdT4ClickFrame30" Type="http://schemas.openxmlformats.org/officeDocument/2006/relationships/image" Target="../media/pam_r2_2b9df8eb688bae35_t4_click_2b9df8eb688bae351f75b63ca042a0fcdd60296fc5a540bf583ea20bbcabc634.png"/><Relationship Id="rIdT4ClickFrame31" Type="http://schemas.openxmlformats.org/officeDocument/2006/relationships/image" Target="../media/pam_r2_6fee50784f90f582_t4_click_6fee50784f90f582590a454d171a1bb2a65406fdf8d1af43cc5a4bfae5ee8ac8.png"/><Relationship Id="rIdT4ClickFrame32" Type="http://schemas.openxmlformats.org/officeDocument/2006/relationships/image" Target="../media/pam_r2_a2ef5c55cd582515_t4_click_a2ef5c55cd5825151fce49578a422c8cd5c3a0485238256efbdba0e1045da838.png"/><Relationship Id="rIdT4ClickFrame33" Type="http://schemas.openxmlformats.org/officeDocument/2006/relationships/image" Target="../media/pam_r2_6882e5d120ac8e0e_t4_click_6882e5d120ac8e0e75bd2ca39fc004e1e3c0efc1d871db6a5b2f085ef60184d2.png"/><Relationship Id="rIdT4ClickFrame34" Type="http://schemas.openxmlformats.org/officeDocument/2006/relationships/image" Target="../media/pam_r2_0aba3b8c7ae6c4b5_t4_click_0aba3b8c7ae6c4b5e8ec7434e5d9172eaeec566544edc5472c7e81e989da816e.png"/><Relationship Id="rIdT4ClickFrame35" Type="http://schemas.openxmlformats.org/officeDocument/2006/relationships/image" Target="../media/pam_r2_795be93cf42de005_t4_click_795be93cf42de0059e748c5c20c48786663ddd96f4bb0a7cddab59a78cb810f1.png"/><Relationship Id="rIdT4ClickFrame36" Type="http://schemas.openxmlformats.org/officeDocument/2006/relationships/image" Target="../media/pam_r2_91ba36fe32480626_t4_click_91ba36fe3248062625c13bce071f277707e8e95f11e4361f7369c140045c4b28.png"/><Relationship Id="rIdT4ClickFrame37" Type="http://schemas.openxmlformats.org/officeDocument/2006/relationships/image" Target="../media/pam_r2_2e570845705bbd8a_t4_click_2e570845705bbd8a8a4ee032f4cbe341ebd049d5af7ac41c5b257cbba335c3f8.png"/><Relationship Id="rIdT4ClickFrame38" Type="http://schemas.openxmlformats.org/officeDocument/2006/relationships/image" Target="../media/pam_r2_ec87e2c5736a39a0_t4_click_ec87e2c5736a39a06565ff2a2d8bcdc558a04aec85586bae8db6440e2a084b15.png"/><Relationship Id="rIdT4ClickFrame39" Type="http://schemas.openxmlformats.org/officeDocument/2006/relationships/image" Target="../media/pam_r2_d036dfc391c1eaac_t4_click_d036dfc391c1eaac622b459d7abf36b0fe39380053f80d89518ddcf745bd0cba.png"/><Relationship Id="rIdT4ClickFrame40" Type="http://schemas.openxmlformats.org/officeDocument/2006/relationships/image" Target="../media/pam_r2_af7e0bcd0a612ff3_image364.png"/><Relationship Id="rIdT4ClickFrame41" Type="http://schemas.openxmlformats.org/officeDocument/2006/relationships/image" Target="../media/pam_r2_af7e0bcd0a612ff3_image364.png"/><Relationship Id="rIdT4ClickFrame42" Type="http://schemas.openxmlformats.org/officeDocument/2006/relationships/image" Target="../media/pam_r2_5c1610037a5a0e82_t4_click_5c1610037a5a0e8267561cbb0dfb51a32277d294934ee5ea4d8cc69fbeed228d.png"/><Relationship Id="rIdT4ClickFrame43" Type="http://schemas.openxmlformats.org/officeDocument/2006/relationships/image" Target="../media/pam_r2_6953a07e0a05defc_t4_click_6953a07e0a05defc11281615e6d88bbe76aecbb058eabb3650d9c8ae7524824c.png"/><Relationship Id="rIdT4ClickFrame44" Type="http://schemas.openxmlformats.org/officeDocument/2006/relationships/image" Target="../media/pam_r2_df02764b2fe2f5f0_t4_click_df02764b2fe2f5f0321bb93f18a2b69e8af79b0f6b3b23c94bfa3939114cffd9.png"/><Relationship Id="rIdT4ClickFrame45" Type="http://schemas.openxmlformats.org/officeDocument/2006/relationships/image" Target="../media/pam_r2_99f1659d5e929a5c_t4_click_99f1659d5e929a5cdbab550adc41471ad7ee4d15e37d0b4a985d36df20a85456.png"/><Relationship Id="rIdT4ClickFrame46" Type="http://schemas.openxmlformats.org/officeDocument/2006/relationships/image" Target="../media/pam_r2_f039b97105d5b259_t4_click_f039b97105d5b25984745dbefed457ce93fe8fe3f53583e7f548d27fe18491cc.png"/><Relationship Id="rIdT4ClickFrame47" Type="http://schemas.openxmlformats.org/officeDocument/2006/relationships/image" Target="../media/pam_r2_0f6a2ce10caaba26_t4_click_0f6a2ce10caaba2694f4799fd129f3b816fc0658f539e00d099c76e118b79ebb.png"/><Relationship Id="rIdT4ClickFrame48" Type="http://schemas.openxmlformats.org/officeDocument/2006/relationships/image" Target="../media/pam_r2_95ddda66493dbdbc_t4_click_95ddda66493dbdbc9ecb85314fbd7cbc8c0a2a3283173c82f781688be7534584.png"/><Relationship Id="rIdT4ClickFrame49" Type="http://schemas.openxmlformats.org/officeDocument/2006/relationships/image" Target="../media/pam_r2_f0735b930d51981f_t4_click_f0735b930d51981ff3f65323c999ae286d0ec76a463d0d064b4c159ab5f52894.png"/><Relationship Id="rIdT4ClickFrame50" Type="http://schemas.openxmlformats.org/officeDocument/2006/relationships/image" Target="../media/pam_r2_8fe7ddec92ca4694_t4_click_8fe7ddec92ca469423a736006e99f494ad98ff742ff95d52216cc289a9c5dd67.png"/><Relationship Id="rIdT4ClickFrame51" Type="http://schemas.openxmlformats.org/officeDocument/2006/relationships/image" Target="../media/pam_r2_9b2510eafd7fc451_t4_click_9b2510eafd7fc4518330083b5ec483840a92e16f8e83743788fce494ef528f38.png"/><Relationship Id="rIdT4ClickFrame52" Type="http://schemas.openxmlformats.org/officeDocument/2006/relationships/image" Target="../media/pam_r2_4ef23f40e139ad03_t4_click_4ef23f40e139ad03dd9dabed4b772545a1a58f439f3e11f16217a7e8cf2f3e77.png"/><Relationship Id="rIdT4ClickFrame53" Type="http://schemas.openxmlformats.org/officeDocument/2006/relationships/image" Target="../media/pam_r2_b754705325e2641f_t4_click_b754705325e2641fbad540db71210ae1c9e62dbbe5008deb9b76327daa1844aa.png"/><Relationship Id="rIdT4ClickFrame54" Type="http://schemas.openxmlformats.org/officeDocument/2006/relationships/image" Target="../media/pam_r2_8fa97d6e85108e1d_t4_click_8fa97d6e85108e1d99ae55942c8c9154074c6c655be0fc76b266a4bc3768a588.png"/><Relationship Id="rIdT4ClickFrame55" Type="http://schemas.openxmlformats.org/officeDocument/2006/relationships/image" Target="../media/pam_r2_bc91661f53fb7a8d_t4_click_bc91661f53fb7a8daa8913d74e1da5cd4440308e27f3940548f74504aeecd19b.png"/><Relationship Id="rIdT4ClickFrame56" Type="http://schemas.openxmlformats.org/officeDocument/2006/relationships/image" Target="../media/pam_r2_3873d23dfc4cc00d_t4_click_3873d23dfc4cc00d6183cea942e0ac5140dc0764638fb356dde8740424b85495.png"/><Relationship Id="rIdT4ClickFrame57" Type="http://schemas.openxmlformats.org/officeDocument/2006/relationships/image" Target="../media/pam_r2_4a31c263029289ef_image411.png"/></Relationships>
</file>

<file path=ppt/slides/_rels/signal_zoom_r4_48.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0ed70e443a24221"/><Relationship Type="http://schemas.openxmlformats.org/officeDocument/2006/relationships/image" Target="../media/pam_r2_4a31c263029289ef_image411.png" Id="R15e1135d8a2d4f48"/><Relationship Type="http://schemas.openxmlformats.org/officeDocument/2006/relationships/image" Target="../media/pam_r2_1706802608f08f5f_image402.png" Id="R1a4ebd0a45a54aa8"/><Relationship Type="http://schemas.openxmlformats.org/officeDocument/2006/relationships/image" Target="../media/pam_r2_b77b9f93d3af0c71_image403.png" Id="R7470e7bb4689489e"/><Relationship Type="http://schemas.openxmlformats.org/officeDocument/2006/relationships/image" Target="../media/image5.png" Id="Rb2aeae85795b4f65"/><Relationship Type="http://schemas.openxmlformats.org/officeDocument/2006/relationships/image" Target="../media/image11.png" Id="Rab8c4d01a21e4491"/><Relationship Type="http://schemas.openxmlformats.org/officeDocument/2006/relationships/image" Target="../media/pam_r2_7e7c67d3b2048d1d_image367.png" Id="Rf7ed2e8034e84d83"/><Relationship Type="http://schemas.openxmlformats.org/officeDocument/2006/relationships/image" Target="../media/pam_r2_ab6b5e6c12aa4b66_image407.png" Id="R4124ef922b454fce"/><Relationship Type="http://schemas.openxmlformats.org/officeDocument/2006/relationships/image" Target="../media/pam_r2_6be8bb5cd087c86a_image408.png" Id="R9f0fd233c98f4db3"/><Relationship Type="http://schemas.openxmlformats.org/officeDocument/2006/relationships/image" Target="../media/pam_r2_5c54ce0709b7cbcc_image333.png" Id="R330bfc4ae26a437f"/><Relationship Type="http://schemas.openxmlformats.org/officeDocument/2006/relationships/image" Target="../media/pam_r2_d4e0081f42495c82_image185.png" Id="R8da86b2f90314d6b"/><Relationship Type="http://schemas.openxmlformats.org/officeDocument/2006/relationships/notesSlide" Target="../notesSlides/pam_r2_7d06cdad7ea24924_notesSlide48.xml" Id="R905b909a80e5489d"/><Relationship Id="rIdMathSvg0" Type="http://schemas.openxmlformats.org/officeDocument/2006/relationships/image" Target="../media/pam_r2_d3e8f75c8ce97537_t4_d3e8f75c8ce975376ee60a56.svg"/><Relationship Id="rIdMathSvg1" Type="http://schemas.openxmlformats.org/officeDocument/2006/relationships/image" Target="../media/pam_r2_e19f416ebac7b7dd_t4_e19f416ebac7b7dd4205b7a8.svg"/><Relationship Id="rIdMathSvg2" Type="http://schemas.openxmlformats.org/officeDocument/2006/relationships/image" Target="../media/pam_r2_35b60c5893655639_t4_35b60c5893655639a9dcbd7d.svg"/><Relationship Id="rIdMathSvg3" Type="http://schemas.openxmlformats.org/officeDocument/2006/relationships/image" Target="../media/pam_r2_76ce090c974c2f88_t4_76ce090c974c2f88168a3d3c.svg"/><Relationship Id="rIdMathSvg4" Type="http://schemas.openxmlformats.org/officeDocument/2006/relationships/image" Target="../media/pam_r2_5b524bcf28be2490_t4_5b524bcf28be2490d81f124d.svg"/><Relationship Id="rIdMathSvg5" Type="http://schemas.openxmlformats.org/officeDocument/2006/relationships/image" Target="../media/pam_r2_a5090d35b7e5e567_t4_a5090d35b7e5e5670ec8c851.svg"/><Relationship Id="rIdMathSvg6" Type="http://schemas.openxmlformats.org/officeDocument/2006/relationships/image" Target="../media/pam_r2_35aefc56d7947932_t4_35aefc56d7947932cafcabda.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6.xml"/><Relationship Id="rIdNav3" Type="http://schemas.openxmlformats.org/officeDocument/2006/relationships/slide" Target="signal_zoom_r4_47.xml"/><Relationship Id="rIdNav4" Type="http://schemas.openxmlformats.org/officeDocument/2006/relationships/slide" Target="signal_zoom_r4_48.xml"/><Relationship Id="rIdNav5" Type="http://schemas.openxmlformats.org/officeDocument/2006/relationships/slide" Target="signal_zoom_r4_49.xml"/><Relationship Id="rIdNav6" Type="http://schemas.openxmlformats.org/officeDocument/2006/relationships/slide" Target="signal_zoom_r4_47.xml"/><Relationship Id="rIdNav7" Type="http://schemas.openxmlformats.org/officeDocument/2006/relationships/slide" Target="signal_zoom_r4_48.xml"/><Relationship Id="rIdNav8" Type="http://schemas.openxmlformats.org/officeDocument/2006/relationships/slide" Target="signal_zoom_r4_49.xml"/><Relationship Id="rIdT4ClickFrame1" Type="http://schemas.openxmlformats.org/officeDocument/2006/relationships/image" Target="../media/pam_r2_4a31c263029289ef_image411.png"/><Relationship Id="rIdT4ClickFrame2" Type="http://schemas.openxmlformats.org/officeDocument/2006/relationships/image" Target="../media/pam_r2_0182260e8bb17ac2_t4_click_0182260e8bb17ac22f09678872a5edb9e95b22cb682257a951e89a41a8107397.png"/><Relationship Id="rIdT4ClickFrame3" Type="http://schemas.openxmlformats.org/officeDocument/2006/relationships/image" Target="../media/pam_r2_c3cf1ecfba586a2d_t4_click_c3cf1ecfba586a2d74d3d70710e5ffb034a9468dcbfc99d215ef6e1a9ad16267.png"/><Relationship Id="rIdT4ClickFrame4" Type="http://schemas.openxmlformats.org/officeDocument/2006/relationships/image" Target="../media/pam_r2_ba9ad844ee954e23_t4_click_ba9ad844ee954e2344a00579e5b632de79584a397f1c641a13615f4211d21704.png"/><Relationship Id="rIdT4ClickFrame5" Type="http://schemas.openxmlformats.org/officeDocument/2006/relationships/image" Target="../media/pam_r2_62f4c09b4fa300fe_t4_click_62f4c09b4fa300fe78b070ec669632f7887cc1627d8ba665a02711eccee07190.png"/><Relationship Id="rIdT4ClickFrame6" Type="http://schemas.openxmlformats.org/officeDocument/2006/relationships/image" Target="../media/pam_r2_bd04fb626b574683_t4_click_bd04fb626b5746832548baeb9705ec5409416779e53fc7db0d653c5f25866bc4.png"/><Relationship Id="rIdT4ClickFrame7" Type="http://schemas.openxmlformats.org/officeDocument/2006/relationships/image" Target="../media/pam_r2_b0a31b2e269e6207_t4_click_b0a31b2e269e620704b7924fae09b728488c60a527051b71ed7c30a06d8f953b.png"/><Relationship Id="rIdT4ClickFrame8" Type="http://schemas.openxmlformats.org/officeDocument/2006/relationships/image" Target="../media/pam_r2_107c41eca6bd2aa1_t4_click_107c41eca6bd2aa1d67b3e05c5fc9df49c8fbe5f4fe875a1207a673abdd1cd41.png"/><Relationship Id="rIdT4ClickFrame9" Type="http://schemas.openxmlformats.org/officeDocument/2006/relationships/image" Target="../media/pam_r2_694988b5c1baa71a_t4_click_694988b5c1baa71a6adc1ff63fbe8ea9fb5bf7ce9e830e9ba3a9d76c440c9417.png"/><Relationship Id="rIdT4ClickFrame10" Type="http://schemas.openxmlformats.org/officeDocument/2006/relationships/image" Target="../media/pam_r2_be9edca918500a4d_t4_click_be9edca918500a4d278768081b8e2dc1fce9d283f096bb1f5b008c3652503f0f.png"/><Relationship Id="rIdT4ClickFrame11" Type="http://schemas.openxmlformats.org/officeDocument/2006/relationships/image" Target="../media/pam_r2_549035fe7bde6997_t4_click_549035fe7bde6997e3ac5ddd5afa230a24c131592add987fff1ab4d6e4117163.png"/><Relationship Id="rIdT4ClickFrame12" Type="http://schemas.openxmlformats.org/officeDocument/2006/relationships/image" Target="../media/pam_r2_0fd084d73b9465ed_t4_click_0fd084d73b9465edee229604e097cbe68d27b6cdeaa491500969be4f0880f495.png"/><Relationship Id="rIdT4ClickFrame13" Type="http://schemas.openxmlformats.org/officeDocument/2006/relationships/image" Target="../media/pam_r2_f6a3f8a01666aa66_t4_click_f6a3f8a01666aa6658eff5a601c371f249689752d52b6ecdbf4252ab7e5cb115.png"/><Relationship Id="rIdT4ClickFrame14" Type="http://schemas.openxmlformats.org/officeDocument/2006/relationships/image" Target="../media/pam_r2_f30da20e438818ee_t4_click_f30da20e438818eeb251338cff676b89e8c515ab37918bd4ff02c87954866133.png"/><Relationship Id="rIdT4ClickFrame15" Type="http://schemas.openxmlformats.org/officeDocument/2006/relationships/image" Target="../media/pam_r2_2183725641e4d6a5_t4_click_2183725641e4d6a5e09a5310ff123f5d9af8ac96bbbffe25cef8f3cc66292f9c.png"/><Relationship Id="rIdT4ClickFrame16" Type="http://schemas.openxmlformats.org/officeDocument/2006/relationships/image" Target="../media/pam_r2_11cb5a80a5123271_t4_click_11cb5a80a51232713f5ed0ade0b915840e173092aa90da0f54d54f16e3d9b6ce.png"/><Relationship Id="rIdT4ClickFrame17" Type="http://schemas.openxmlformats.org/officeDocument/2006/relationships/image" Target="../media/pam_r2_b77b9f93d3af0c71_image403.png"/><Relationship Id="rIdT4ClickFrame18" Type="http://schemas.openxmlformats.org/officeDocument/2006/relationships/image" Target="../media/pam_r2_1706802608f08f5f_image402.png"/><Relationship Id="rIdT4ClickFrame19" Type="http://schemas.openxmlformats.org/officeDocument/2006/relationships/image" Target="../media/pam_r2_1706802608f08f5f_image402.png"/><Relationship Id="rIdT4ClickFrame20" Type="http://schemas.openxmlformats.org/officeDocument/2006/relationships/image" Target="../media/pam_r2_1706802608f08f5f_image402.png"/><Relationship Id="rIdT4ClickFrame21" Type="http://schemas.openxmlformats.org/officeDocument/2006/relationships/image" Target="../media/pam_r2_1706802608f08f5f_image402.png"/><Relationship Id="rIdT4ClickFrame22" Type="http://schemas.openxmlformats.org/officeDocument/2006/relationships/image" Target="../media/pam_r2_49ac025ce3a84011_t4_click_49ac025ce3a840112f337d3fa56d187a6fa430e6a0ae32291d6923656f6d3019.png"/><Relationship Id="rIdT4ClickFrame23" Type="http://schemas.openxmlformats.org/officeDocument/2006/relationships/image" Target="../media/pam_r2_bce64136f97d3df0_t4_click_bce64136f97d3df02aba78e2a9bdb6e915bb7da83030495586fa88dd49e29122.png"/><Relationship Id="rIdT4ClickFrame24" Type="http://schemas.openxmlformats.org/officeDocument/2006/relationships/image" Target="../media/pam_r2_a3ddf61c83192849_t4_click_a3ddf61c8319284948ddd57ca21c47529fa1c76f74e932d5cf6530020f7eade8.png"/><Relationship Id="rIdT4ClickFrame25" Type="http://schemas.openxmlformats.org/officeDocument/2006/relationships/image" Target="../media/pam_r2_eb7f5f184712c5c9_t4_click_eb7f5f184712c5c931240cc60743d53aa41cce2e034a569d8cf8b63df35a8c5b.png"/><Relationship Id="rIdT4ClickFrame26" Type="http://schemas.openxmlformats.org/officeDocument/2006/relationships/image" Target="../media/pam_r2_d50a8d0a055b98fb_t4_click_d50a8d0a055b98fb541bdddece314e7ba958068581dfa4b3e875e55be400a09d.png"/><Relationship Id="rIdT4ClickFrame27" Type="http://schemas.openxmlformats.org/officeDocument/2006/relationships/image" Target="../media/pam_r2_6f36ee5162e69703_t4_click_6f36ee5162e69703b9d94ba943f12f799fa6f2104953ec9c44561aff8c86c184.png"/><Relationship Id="rIdT4ClickFrame28" Type="http://schemas.openxmlformats.org/officeDocument/2006/relationships/image" Target="../media/pam_r2_031d6802ec22c39a_t4_click_031d6802ec22c39a552ffb9c738dd9980de8f20dc81c517631d7aeb839df5e95.png"/><Relationship Id="rIdT4ClickFrame29" Type="http://schemas.openxmlformats.org/officeDocument/2006/relationships/image" Target="../media/pam_r2_031d6802ec22c39a_t4_click_031d6802ec22c39a552ffb9c738dd9980de8f20dc81c517631d7aeb839df5e95.png"/><Relationship Id="rIdT4ClickFrame30" Type="http://schemas.openxmlformats.org/officeDocument/2006/relationships/image" Target="../media/pam_r2_dee7818cb61ccd13_t4_click_dee7818cb61ccd1339ead360e458c6c5a96c62e8ea3e52066d18e4e12187f1bf.png"/><Relationship Id="rIdT4ClickFrame31" Type="http://schemas.openxmlformats.org/officeDocument/2006/relationships/image" Target="../media/pam_r2_10b06ac27f5f4fb6_t4_click_10b06ac27f5f4fb6e28b7a7752239f408a56fe0834987a1687c3a5f79f79f762.png"/><Relationship Id="rIdT4ClickFrame32" Type="http://schemas.openxmlformats.org/officeDocument/2006/relationships/image" Target="../media/pam_r2_54304f6727e7caa4_t4_click_54304f6727e7caa4f73cf367be876c1aa7de07285e9b17b39cba9f81b3c35e30.png"/><Relationship Id="rIdT4ClickFrame33" Type="http://schemas.openxmlformats.org/officeDocument/2006/relationships/image" Target="../media/pam_r2_d44ad33a3856dbd1_t4_click_d44ad33a3856dbd123b0dffaecefa505fbcc78254616e0540707aaec12649467.png"/><Relationship Id="rIdT4ClickFrame34" Type="http://schemas.openxmlformats.org/officeDocument/2006/relationships/image" Target="../media/pam_r2_3603df2d73630fdc_t4_click_3603df2d73630fdc07e80de1396c44eba7707a4530daada23a3dc0f4aa7fd621.png"/><Relationship Id="rIdT4ClickFrame35" Type="http://schemas.openxmlformats.org/officeDocument/2006/relationships/image" Target="../media/pam_r2_79ff153b99b3572c_t4_click_79ff153b99b3572cce4808dad3a05cf03f20320ae628a565b3d8f6555168343a.png"/><Relationship Id="rIdT4ClickFrame36" Type="http://schemas.openxmlformats.org/officeDocument/2006/relationships/image" Target="../media/pam_r2_5fd9af3a586886e3_t4_click_5fd9af3a586886e3e03cbfe4a90ca5e8b593771f3f5954150e5277ac3f38db0f.png"/><Relationship Id="rIdT4ClickFrame37" Type="http://schemas.openxmlformats.org/officeDocument/2006/relationships/image" Target="../media/pam_r2_5fd9af3a586886e3_t4_click_5fd9af3a586886e3e03cbfe4a90ca5e8b593771f3f5954150e5277ac3f38db0f.png"/><Relationship Id="rIdT4ClickFrame38" Type="http://schemas.openxmlformats.org/officeDocument/2006/relationships/image" Target="../media/pam_r2_5fd9af3a586886e3_t4_click_5fd9af3a586886e3e03cbfe4a90ca5e8b593771f3f5954150e5277ac3f38db0f.png"/><Relationship Id="rIdT4ClickFrame39" Type="http://schemas.openxmlformats.org/officeDocument/2006/relationships/image" Target="../media/pam_r2_5fd9af3a586886e3_t4_click_5fd9af3a586886e3e03cbfe4a90ca5e8b593771f3f5954150e5277ac3f38db0f.png"/><Relationship Id="rIdT4ClickFrame40" Type="http://schemas.openxmlformats.org/officeDocument/2006/relationships/image" Target="../media/pam_r2_b77b9f93d3af0c71_image403.png"/><Relationship Id="rIdT4ClickFrame41" Type="http://schemas.openxmlformats.org/officeDocument/2006/relationships/image" Target="../media/pam_r2_b77b9f93d3af0c71_image403.png"/><Relationship Id="rIdT4ClickFrame42" Type="http://schemas.openxmlformats.org/officeDocument/2006/relationships/image" Target="../media/pam_r2_11cb5a80a5123271_t4_click_11cb5a80a51232713f5ed0ade0b915840e173092aa90da0f54d54f16e3d9b6ce.png"/><Relationship Id="rIdT4ClickFrame43" Type="http://schemas.openxmlformats.org/officeDocument/2006/relationships/image" Target="../media/pam_r2_2183725641e4d6a5_t4_click_2183725641e4d6a5e09a5310ff123f5d9af8ac96bbbffe25cef8f3cc66292f9c.png"/><Relationship Id="rIdT4ClickFrame44" Type="http://schemas.openxmlformats.org/officeDocument/2006/relationships/image" Target="../media/pam_r2_f30da20e438818ee_t4_click_f30da20e438818eeb251338cff676b89e8c515ab37918bd4ff02c87954866133.png"/><Relationship Id="rIdT4ClickFrame45" Type="http://schemas.openxmlformats.org/officeDocument/2006/relationships/image" Target="../media/pam_r2_f6a3f8a01666aa66_t4_click_f6a3f8a01666aa6658eff5a601c371f249689752d52b6ecdbf4252ab7e5cb115.png"/><Relationship Id="rIdT4ClickFrame46" Type="http://schemas.openxmlformats.org/officeDocument/2006/relationships/image" Target="../media/pam_r2_0fd084d73b9465ed_t4_click_0fd084d73b9465edee229604e097cbe68d27b6cdeaa491500969be4f0880f495.png"/><Relationship Id="rIdT4ClickFrame47" Type="http://schemas.openxmlformats.org/officeDocument/2006/relationships/image" Target="../media/pam_r2_549035fe7bde6997_t4_click_549035fe7bde6997e3ac5ddd5afa230a24c131592add987fff1ab4d6e4117163.png"/><Relationship Id="rIdT4ClickFrame48" Type="http://schemas.openxmlformats.org/officeDocument/2006/relationships/image" Target="../media/pam_r2_be9edca918500a4d_t4_click_be9edca918500a4d278768081b8e2dc1fce9d283f096bb1f5b008c3652503f0f.png"/><Relationship Id="rIdT4ClickFrame49" Type="http://schemas.openxmlformats.org/officeDocument/2006/relationships/image" Target="../media/pam_r2_694988b5c1baa71a_t4_click_694988b5c1baa71a6adc1ff63fbe8ea9fb5bf7ce9e830e9ba3a9d76c440c9417.png"/><Relationship Id="rIdT4ClickFrame50" Type="http://schemas.openxmlformats.org/officeDocument/2006/relationships/image" Target="../media/pam_r2_107c41eca6bd2aa1_t4_click_107c41eca6bd2aa1d67b3e05c5fc9df49c8fbe5f4fe875a1207a673abdd1cd41.png"/><Relationship Id="rIdT4ClickFrame51" Type="http://schemas.openxmlformats.org/officeDocument/2006/relationships/image" Target="../media/pam_r2_b0a31b2e269e6207_t4_click_b0a31b2e269e620704b7924fae09b728488c60a527051b71ed7c30a06d8f953b.png"/><Relationship Id="rIdT4ClickFrame52" Type="http://schemas.openxmlformats.org/officeDocument/2006/relationships/image" Target="../media/pam_r2_bd04fb626b574683_t4_click_bd04fb626b5746832548baeb9705ec5409416779e53fc7db0d653c5f25866bc4.png"/><Relationship Id="rIdT4ClickFrame53" Type="http://schemas.openxmlformats.org/officeDocument/2006/relationships/image" Target="../media/pam_r2_62f4c09b4fa300fe_t4_click_62f4c09b4fa300fe78b070ec669632f7887cc1627d8ba665a02711eccee07190.png"/><Relationship Id="rIdT4ClickFrame54" Type="http://schemas.openxmlformats.org/officeDocument/2006/relationships/image" Target="../media/pam_r2_ba9ad844ee954e23_t4_click_ba9ad844ee954e2344a00579e5b632de79584a397f1c641a13615f4211d21704.png"/><Relationship Id="rIdT4ClickFrame55" Type="http://schemas.openxmlformats.org/officeDocument/2006/relationships/image" Target="../media/pam_r2_c3cf1ecfba586a2d_t4_click_c3cf1ecfba586a2d74d3d70710e5ffb034a9468dcbfc99d215ef6e1a9ad16267.png"/><Relationship Id="rIdT4ClickFrame56" Type="http://schemas.openxmlformats.org/officeDocument/2006/relationships/image" Target="../media/pam_r2_0182260e8bb17ac2_t4_click_0182260e8bb17ac22f09678872a5edb9e95b22cb682257a951e89a41a8107397.png"/><Relationship Id="rIdT4ClickFrame57" Type="http://schemas.openxmlformats.org/officeDocument/2006/relationships/image" Target="../media/pam_r2_4a31c263029289ef_image411.png"/></Relationships>
</file>

<file path=ppt/slides/_rels/signal_zoom_r4_49.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75ec1b5011c24b44"/><Relationship Type="http://schemas.openxmlformats.org/officeDocument/2006/relationships/image" Target="../media/pam_r2_4a31c263029289ef_image411.png" Id="R6777051794aa4c9a"/><Relationship Type="http://schemas.openxmlformats.org/officeDocument/2006/relationships/image" Target="../media/pam_r2_4aa0f9cd8a73c7a5_image377.png" Id="Rdca77c1a79684481"/><Relationship Type="http://schemas.openxmlformats.org/officeDocument/2006/relationships/image" Target="../media/pam_r2_9ee2643372644484_image378.png" Id="R55412cd7011143e4"/><Relationship Type="http://schemas.openxmlformats.org/officeDocument/2006/relationships/image" Target="../media/image5.png" Id="R39c8dce72ccc4d3e"/><Relationship Type="http://schemas.openxmlformats.org/officeDocument/2006/relationships/image" Target="../media/image11.png" Id="R19456ef914eb41e1"/><Relationship Type="http://schemas.openxmlformats.org/officeDocument/2006/relationships/image" Target="../media/pam_r2_7e7c67d3b2048d1d_image367.png" Id="Rcb9fcbf1ceb64d60"/><Relationship Type="http://schemas.openxmlformats.org/officeDocument/2006/relationships/image" Target="../media/pam_r2_d4e0081f42495c82_image185.png" Id="Re8d6383579df43fa"/><Relationship Type="http://schemas.openxmlformats.org/officeDocument/2006/relationships/image" Target="../media/pam_r2_4c37fdf0b7fe1677_image418.png" Id="R09719d4b72464df9"/><Relationship Type="http://schemas.openxmlformats.org/officeDocument/2006/relationships/image" Target="../media/image41.png" Id="R72d5f91125164272"/><Relationship Type="http://schemas.openxmlformats.org/officeDocument/2006/relationships/image" Target="../media/pam_r2_82acf2a8502248f1_image187.png" Id="R747ad4a4688148fe"/><Relationship Type="http://schemas.openxmlformats.org/officeDocument/2006/relationships/image" Target="../media/pam_r2_d4e0081f42495c82_image185.png" Id="R5934c157cca64f81"/><Relationship Type="http://schemas.openxmlformats.org/officeDocument/2006/relationships/image" Target="../media/image41.png" Id="R72d13ffd0d114cc0"/><Relationship Type="http://schemas.openxmlformats.org/officeDocument/2006/relationships/notesSlide" Target="../notesSlides/pam_r2_7d06cdad7ea24924_notesSlide49.xml" Id="R89c89c6990a543fe"/><Relationship Id="rIdMathSvg0" Type="http://schemas.openxmlformats.org/officeDocument/2006/relationships/image" Target="../media/pam_r2_d3e8f75c8ce97537_t4_d3e8f75c8ce975376ee60a56.svg"/><Relationship Id="rIdMathSvg1" Type="http://schemas.openxmlformats.org/officeDocument/2006/relationships/image" Target="../media/pam_r2_e19f416ebac7b7dd_t4_e19f416ebac7b7dd4205b7a8.svg"/><Relationship Id="rIdMathSvg2" Type="http://schemas.openxmlformats.org/officeDocument/2006/relationships/image" Target="../media/pam_r2_35b60c5893655639_t4_35b60c5893655639a9dcbd7d.svg"/><Relationship Id="rIdMathSvg3" Type="http://schemas.openxmlformats.org/officeDocument/2006/relationships/image" Target="../media/pam_r2_35aefc56d7947932_t4_35aefc56d7947932cafcabda.svg"/><Relationship Id="rIdMathSvg4" Type="http://schemas.openxmlformats.org/officeDocument/2006/relationships/image" Target="../media/pam_r2_019e21f246f2b8c4_t4_019e21f246f2b8c4bd164279.svg"/><Relationship Id="rIdMathSvg5" Type="http://schemas.openxmlformats.org/officeDocument/2006/relationships/image" Target="../media/pam_r2_61a1884ad4955fa0_t4_61a1884ad4955fa0ff850104.svg"/><Relationship Id="rIdMathSvg6" Type="http://schemas.openxmlformats.org/officeDocument/2006/relationships/image" Target="../media/pam_r2_3371c50b120e0d15_t4_3371c50b120e0d152654bf81.svg"/><Relationship Id="rIdMathSvg7" Type="http://schemas.openxmlformats.org/officeDocument/2006/relationships/image" Target="../media/pam_r2_35aefc56d7947932_t4_35aefc56d7947932cafcabda.svg"/><Relationship Id="rIdMathSvg8" Type="http://schemas.openxmlformats.org/officeDocument/2006/relationships/image" Target="../media/pam_r2_61a1884ad4955fa0_t4_61a1884ad4955fa0ff850104.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6.xml"/><Relationship Id="rIdNav3" Type="http://schemas.openxmlformats.org/officeDocument/2006/relationships/slide" Target="signal_zoom_r4_47.xml"/><Relationship Id="rIdNav4" Type="http://schemas.openxmlformats.org/officeDocument/2006/relationships/slide" Target="signal_zoom_r4_48.xml"/><Relationship Id="rIdNav5" Type="http://schemas.openxmlformats.org/officeDocument/2006/relationships/slide" Target="signal_zoom_r4_49.xml"/><Relationship Id="rIdNav6" Type="http://schemas.openxmlformats.org/officeDocument/2006/relationships/slide" Target="signal_zoom_r4_47.xml"/><Relationship Id="rIdNav7" Type="http://schemas.openxmlformats.org/officeDocument/2006/relationships/slide" Target="signal_zoom_r4_48.xml"/><Relationship Id="rIdNav8" Type="http://schemas.openxmlformats.org/officeDocument/2006/relationships/slide" Target="signal_zoom_r4_49.xml"/><Relationship Id="rIdT4ClickFrame1" Type="http://schemas.openxmlformats.org/officeDocument/2006/relationships/image" Target="../media/pam_r2_4a31c263029289ef_image411.png"/><Relationship Id="rIdT4ClickFrame2" Type="http://schemas.openxmlformats.org/officeDocument/2006/relationships/image" Target="../media/pam_r2_2b8b86637e456d76_t4_click_2b8b86637e456d76532f6a319cc91389cf613ede46e93f0a652a355b5a0d3527.png"/><Relationship Id="rIdT4ClickFrame3" Type="http://schemas.openxmlformats.org/officeDocument/2006/relationships/image" Target="../media/pam_r2_a19f03c46c1d3bdd_t4_click_a19f03c46c1d3bdd1bf98cc8d09da245ff719360bf1263ab92a8d2e43c6fa7fd.png"/><Relationship Id="rIdT4ClickFrame4" Type="http://schemas.openxmlformats.org/officeDocument/2006/relationships/image" Target="../media/pam_r2_c0e870b19faf24ec_t4_click_c0e870b19faf24ecd20f0c446b6459de4e03125c788b610db35a645dc0cb3d18.png"/><Relationship Id="rIdT4ClickFrame5" Type="http://schemas.openxmlformats.org/officeDocument/2006/relationships/image" Target="../media/pam_r2_1008a71672190da6_t4_click_1008a71672190da6e87106ea1b1bf9083cc2887863867abc499d1174171b3987.png"/><Relationship Id="rIdT4ClickFrame6" Type="http://schemas.openxmlformats.org/officeDocument/2006/relationships/image" Target="../media/pam_r2_007dc16234a71d3e_t4_click_007dc16234a71d3e8bf2f880faff86fda3ffcf6b9c745fb24670d593535b7dc7.png"/><Relationship Id="rIdT4ClickFrame7" Type="http://schemas.openxmlformats.org/officeDocument/2006/relationships/image" Target="../media/pam_r2_bd0b1c9be31b7ce1_t4_click_bd0b1c9be31b7ce15c857e7311f6ef1e0f60328ccdafb94f81388f1a1059b8e9.png"/><Relationship Id="rIdT4ClickFrame8" Type="http://schemas.openxmlformats.org/officeDocument/2006/relationships/image" Target="../media/pam_r2_6f847e858569dd32_t4_click_6f847e858569dd320cab4b02e38d370488959edb6d11b39ff30020f4f41671a6.png"/><Relationship Id="rIdT4ClickFrame9" Type="http://schemas.openxmlformats.org/officeDocument/2006/relationships/image" Target="../media/pam_r2_505b87511d17a2c4_t4_click_505b87511d17a2c4d994533ec844bdd235264ee049dd18f168a97cbdc309fd73.png"/><Relationship Id="rIdT4ClickFrame10" Type="http://schemas.openxmlformats.org/officeDocument/2006/relationships/image" Target="../media/pam_r2_6adf1525268baad6_t4_click_6adf1525268baad67ebe54b04ed49ff6905c1a055428e2e13223e887b47aa03d.png"/><Relationship Id="rIdT4ClickFrame11" Type="http://schemas.openxmlformats.org/officeDocument/2006/relationships/image" Target="../media/pam_r2_d806971fc9f29a5d_t4_click_d806971fc9f29a5d5b547e92c1bebc42746e4f80cc4fc155530f95e155559d1f.png"/><Relationship Id="rIdT4ClickFrame12" Type="http://schemas.openxmlformats.org/officeDocument/2006/relationships/image" Target="../media/pam_r2_45360dd0905b290e_t4_click_45360dd0905b290ea5bf1d1baad173b295d75d4ffb802a2c8533307092a94e25.png"/><Relationship Id="rIdT4ClickFrame13" Type="http://schemas.openxmlformats.org/officeDocument/2006/relationships/image" Target="../media/pam_r2_f93f92cda24de0db_t4_click_f93f92cda24de0db87df96ffbb9f519407093595169abb3254613fc377d4fe59.png"/><Relationship Id="rIdT4ClickFrame14" Type="http://schemas.openxmlformats.org/officeDocument/2006/relationships/image" Target="../media/pam_r2_40ed6e2c80e13a94_t4_click_40ed6e2c80e13a947b638afd60a8fbdb6da91fad5b78d11c2939640adf9715dc.png"/><Relationship Id="rIdT4ClickFrame15" Type="http://schemas.openxmlformats.org/officeDocument/2006/relationships/image" Target="../media/pam_r2_6c8a58142e8c0ae8_t4_click_6c8a58142e8c0ae87a20e9e4f24804e918aa542a44c8a351e3cbf82590fa2c29.png"/><Relationship Id="rIdT4ClickFrame16" Type="http://schemas.openxmlformats.org/officeDocument/2006/relationships/image" Target="../media/pam_r2_ec58f3250580004b_t4_click_ec58f3250580004bd7bbeafa97245a555dc5d20e55a8ace4ec4732df07997d2c.png"/><Relationship Id="rIdT4ClickFrame17" Type="http://schemas.openxmlformats.org/officeDocument/2006/relationships/image" Target="../media/pam_r2_9ee2643372644484_image378.png"/><Relationship Id="rIdT4ClickFrame18" Type="http://schemas.openxmlformats.org/officeDocument/2006/relationships/image" Target="../media/pam_r2_4aa0f9cd8a73c7a5_image377.png"/><Relationship Id="rIdT4ClickFrame19" Type="http://schemas.openxmlformats.org/officeDocument/2006/relationships/image" Target="../media/pam_r2_ff864abdb250b01d_t4_click_ff864abdb250b01d8cc727d71364384197523db088356a095fb6fb3849f38e74.png"/><Relationship Id="rIdT4ClickFrame20" Type="http://schemas.openxmlformats.org/officeDocument/2006/relationships/image" Target="../media/pam_r2_98aa5f915a892f70_t4_click_98aa5f915a892f704a138e41fc993dcd03a5bcd41ff9cde85d00e60cae555bb1.png"/><Relationship Id="rIdT4ClickFrame21" Type="http://schemas.openxmlformats.org/officeDocument/2006/relationships/image" Target="../media/pam_r2_86ed81bbe230f21d_t4_click_86ed81bbe230f21d4aeb442b6a01c56e409f7995152cbc1d0b91576f0e5f2b35.png"/><Relationship Id="rIdT4ClickFrame22" Type="http://schemas.openxmlformats.org/officeDocument/2006/relationships/image" Target="../media/pam_r2_f7767c8f88b221ae_t4_click_f7767c8f88b221ae04684049ebcb4eb02f2fb371a0e07e436d4e1bcea9713ed6.png"/><Relationship Id="rIdT4ClickFrame23" Type="http://schemas.openxmlformats.org/officeDocument/2006/relationships/image" Target="../media/pam_r2_93728c660844f4b1_t4_click_93728c660844f4b1606cb12bce3e7ef8bd3de7a4a66dfda26df6ad8c6bd72190.png"/><Relationship Id="rIdT4ClickFrame24" Type="http://schemas.openxmlformats.org/officeDocument/2006/relationships/image" Target="../media/pam_r2_325b2e8849a486ee_t4_click_325b2e8849a486ee41f3938a3099a1ebb9a2838ed3026ce8710f4e13dbf35f35.png"/><Relationship Id="rIdT4ClickFrame25" Type="http://schemas.openxmlformats.org/officeDocument/2006/relationships/image" Target="../media/pam_r2_39557886c26514ff_t4_click_39557886c26514ff5c433f9947cbeee83f2f4d1ad9ea5dbabe9a76b6d5eef96d.png"/><Relationship Id="rIdT4ClickFrame26" Type="http://schemas.openxmlformats.org/officeDocument/2006/relationships/image" Target="../media/pam_r2_23bd8a95b080fd22_t4_click_23bd8a95b080fd22ddf42544921f2ef1b06c93ac92a61b97918ce84037588529.png"/><Relationship Id="rIdT4ClickFrame27" Type="http://schemas.openxmlformats.org/officeDocument/2006/relationships/image" Target="../media/pam_r2_d5f18ac68e3beb2c_t4_click_d5f18ac68e3beb2c1bd3c49643bdb3c479169058574a07588f5d10c2902f8ddb.png"/><Relationship Id="rIdT4ClickFrame28" Type="http://schemas.openxmlformats.org/officeDocument/2006/relationships/image" Target="../media/pam_r2_82c6b1fd51e1b8ed_t4_click_82c6b1fd51e1b8ed30fc2429292bce9caa1af5a2e20468c77f438d26650c7407.png"/><Relationship Id="rIdT4ClickFrame29" Type="http://schemas.openxmlformats.org/officeDocument/2006/relationships/image" Target="../media/pam_r2_37cdae07077ee0bd_t4_click_37cdae07077ee0bd8b8fb337b06625b6e76c73efda55d1f7dbe6ac587a30ae25.png"/><Relationship Id="rIdT4ClickFrame30" Type="http://schemas.openxmlformats.org/officeDocument/2006/relationships/image" Target="../media/pam_r2_c62651804e0b6ae5_t4_click_c62651804e0b6ae5504afaa85a3522824798811598034b2984bf5bc3d695609e.png"/><Relationship Id="rIdT4ClickFrame31" Type="http://schemas.openxmlformats.org/officeDocument/2006/relationships/image" Target="../media/pam_r2_f3de9a0ac62fcbc8_t4_click_f3de9a0ac62fcbc8d43a4828a83a2ea93bb32d8304e2e8c86bf1ba1530ffae70.png"/><Relationship Id="rIdT4ClickFrame32" Type="http://schemas.openxmlformats.org/officeDocument/2006/relationships/image" Target="../media/pam_r2_1a7c45e4d2fca065_t4_click_1a7c45e4d2fca065c6a151986e910eebef65b517e6b05a526a3fe965444adfc6.png"/><Relationship Id="rIdT4ClickFrame33" Type="http://schemas.openxmlformats.org/officeDocument/2006/relationships/image" Target="../media/pam_r2_ff42c74d03d37e0a_t4_click_ff42c74d03d37e0a520a417888f0c4ddf3d7a8a241f7867acbaf98faf5c71be1.png"/><Relationship Id="rIdT4ClickFrame34" Type="http://schemas.openxmlformats.org/officeDocument/2006/relationships/image" Target="../media/pam_r2_ddf71337e39b0255_t4_click_ddf71337e39b0255bfb65feb40aa085d79ae70aab2c37afde250602685fce41e.png"/><Relationship Id="rIdT4ClickFrame35" Type="http://schemas.openxmlformats.org/officeDocument/2006/relationships/image" Target="../media/pam_r2_eba8dadfc5e12231_t4_click_eba8dadfc5e12231ce947f51fe86d150c475e8995926f681d08d8b9a5e61ddcc.png"/><Relationship Id="rIdT4ClickFrame36" Type="http://schemas.openxmlformats.org/officeDocument/2006/relationships/image" Target="../media/pam_r2_768befa9f8ebf820_t4_click_768befa9f8ebf8200f53738c450d2e16b11dc592d8dc83b81df013e54591e2fb.png"/><Relationship Id="rIdT4ClickFrame37" Type="http://schemas.openxmlformats.org/officeDocument/2006/relationships/image" Target="../media/pam_r2_812c547684b0a073_t4_click_812c547684b0a073f62f0adeac78c1ff8a6bf3538d99680b5a334b6fc555c42f.png"/><Relationship Id="rIdT4ClickFrame38" Type="http://schemas.openxmlformats.org/officeDocument/2006/relationships/image" Target="../media/pam_r2_844a859ada8b0f1c_t4_click_844a859ada8b0f1cb6211e8589e693dd2b5842b3fb5227b0618469dab12f8eb7.png"/><Relationship Id="rIdT4ClickFrame39" Type="http://schemas.openxmlformats.org/officeDocument/2006/relationships/image" Target="../media/pam_r2_0436d56aa897a637_t4_click_0436d56aa897a63737777646917340f964c724f521b599bbe0db1cf183874411.png"/><Relationship Id="rIdT4ClickFrame40" Type="http://schemas.openxmlformats.org/officeDocument/2006/relationships/image" Target="../media/pam_r2_ba45043c062e0f08_t4_click_ba45043c062e0f082223adee8a0781e772f12e815aab33d44ce6f9f8c31847fc.png"/><Relationship Id="rIdT4ClickFrame41" Type="http://schemas.openxmlformats.org/officeDocument/2006/relationships/image" Target="../media/pam_r2_c4f99f49a8222f8a_t4_click_c4f99f49a8222f8af271145e859332ecb3256032356bb267353a51a173eccc38.png"/><Relationship Id="rIdT4ClickFrame42" Type="http://schemas.openxmlformats.org/officeDocument/2006/relationships/image" Target="../media/pam_r2_dc7137a990f6851e_t4_click_dc7137a990f6851ee5424a1c5d7f65f65756aed7cf6e64fdc6ec34499c2bdba3.png"/><Relationship Id="rIdT4ClickFrame43" Type="http://schemas.openxmlformats.org/officeDocument/2006/relationships/image" Target="../media/pam_r2_7c0bb22de43baaae_t4_click_7c0bb22de43baaaea59fde00211b21a1ceb4e387bce292099426c796a8217847.png"/><Relationship Id="rIdT4ClickFrame44" Type="http://schemas.openxmlformats.org/officeDocument/2006/relationships/image" Target="../media/pam_r2_f46d7f2b4588b622_t4_click_f46d7f2b4588b62254783e18313204b83fdf13bfcac14468880e1ba209a09726.png"/><Relationship Id="rIdT4ClickFrame45" Type="http://schemas.openxmlformats.org/officeDocument/2006/relationships/image" Target="../media/pam_r2_f22fdc087e3a23e2_t4_click_f22fdc087e3a23e2f3e49086effceb35a3a7597bbc8a813d174e44ad1e72c018.png"/><Relationship Id="rIdT4ClickFrame46" Type="http://schemas.openxmlformats.org/officeDocument/2006/relationships/image" Target="../media/pam_r2_cb5448da16c0f5cc_t4_click_cb5448da16c0f5ccba911f834df9224069ff00553ead3bf777ff4fc7d45a4e34.png"/><Relationship Id="rIdT4ClickFrame47" Type="http://schemas.openxmlformats.org/officeDocument/2006/relationships/image" Target="../media/pam_r2_1e83623681a06330_t4_click_1e83623681a06330bc128f5f410583e33d6c11a7acc856e4a15679bf261e1e4c.png"/><Relationship Id="rIdT4ClickFrame48" Type="http://schemas.openxmlformats.org/officeDocument/2006/relationships/image" Target="../media/pam_r2_e74610c389d59a0c_t4_click_e74610c389d59a0c84dca100318cbd50961a685174f63bdf0dc1bd5de251d843.png"/><Relationship Id="rIdT4ClickFrame49" Type="http://schemas.openxmlformats.org/officeDocument/2006/relationships/image" Target="../media/pam_r2_d74d503185995ac4_t4_click_d74d503185995ac43310dbb155a84b77ab9b013105b6a9d3e1785ce2ada4c5ca.png"/><Relationship Id="rIdT4ClickFrame50" Type="http://schemas.openxmlformats.org/officeDocument/2006/relationships/image" Target="../media/pam_r2_1cc81825739b8a4c_t4_click_1cc81825739b8a4c1ac76a2736fa2c21d73550d196d745daed232f1406dc1d08.png"/><Relationship Id="rIdT4ClickFrame51" Type="http://schemas.openxmlformats.org/officeDocument/2006/relationships/image" Target="../media/pam_r2_3dccbf1e0d6bd730_t4_click_3dccbf1e0d6bd730911006b224cd7258c6e194dfdcd2587c964aeeddd84ddcac.png"/><Relationship Id="rIdT4ClickFrame52" Type="http://schemas.openxmlformats.org/officeDocument/2006/relationships/image" Target="../media/pam_r2_b1534fa59e8eb3d1_t4_click_b1534fa59e8eb3d1a41409114091230392a45bd5fb319e30fcba331e7e625d01.png"/><Relationship Id="rIdT4ClickFrame53" Type="http://schemas.openxmlformats.org/officeDocument/2006/relationships/image" Target="../media/pam_r2_bc89c91da2c72b8e_t4_click_bc89c91da2c72b8e28373b4d132b36a81a931896418529f9d40ea29f102310aa.png"/><Relationship Id="rIdT4ClickFrame54" Type="http://schemas.openxmlformats.org/officeDocument/2006/relationships/image" Target="../media/pam_r2_6a4d0215605335f4_t4_click_6a4d0215605335f4cc160989eb3085e1da98ee64da3f72374702fb0ea667e6eb.png"/><Relationship Id="rIdT4ClickFrame55" Type="http://schemas.openxmlformats.org/officeDocument/2006/relationships/image" Target="../media/pam_r2_9ee2643372644484_image378.png"/><Relationship Id="rIdT4ClickFrame56" Type="http://schemas.openxmlformats.org/officeDocument/2006/relationships/image" Target="../media/pam_r2_ec58f3250580004b_t4_click_ec58f3250580004bd7bbeafa97245a555dc5d20e55a8ace4ec4732df07997d2c.png"/><Relationship Id="rIdT4ClickFrame57" Type="http://schemas.openxmlformats.org/officeDocument/2006/relationships/image" Target="../media/pam_r2_6c8a58142e8c0ae8_t4_click_6c8a58142e8c0ae87a20e9e4f24804e918aa542a44c8a351e3cbf82590fa2c29.png"/><Relationship Id="rIdT4ClickFrame58" Type="http://schemas.openxmlformats.org/officeDocument/2006/relationships/image" Target="../media/pam_r2_40ed6e2c80e13a94_t4_click_40ed6e2c80e13a947b638afd60a8fbdb6da91fad5b78d11c2939640adf9715dc.png"/><Relationship Id="rIdT4ClickFrame59" Type="http://schemas.openxmlformats.org/officeDocument/2006/relationships/image" Target="../media/pam_r2_f93f92cda24de0db_t4_click_f93f92cda24de0db87df96ffbb9f519407093595169abb3254613fc377d4fe59.png"/><Relationship Id="rIdT4ClickFrame60" Type="http://schemas.openxmlformats.org/officeDocument/2006/relationships/image" Target="../media/pam_r2_45360dd0905b290e_t4_click_45360dd0905b290ea5bf1d1baad173b295d75d4ffb802a2c8533307092a94e25.png"/><Relationship Id="rIdT4ClickFrame61" Type="http://schemas.openxmlformats.org/officeDocument/2006/relationships/image" Target="../media/pam_r2_d806971fc9f29a5d_t4_click_d806971fc9f29a5d5b547e92c1bebc42746e4f80cc4fc155530f95e155559d1f.png"/><Relationship Id="rIdT4ClickFrame62" Type="http://schemas.openxmlformats.org/officeDocument/2006/relationships/image" Target="../media/pam_r2_6adf1525268baad6_t4_click_6adf1525268baad67ebe54b04ed49ff6905c1a055428e2e13223e887b47aa03d.png"/><Relationship Id="rIdT4ClickFrame63" Type="http://schemas.openxmlformats.org/officeDocument/2006/relationships/image" Target="../media/pam_r2_505b87511d17a2c4_t4_click_505b87511d17a2c4d994533ec844bdd235264ee049dd18f168a97cbdc309fd73.png"/><Relationship Id="rIdT4ClickFrame64" Type="http://schemas.openxmlformats.org/officeDocument/2006/relationships/image" Target="../media/pam_r2_6f847e858569dd32_t4_click_6f847e858569dd320cab4b02e38d370488959edb6d11b39ff30020f4f41671a6.png"/><Relationship Id="rIdT4ClickFrame65" Type="http://schemas.openxmlformats.org/officeDocument/2006/relationships/image" Target="../media/pam_r2_bd0b1c9be31b7ce1_t4_click_bd0b1c9be31b7ce15c857e7311f6ef1e0f60328ccdafb94f81388f1a1059b8e9.png"/><Relationship Id="rIdT4ClickFrame66" Type="http://schemas.openxmlformats.org/officeDocument/2006/relationships/image" Target="../media/pam_r2_007dc16234a71d3e_t4_click_007dc16234a71d3e8bf2f880faff86fda3ffcf6b9c745fb24670d593535b7dc7.png"/><Relationship Id="rIdT4ClickFrame67" Type="http://schemas.openxmlformats.org/officeDocument/2006/relationships/image" Target="../media/pam_r2_1008a71672190da6_t4_click_1008a71672190da6e87106ea1b1bf9083cc2887863867abc499d1174171b3987.png"/><Relationship Id="rIdT4ClickFrame68" Type="http://schemas.openxmlformats.org/officeDocument/2006/relationships/image" Target="../media/pam_r2_c0e870b19faf24ec_t4_click_c0e870b19faf24ecd20f0c446b6459de4e03125c788b610db35a645dc0cb3d18.png"/><Relationship Id="rIdT4ClickFrame69" Type="http://schemas.openxmlformats.org/officeDocument/2006/relationships/image" Target="../media/pam_r2_a19f03c46c1d3bdd_t4_click_a19f03c46c1d3bdd1bf98cc8d09da245ff719360bf1263ab92a8d2e43c6fa7fd.png"/><Relationship Id="rIdT4ClickFrame70" Type="http://schemas.openxmlformats.org/officeDocument/2006/relationships/image" Target="../media/pam_r2_2b8b86637e456d76_t4_click_2b8b86637e456d76532f6a319cc91389cf613ede46e93f0a652a355b5a0d3527.png"/><Relationship Id="rIdT4ClickFrame71" Type="http://schemas.openxmlformats.org/officeDocument/2006/relationships/image" Target="../media/pam_r2_4a31c263029289ef_image411.png"/></Relationships>
</file>

<file path=ppt/slides/_rels/signal_zoom_r4_5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d380cc00351454d"/><Relationship Type="http://schemas.openxmlformats.org/officeDocument/2006/relationships/image" Target="../media/pam_r2_4ff970a6ed1b8f5e_image446.png" Id="Ra102d60b2aeb4f9d"/><Relationship Type="http://schemas.openxmlformats.org/officeDocument/2006/relationships/image" Target="../media/pam_r2_32a3e58101966491_image391.png" Id="R4b0729006ce14f29"/><Relationship Type="http://schemas.openxmlformats.org/officeDocument/2006/relationships/image" Target="../media/pam_r2_3e88e2cfe86985a6_image392.png" Id="Ra7d8ae8864344d62"/><Relationship Type="http://schemas.openxmlformats.org/officeDocument/2006/relationships/image" Target="../media/image6.png" Id="Rcf5814b35e304492"/><Relationship Type="http://schemas.openxmlformats.org/officeDocument/2006/relationships/image" Target="../media/image11.png" Id="Refba37779fdf4f04"/><Relationship Type="http://schemas.openxmlformats.org/officeDocument/2006/relationships/image" Target="../media/pam_r2_a3f98f6fe2803d0e_image395.png" Id="R4e25327fb9194b18"/><Relationship Type="http://schemas.openxmlformats.org/officeDocument/2006/relationships/image" Target="../media/pam_r2_e3050f8f2a2fa46d_image434.png" Id="Rf074f5af12104e2c"/><Relationship Type="http://schemas.openxmlformats.org/officeDocument/2006/relationships/image" Target="../media/pam_r2_8119f8f9a2477950_image435.png" Id="R2678e66835b54520"/><Relationship Type="http://schemas.openxmlformats.org/officeDocument/2006/relationships/notesSlide" Target="../notesSlides/pam_r2_0ca75f11920872ed_notesSlide51.xml" Id="Rb379001bbbb14336"/><Relationship Id="rIdMathSvg0" Type="http://schemas.openxmlformats.org/officeDocument/2006/relationships/image" Target="../media/pam_r2_3210b7627a2a4680_t4_3210b7627a2a4680ed042d2a.svg"/><Relationship Id="rIdMathSvg1" Type="http://schemas.openxmlformats.org/officeDocument/2006/relationships/image" Target="../media/pam_r2_e19f416ebac7b7dd_t4_e19f416ebac7b7dd4205b7a8.svg"/><Relationship Id="rIdMathSvg2" Type="http://schemas.openxmlformats.org/officeDocument/2006/relationships/image" Target="../media/pam_r2_4e379cc223cd6821_t4_4e379cc223cd68214a1c2da1.svg"/><Relationship Id="rIdMathSvg3" Type="http://schemas.openxmlformats.org/officeDocument/2006/relationships/image" Target="../media/pam_r2_dfa95355e0553547_t4_dfa95355e05535473520677c.svg"/><Relationship Id="rIdMathSvg4" Type="http://schemas.openxmlformats.org/officeDocument/2006/relationships/image" Target="../media/pam_r2_47ca55c87cace5fa_t4_47ca55c87cace5fa84ae5c83.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7.xml"/><Relationship Id="rIdNav3" Type="http://schemas.openxmlformats.org/officeDocument/2006/relationships/slide" Target="signal_zoom_r4_51.xml"/><Relationship Id="rIdNav4" Type="http://schemas.openxmlformats.org/officeDocument/2006/relationships/slide" Target="signal_zoom_r4_52.xml"/><Relationship Id="rIdNav5" Type="http://schemas.openxmlformats.org/officeDocument/2006/relationships/slide" Target="signal_zoom_r4_53.xml"/><Relationship Id="rIdNav6" Type="http://schemas.openxmlformats.org/officeDocument/2006/relationships/slide" Target="signal_zoom_r4_51.xml"/><Relationship Id="rIdNav7" Type="http://schemas.openxmlformats.org/officeDocument/2006/relationships/slide" Target="signal_zoom_r4_52.xml"/><Relationship Id="rIdNav8" Type="http://schemas.openxmlformats.org/officeDocument/2006/relationships/slide" Target="signal_zoom_r4_53.xml"/><Relationship Id="rIdT4ClickFrame1" Type="http://schemas.openxmlformats.org/officeDocument/2006/relationships/image" Target="../media/pam_r2_4ff970a6ed1b8f5e_image446.png"/><Relationship Id="rIdT4ClickFrame2" Type="http://schemas.openxmlformats.org/officeDocument/2006/relationships/image" Target="../media/pam_r2_5dde16b8f16a6dbd_t4_click_5dde16b8f16a6dbdfc8836f55021f5512b6f9fdceee32a641bf88a95c53273f5.png"/><Relationship Id="rIdT4ClickFrame3" Type="http://schemas.openxmlformats.org/officeDocument/2006/relationships/image" Target="../media/pam_r2_df9b3c1c725ade52_t4_click_df9b3c1c725ade52dfbd7df4195ab8d08d79a929967c42ca94db8c6ea3f5503c.png"/><Relationship Id="rIdT4ClickFrame4" Type="http://schemas.openxmlformats.org/officeDocument/2006/relationships/image" Target="../media/pam_r2_ec91c19aa4da9214_t4_click_ec91c19aa4da9214e0365bc24019a0dc538cf9f0bd6aa27926220b85d4f0c42e.png"/><Relationship Id="rIdT4ClickFrame5" Type="http://schemas.openxmlformats.org/officeDocument/2006/relationships/image" Target="../media/pam_r2_c8a1d07610099371_t4_click_c8a1d0761009937141b00ff39c7975ccba67756b4a0935901aaeb190749425ff.png"/><Relationship Id="rIdT4ClickFrame6" Type="http://schemas.openxmlformats.org/officeDocument/2006/relationships/image" Target="../media/pam_r2_fece6b9fa02052fa_t4_click_fece6b9fa02052faba61693a9611e0209a891c8e3ea14f68af7a7625af6dfc5a.png"/><Relationship Id="rIdT4ClickFrame7" Type="http://schemas.openxmlformats.org/officeDocument/2006/relationships/image" Target="../media/pam_r2_6b74e95660111337_t4_click_6b74e95660111337b1f5d93624bf6fc210201e4cc9e2fec20c6b852f4a3a6bbf.png"/><Relationship Id="rIdT4ClickFrame8" Type="http://schemas.openxmlformats.org/officeDocument/2006/relationships/image" Target="../media/pam_r2_f0cb5aeb099e09c7_t4_click_f0cb5aeb099e09c7d7d5b624996e466329ea1ad5068edea4ee24c4b9d02edf24.png"/><Relationship Id="rIdT4ClickFrame9" Type="http://schemas.openxmlformats.org/officeDocument/2006/relationships/image" Target="../media/pam_r2_876ab1e7cf95b125_t4_click_876ab1e7cf95b1250555235869846cc1f375e3fdb985eb0f4ee8268e940922a7.png"/><Relationship Id="rIdT4ClickFrame10" Type="http://schemas.openxmlformats.org/officeDocument/2006/relationships/image" Target="../media/pam_r2_7dd584f9e27c4589_t4_click_7dd584f9e27c45898454520f265efa8a34432fb2f80b90e6425546144a0d2b40.png"/><Relationship Id="rIdT4ClickFrame11" Type="http://schemas.openxmlformats.org/officeDocument/2006/relationships/image" Target="../media/pam_r2_f6cf0d0fe8a35bef_t4_click_f6cf0d0fe8a35bef9884bf228c0e4015ba07b6f79487faad03a2e5ef519b8426.png"/><Relationship Id="rIdT4ClickFrame12" Type="http://schemas.openxmlformats.org/officeDocument/2006/relationships/image" Target="../media/pam_r2_d7d2520bbc825961_t4_click_d7d2520bbc8259611a1c6f4895cdeb82f4c42dc7166e668507b3c261169efb58.png"/><Relationship Id="rIdT4ClickFrame13" Type="http://schemas.openxmlformats.org/officeDocument/2006/relationships/image" Target="../media/pam_r2_9506495ffe478f42_t4_click_9506495ffe478f4287bd83d444e8f91cb3f368c7e6f37e842b345339715166cc.png"/><Relationship Id="rIdT4ClickFrame14" Type="http://schemas.openxmlformats.org/officeDocument/2006/relationships/image" Target="../media/pam_r2_0a43eeec414ce412_t4_click_0a43eeec414ce412445bba1361e5fee58482968ba90c8a74ef3e4e64ac79c34f.png"/><Relationship Id="rIdT4ClickFrame15" Type="http://schemas.openxmlformats.org/officeDocument/2006/relationships/image" Target="../media/pam_r2_fbc68f4754b285ff_t4_click_fbc68f4754b285ff6bf428cd924e3ff877e26a382c4a413ea7899dd1b8a180e2.png"/><Relationship Id="rIdT4ClickFrame16" Type="http://schemas.openxmlformats.org/officeDocument/2006/relationships/image" Target="../media/pam_r2_d3b4445c295f4ce3_t4_click_d3b4445c295f4ce338d940c16390be5a709c16fa23d97b3420ba0a79d3df0332.png"/><Relationship Id="rIdT4ClickFrame17" Type="http://schemas.openxmlformats.org/officeDocument/2006/relationships/image" Target="../media/pam_r2_3e88e2cfe86985a6_image392.png"/><Relationship Id="rIdT4ClickFrame18" Type="http://schemas.openxmlformats.org/officeDocument/2006/relationships/image" Target="../media/pam_r2_32a3e58101966491_image391.png"/><Relationship Id="rIdT4ClickFrame19" Type="http://schemas.openxmlformats.org/officeDocument/2006/relationships/image" Target="../media/pam_r2_67c8a877c727c207_t4_click_67c8a877c727c20777d25cd5ccee49e27e6cbc6da767194a8f3c954735bb6a93.png"/><Relationship Id="rIdT4ClickFrame20" Type="http://schemas.openxmlformats.org/officeDocument/2006/relationships/image" Target="../media/pam_r2_2172a1a7a89b0716_t4_click_2172a1a7a89b07160b057f49625ba41ab7011a32bdb2dbb7513cdf4383f4981d.png"/><Relationship Id="rIdT4ClickFrame21" Type="http://schemas.openxmlformats.org/officeDocument/2006/relationships/image" Target="../media/pam_r2_912e4c2cd659f1c2_t4_click_912e4c2cd659f1c295b30a38929c43e03bd97263b15ba2f86080ed565dc9362f.png"/><Relationship Id="rIdT4ClickFrame22" Type="http://schemas.openxmlformats.org/officeDocument/2006/relationships/image" Target="../media/pam_r2_144fffd49ae58503_t4_click_144fffd49ae58503502a0644bc2f8951fc0dbba3a00bad0f3f69bf2f4c4e90c7.png"/><Relationship Id="rIdT4ClickFrame23" Type="http://schemas.openxmlformats.org/officeDocument/2006/relationships/image" Target="../media/pam_r2_236d60571c307962_t4_click_236d60571c307962ed1c3d94d575afca58ef84189fbee72951ba8b7265408b49.png"/><Relationship Id="rIdT4ClickFrame24" Type="http://schemas.openxmlformats.org/officeDocument/2006/relationships/image" Target="../media/pam_r2_db5b832ee9401878_t4_click_db5b832ee9401878c8e339d8c36df3e8f032f82a22463e3ad148e0c43599f905.png"/><Relationship Id="rIdT4ClickFrame25" Type="http://schemas.openxmlformats.org/officeDocument/2006/relationships/image" Target="../media/pam_r2_dd77113320f94a6d_t4_click_dd77113320f94a6d84775c2be8daf7be9588daf8f274cb63147934bd84fa54ae.png"/><Relationship Id="rIdT4ClickFrame26" Type="http://schemas.openxmlformats.org/officeDocument/2006/relationships/image" Target="../media/pam_r2_7e15613c9887f196_t4_click_7e15613c9887f1968c95961a0a02cf5f2ef6432a36bd05870c90e058dc5bd3ff.png"/><Relationship Id="rIdT4ClickFrame27" Type="http://schemas.openxmlformats.org/officeDocument/2006/relationships/image" Target="../media/pam_r2_cf3028e5b1dd5f6c_t4_click_cf3028e5b1dd5f6c83a934f9a4b7b6e370475620ae9bee2806941061e953f001.png"/><Relationship Id="rIdT4ClickFrame28" Type="http://schemas.openxmlformats.org/officeDocument/2006/relationships/image" Target="../media/pam_r2_a72bd70cbcd4a1d3_t4_click_a72bd70cbcd4a1d3871cfdd57e26e1dce064a733a7564d2178afbc71c3b076e8.png"/><Relationship Id="rIdT4ClickFrame29" Type="http://schemas.openxmlformats.org/officeDocument/2006/relationships/image" Target="../media/pam_r2_a255c02b6ff41c2e_t4_click_a255c02b6ff41c2eb374e98f2aa53eb09c21d0e1198b4a418c8d3f29dcaf6258.png"/><Relationship Id="rIdT4ClickFrame30" Type="http://schemas.openxmlformats.org/officeDocument/2006/relationships/image" Target="../media/pam_r2_ffb37f44bd1ae796_t4_click_ffb37f44bd1ae796b74e680c09e405c0d704cb5d20398a09517be1988d27f6e2.png"/><Relationship Id="rIdT4ClickFrame31" Type="http://schemas.openxmlformats.org/officeDocument/2006/relationships/image" Target="../media/pam_r2_20e9e7c00dfb3c49_t4_click_20e9e7c00dfb3c4993cb093799b6cb3461dd510159c30d24377dd19af55162fb.png"/><Relationship Id="rIdT4ClickFrame32" Type="http://schemas.openxmlformats.org/officeDocument/2006/relationships/image" Target="../media/pam_r2_868c1108e58d6682_t4_click_868c1108e58d668268f0126abe59eb200c2b4734d5044091e6961cbaa2c5980a.png"/><Relationship Id="rIdT4ClickFrame33" Type="http://schemas.openxmlformats.org/officeDocument/2006/relationships/image" Target="../media/pam_r2_aeb2edccbeb1d35f_t4_click_aeb2edccbeb1d35fa4edfc8aa01126adcc5726def58d9e2a5cc66056c67a0e7d.png"/><Relationship Id="rIdT4ClickFrame34" Type="http://schemas.openxmlformats.org/officeDocument/2006/relationships/image" Target="../media/pam_r2_7e1fb738635b8da2_t4_click_7e1fb738635b8da2c3c699bf83d973b16d8f22ab8b8fa06491d400a466394015.png"/><Relationship Id="rIdT4ClickFrame35" Type="http://schemas.openxmlformats.org/officeDocument/2006/relationships/image" Target="../media/pam_r2_1daf05cca5c06c1e_t4_click_1daf05cca5c06c1e6b234c4f80d38b727803a9159113df2fdb75084211ae56a1.png"/><Relationship Id="rIdT4ClickFrame36" Type="http://schemas.openxmlformats.org/officeDocument/2006/relationships/image" Target="../media/pam_r2_05933e49333ba05d_t4_click_05933e49333ba05d1a3de6e692df33bf1592df40f574bd467d796c991ed8d28a.png"/><Relationship Id="rIdT4ClickFrame37" Type="http://schemas.openxmlformats.org/officeDocument/2006/relationships/image" Target="../media/pam_r2_b6c160bd7674ddd2_t4_click_b6c160bd7674ddd23faf00e1355f281d995d6b3cde6cda5ca59b7afdcb943ab5.png"/><Relationship Id="rIdT4ClickFrame38" Type="http://schemas.openxmlformats.org/officeDocument/2006/relationships/image" Target="../media/pam_r2_f2c8f8c43271c875_t4_click_f2c8f8c43271c87583a357fba09a4aedf43647658b611b1ae86e2fd52642f48f.png"/><Relationship Id="rIdT4ClickFrame39" Type="http://schemas.openxmlformats.org/officeDocument/2006/relationships/image" Target="../media/pam_r2_4a912380296dc65c_t4_click_4a912380296dc65cb4890148a447d23d7207518fa977f256f09a88b829b169bf.png"/><Relationship Id="rIdT4ClickFrame40" Type="http://schemas.openxmlformats.org/officeDocument/2006/relationships/image" Target="../media/pam_r2_3e88e2cfe86985a6_image392.png"/><Relationship Id="rIdT4ClickFrame41" Type="http://schemas.openxmlformats.org/officeDocument/2006/relationships/image" Target="../media/pam_r2_3e88e2cfe86985a6_image392.png"/><Relationship Id="rIdT4ClickFrame42" Type="http://schemas.openxmlformats.org/officeDocument/2006/relationships/image" Target="../media/pam_r2_d3b4445c295f4ce3_t4_click_d3b4445c295f4ce338d940c16390be5a709c16fa23d97b3420ba0a79d3df0332.png"/><Relationship Id="rIdT4ClickFrame43" Type="http://schemas.openxmlformats.org/officeDocument/2006/relationships/image" Target="../media/pam_r2_fbc68f4754b285ff_t4_click_fbc68f4754b285ff6bf428cd924e3ff877e26a382c4a413ea7899dd1b8a180e2.png"/><Relationship Id="rIdT4ClickFrame44" Type="http://schemas.openxmlformats.org/officeDocument/2006/relationships/image" Target="../media/pam_r2_0a43eeec414ce412_t4_click_0a43eeec414ce412445bba1361e5fee58482968ba90c8a74ef3e4e64ac79c34f.png"/><Relationship Id="rIdT4ClickFrame45" Type="http://schemas.openxmlformats.org/officeDocument/2006/relationships/image" Target="../media/pam_r2_9506495ffe478f42_t4_click_9506495ffe478f4287bd83d444e8f91cb3f368c7e6f37e842b345339715166cc.png"/><Relationship Id="rIdT4ClickFrame46" Type="http://schemas.openxmlformats.org/officeDocument/2006/relationships/image" Target="../media/pam_r2_d7d2520bbc825961_t4_click_d7d2520bbc8259611a1c6f4895cdeb82f4c42dc7166e668507b3c261169efb58.png"/><Relationship Id="rIdT4ClickFrame47" Type="http://schemas.openxmlformats.org/officeDocument/2006/relationships/image" Target="../media/pam_r2_f6cf0d0fe8a35bef_t4_click_f6cf0d0fe8a35bef9884bf228c0e4015ba07b6f79487faad03a2e5ef519b8426.png"/><Relationship Id="rIdT4ClickFrame48" Type="http://schemas.openxmlformats.org/officeDocument/2006/relationships/image" Target="../media/pam_r2_7dd584f9e27c4589_t4_click_7dd584f9e27c45898454520f265efa8a34432fb2f80b90e6425546144a0d2b40.png"/><Relationship Id="rIdT4ClickFrame49" Type="http://schemas.openxmlformats.org/officeDocument/2006/relationships/image" Target="../media/pam_r2_876ab1e7cf95b125_t4_click_876ab1e7cf95b1250555235869846cc1f375e3fdb985eb0f4ee8268e940922a7.png"/><Relationship Id="rIdT4ClickFrame50" Type="http://schemas.openxmlformats.org/officeDocument/2006/relationships/image" Target="../media/pam_r2_f0cb5aeb099e09c7_t4_click_f0cb5aeb099e09c7d7d5b624996e466329ea1ad5068edea4ee24c4b9d02edf24.png"/><Relationship Id="rIdT4ClickFrame51" Type="http://schemas.openxmlformats.org/officeDocument/2006/relationships/image" Target="../media/pam_r2_6b74e95660111337_t4_click_6b74e95660111337b1f5d93624bf6fc210201e4cc9e2fec20c6b852f4a3a6bbf.png"/><Relationship Id="rIdT4ClickFrame52" Type="http://schemas.openxmlformats.org/officeDocument/2006/relationships/image" Target="../media/pam_r2_fece6b9fa02052fa_t4_click_fece6b9fa02052faba61693a9611e0209a891c8e3ea14f68af7a7625af6dfc5a.png"/><Relationship Id="rIdT4ClickFrame53" Type="http://schemas.openxmlformats.org/officeDocument/2006/relationships/image" Target="../media/pam_r2_c8a1d07610099371_t4_click_c8a1d0761009937141b00ff39c7975ccba67756b4a0935901aaeb190749425ff.png"/><Relationship Id="rIdT4ClickFrame54" Type="http://schemas.openxmlformats.org/officeDocument/2006/relationships/image" Target="../media/pam_r2_ec91c19aa4da9214_t4_click_ec91c19aa4da9214e0365bc24019a0dc538cf9f0bd6aa27926220b85d4f0c42e.png"/><Relationship Id="rIdT4ClickFrame55" Type="http://schemas.openxmlformats.org/officeDocument/2006/relationships/image" Target="../media/pam_r2_df9b3c1c725ade52_t4_click_df9b3c1c725ade52dfbd7df4195ab8d08d79a929967c42ca94db8c6ea3f5503c.png"/><Relationship Id="rIdT4ClickFrame56" Type="http://schemas.openxmlformats.org/officeDocument/2006/relationships/image" Target="../media/pam_r2_5dde16b8f16a6dbd_t4_click_5dde16b8f16a6dbdfc8836f55021f5512b6f9fdceee32a641bf88a95c53273f5.png"/><Relationship Id="rIdT4ClickFrame57" Type="http://schemas.openxmlformats.org/officeDocument/2006/relationships/image" Target="../media/pam_r2_4ff970a6ed1b8f5e_image446.png"/></Relationships>
</file>

<file path=ppt/slides/_rels/signal_zoom_r4_52.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7ca72d7657004730"/><Relationship Type="http://schemas.openxmlformats.org/officeDocument/2006/relationships/image" Target="../media/pam_r2_4ff970a6ed1b8f5e_image446.png" Id="Rc2767c50bcbb40b0"/><Relationship Type="http://schemas.openxmlformats.org/officeDocument/2006/relationships/image" Target="../media/pam_r2_37362672bff5edde_image437.png" Id="R6fd86ef07c044cf1"/><Relationship Type="http://schemas.openxmlformats.org/officeDocument/2006/relationships/image" Target="../media/pam_r2_5c5384542288fa3e_image438.png" Id="Rff23d1ff97444a10"/><Relationship Type="http://schemas.openxmlformats.org/officeDocument/2006/relationships/image" Target="../media/image6.png" Id="Rc3ddb293254842f8"/><Relationship Type="http://schemas.openxmlformats.org/officeDocument/2006/relationships/image" Target="../media/image11.png" Id="Ra27fbac6d16c4b11"/><Relationship Type="http://schemas.openxmlformats.org/officeDocument/2006/relationships/image" Target="../media/pam_r2_a3f98f6fe2803d0e_image395.png" Id="R4b75e446ee5640a7"/><Relationship Type="http://schemas.openxmlformats.org/officeDocument/2006/relationships/image" Target="../media/pam_r2_fbbb6cdc760a46fb_image442.png" Id="Rb34f105dece5439c"/><Relationship Type="http://schemas.openxmlformats.org/officeDocument/2006/relationships/image" Target="../media/pam_r2_6a95345694ea34ae_image443.png" Id="R986be0ca7a2a445b"/><Relationship Type="http://schemas.openxmlformats.org/officeDocument/2006/relationships/image" Target="../media/pam_r2_5c54ce0709b7cbcc_image333.png" Id="R9fa696f4584e4dd4"/><Relationship Type="http://schemas.openxmlformats.org/officeDocument/2006/relationships/image" Target="../media/pam_r2_ed6ac186a833f6ff_image202.png" Id="R29db9b2290234e38"/><Relationship Type="http://schemas.openxmlformats.org/officeDocument/2006/relationships/notesSlide" Target="../notesSlides/pam_r2_0ca75f11920872ed_notesSlide52.xml" Id="Re4ae6e3a63ba4867"/><Relationship Id="rIdMathSvg0" Type="http://schemas.openxmlformats.org/officeDocument/2006/relationships/image" Target="../media/pam_r2_3210b7627a2a4680_t4_3210b7627a2a4680ed042d2a.svg"/><Relationship Id="rIdMathSvg1" Type="http://schemas.openxmlformats.org/officeDocument/2006/relationships/image" Target="../media/pam_r2_e19f416ebac7b7dd_t4_e19f416ebac7b7dd4205b7a8.svg"/><Relationship Id="rIdMathSvg2" Type="http://schemas.openxmlformats.org/officeDocument/2006/relationships/image" Target="../media/pam_r2_4e379cc223cd6821_t4_4e379cc223cd68214a1c2da1.svg"/><Relationship Id="rIdMathSvg3" Type="http://schemas.openxmlformats.org/officeDocument/2006/relationships/image" Target="../media/pam_r2_07984e666b0c2ff9_t4_07984e666b0c2ff9fce331b4.svg"/><Relationship Id="rIdMathSvg4" Type="http://schemas.openxmlformats.org/officeDocument/2006/relationships/image" Target="../media/pam_r2_cd5fdcbaac531eda_t4_cd5fdcbaac531edac302fea5.svg"/><Relationship Id="rIdMathSvg5" Type="http://schemas.openxmlformats.org/officeDocument/2006/relationships/image" Target="../media/pam_r2_a5090d35b7e5e567_t4_a5090d35b7e5e5670ec8c851.svg"/><Relationship Id="rIdMathSvg6" Type="http://schemas.openxmlformats.org/officeDocument/2006/relationships/image" Target="../media/pam_r2_69c6949f4334d691_t4_69c6949f4334d691466f32f1.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7.xml"/><Relationship Id="rIdNav3" Type="http://schemas.openxmlformats.org/officeDocument/2006/relationships/slide" Target="signal_zoom_r4_51.xml"/><Relationship Id="rIdNav4" Type="http://schemas.openxmlformats.org/officeDocument/2006/relationships/slide" Target="signal_zoom_r4_52.xml"/><Relationship Id="rIdNav5" Type="http://schemas.openxmlformats.org/officeDocument/2006/relationships/slide" Target="signal_zoom_r4_53.xml"/><Relationship Id="rIdNav6" Type="http://schemas.openxmlformats.org/officeDocument/2006/relationships/slide" Target="signal_zoom_r4_51.xml"/><Relationship Id="rIdNav7" Type="http://schemas.openxmlformats.org/officeDocument/2006/relationships/slide" Target="signal_zoom_r4_52.xml"/><Relationship Id="rIdNav8" Type="http://schemas.openxmlformats.org/officeDocument/2006/relationships/slide" Target="signal_zoom_r4_53.xml"/><Relationship Id="rIdT4ClickFrame1" Type="http://schemas.openxmlformats.org/officeDocument/2006/relationships/image" Target="../media/pam_r2_4ff970a6ed1b8f5e_image446.png"/><Relationship Id="rIdT4ClickFrame2" Type="http://schemas.openxmlformats.org/officeDocument/2006/relationships/image" Target="../media/pam_r2_ca9e8b5693a848d7_t4_click_ca9e8b5693a848d76d45bbbb8b5c46a91c30cbed0dc664cbdd2880b82ff129fa.png"/><Relationship Id="rIdT4ClickFrame3" Type="http://schemas.openxmlformats.org/officeDocument/2006/relationships/image" Target="../media/pam_r2_df4df1a3f35bf01e_t4_click_df4df1a3f35bf01e9b442ddecbe819386653bbcdd91818e7eba109b326c6cf24.png"/><Relationship Id="rIdT4ClickFrame4" Type="http://schemas.openxmlformats.org/officeDocument/2006/relationships/image" Target="../media/pam_r2_ee1fb0e4e1aada11_t4_click_ee1fb0e4e1aada113fc1f8c2fb41216d1942b2b012c199482bf07c6b0e94908d.png"/><Relationship Id="rIdT4ClickFrame5" Type="http://schemas.openxmlformats.org/officeDocument/2006/relationships/image" Target="../media/pam_r2_f7fffde0ab65619a_t4_click_f7fffde0ab65619a85b965d4b7ff93085875ff83a397cf17eaaa7a1cfc4a142c.png"/><Relationship Id="rIdT4ClickFrame6" Type="http://schemas.openxmlformats.org/officeDocument/2006/relationships/image" Target="../media/pam_r2_1c87db2385aba41c_t4_click_1c87db2385aba41cd3dffaddc8123996b88ffcf69485a6f03d191a28df5fd0a5.png"/><Relationship Id="rIdT4ClickFrame7" Type="http://schemas.openxmlformats.org/officeDocument/2006/relationships/image" Target="../media/pam_r2_3096f89e20ef0dc5_t4_click_3096f89e20ef0dc5e18a3d23c7fa6a02ce8e9d371ca1dbcb8c8ec9eaa132bf8f.png"/><Relationship Id="rIdT4ClickFrame8" Type="http://schemas.openxmlformats.org/officeDocument/2006/relationships/image" Target="../media/pam_r2_f56656055954eb63_t4_click_f56656055954eb639a6c2d3ea5f277852d25f7d72b06334446648643211f8452.png"/><Relationship Id="rIdT4ClickFrame9" Type="http://schemas.openxmlformats.org/officeDocument/2006/relationships/image" Target="../media/pam_r2_e9b10dc33eabc33e_t4_click_e9b10dc33eabc33eaef1e3a38003194061df628fee7479eacb677a0747f8a5a7.png"/><Relationship Id="rIdT4ClickFrame10" Type="http://schemas.openxmlformats.org/officeDocument/2006/relationships/image" Target="../media/pam_r2_269cd88de6ba7a49_t4_click_269cd88de6ba7a494b9e2604433be8a5243a3f5d1b2d40d555453a0c09455a7f.png"/><Relationship Id="rIdT4ClickFrame11" Type="http://schemas.openxmlformats.org/officeDocument/2006/relationships/image" Target="../media/pam_r2_081a6b2887afd1e5_t4_click_081a6b2887afd1e5fd9f4d33cb54d0859e76b8c9c4bd77a02f976c418a15b0c2.png"/><Relationship Id="rIdT4ClickFrame12" Type="http://schemas.openxmlformats.org/officeDocument/2006/relationships/image" Target="../media/pam_r2_566d9962b382b797_t4_click_566d9962b382b7974fc9f9919d826ceeda2c291ec49331be873f91b25798d662.png"/><Relationship Id="rIdT4ClickFrame13" Type="http://schemas.openxmlformats.org/officeDocument/2006/relationships/image" Target="../media/pam_r2_0486861f013566b4_t4_click_0486861f013566b4e8c60ce05443746d7ae28885b4dd5cb48bf0d614068da1e4.png"/><Relationship Id="rIdT4ClickFrame14" Type="http://schemas.openxmlformats.org/officeDocument/2006/relationships/image" Target="../media/pam_r2_bf07ffb32e9f4e88_t4_click_bf07ffb32e9f4e88d488ba475a2ea9b22a0c45cb7e6c245e50a79731a17737f5.png"/><Relationship Id="rIdT4ClickFrame15" Type="http://schemas.openxmlformats.org/officeDocument/2006/relationships/image" Target="../media/pam_r2_7cfa8474f2aabf88_t4_click_7cfa8474f2aabf881e7529e7387196761a41f3baac2c12646930282f277d4973.png"/><Relationship Id="rIdT4ClickFrame16" Type="http://schemas.openxmlformats.org/officeDocument/2006/relationships/image" Target="../media/pam_r2_927f58b0f69b0888_t4_click_927f58b0f69b08889fe6b56b68b546612759753767cf35d109ee70fb4fae904b.png"/><Relationship Id="rIdT4ClickFrame17" Type="http://schemas.openxmlformats.org/officeDocument/2006/relationships/image" Target="../media/pam_r2_5c5384542288fa3e_image438.png"/><Relationship Id="rIdT4ClickFrame18" Type="http://schemas.openxmlformats.org/officeDocument/2006/relationships/image" Target="../media/pam_r2_37362672bff5edde_image437.png"/><Relationship Id="rIdT4ClickFrame19" Type="http://schemas.openxmlformats.org/officeDocument/2006/relationships/image" Target="../media/pam_r2_37362672bff5edde_image437.png"/><Relationship Id="rIdT4ClickFrame20" Type="http://schemas.openxmlformats.org/officeDocument/2006/relationships/image" Target="../media/pam_r2_37362672bff5edde_image437.png"/><Relationship Id="rIdT4ClickFrame21" Type="http://schemas.openxmlformats.org/officeDocument/2006/relationships/image" Target="../media/pam_r2_37362672bff5edde_image437.png"/><Relationship Id="rIdT4ClickFrame22" Type="http://schemas.openxmlformats.org/officeDocument/2006/relationships/image" Target="../media/pam_r2_64d0729a26b90eab_t4_click_64d0729a26b90eab93ad9327664a17e522dbdff87546a6ac15cf34333634f5ed.png"/><Relationship Id="rIdT4ClickFrame23" Type="http://schemas.openxmlformats.org/officeDocument/2006/relationships/image" Target="../media/pam_r2_84894c4b767c4081_t4_click_84894c4b767c4081941653f7cdbad6601ae3451ea2432985530d0dd762a6c9b3.png"/><Relationship Id="rIdT4ClickFrame24" Type="http://schemas.openxmlformats.org/officeDocument/2006/relationships/image" Target="../media/pam_r2_ad801840f999f436_t4_click_ad801840f999f436d919bcb59edf6387b93e2dd0794d7b03728c03b67f8828be.png"/><Relationship Id="rIdT4ClickFrame25" Type="http://schemas.openxmlformats.org/officeDocument/2006/relationships/image" Target="../media/pam_r2_aa2ab03a0bf3e2ee_t4_click_aa2ab03a0bf3e2ee8d18853fa1e2b2c54faf975ce030350e37ab765a238db535.png"/><Relationship Id="rIdT4ClickFrame26" Type="http://schemas.openxmlformats.org/officeDocument/2006/relationships/image" Target="../media/pam_r2_16d24664609d3efc_t4_click_16d24664609d3efc0b8eefe7188d544ebf7fc4535901096613b85254ae28ca0a.png"/><Relationship Id="rIdT4ClickFrame27" Type="http://schemas.openxmlformats.org/officeDocument/2006/relationships/image" Target="../media/pam_r2_bd0608f34b6de422_t4_click_bd0608f34b6de422b76b55d26629f0a48ccdff188a69718307f3ae8e3843b06c.png"/><Relationship Id="rIdT4ClickFrame28" Type="http://schemas.openxmlformats.org/officeDocument/2006/relationships/image" Target="../media/pam_r2_99c0569294937f8f_t4_click_99c0569294937f8f53dc1b205f73a674b428ce5eff6e91b1549425981da42c6a.png"/><Relationship Id="rIdT4ClickFrame29" Type="http://schemas.openxmlformats.org/officeDocument/2006/relationships/image" Target="../media/pam_r2_1596d4ffeedf91aa_t4_click_1596d4ffeedf91aa3115f8d80a41cce19b0d8dd3965f29ad1a74701c3b457232.png"/><Relationship Id="rIdT4ClickFrame30" Type="http://schemas.openxmlformats.org/officeDocument/2006/relationships/image" Target="../media/pam_r2_9848c318959d749a_t4_click_9848c318959d749ad843d0923bc67f92069b2f76b515055ffb4fc7c8a4b15ad9.png"/><Relationship Id="rIdT4ClickFrame31" Type="http://schemas.openxmlformats.org/officeDocument/2006/relationships/image" Target="../media/pam_r2_66c07c16d90a482b_t4_click_66c07c16d90a482bec98a6c0743285a17e7f5756cff7dbb7e9ef5b4fd87251fd.png"/><Relationship Id="rIdT4ClickFrame32" Type="http://schemas.openxmlformats.org/officeDocument/2006/relationships/image" Target="../media/pam_r2_e2ed5a12abd05d63_t4_click_e2ed5a12abd05d63b3a6e71fc5602e99a3990fd4a023e49faa848b5235d91fa5.png"/><Relationship Id="rIdT4ClickFrame33" Type="http://schemas.openxmlformats.org/officeDocument/2006/relationships/image" Target="../media/pam_r2_27b818e020eb8a64_t4_click_27b818e020eb8a640c54b3fe925343c64a30bf8a9e7008cf05e6fd8b47366461.png"/><Relationship Id="rIdT4ClickFrame34" Type="http://schemas.openxmlformats.org/officeDocument/2006/relationships/image" Target="../media/pam_r2_cc4f892a7ee1381e_t4_click_cc4f892a7ee1381e9db43d9f08d798d6f5efbcf50bde1b9a13f77297430475b6.png"/><Relationship Id="rIdT4ClickFrame35" Type="http://schemas.openxmlformats.org/officeDocument/2006/relationships/image" Target="../media/pam_r2_7834822652cdc5ce_t4_click_7834822652cdc5cecc01815adc2909c188343e7499b46f07077c778c73cb484a.png"/><Relationship Id="rIdT4ClickFrame36" Type="http://schemas.openxmlformats.org/officeDocument/2006/relationships/image" Target="../media/pam_r2_40c6ca2f4b5d49d4_t4_click_40c6ca2f4b5d49d4fab3ec38e922feebc2562c6fcacd08d8be8b861d7d658ea4.png"/><Relationship Id="rIdT4ClickFrame37" Type="http://schemas.openxmlformats.org/officeDocument/2006/relationships/image" Target="../media/pam_r2_89ae03564bd05224_t4_click_89ae03564bd05224758485cc00baa265919256aeb1b9adef60858b4eaa4c63cf.png"/><Relationship Id="rIdT4ClickFrame38" Type="http://schemas.openxmlformats.org/officeDocument/2006/relationships/image" Target="../media/pam_r2_89ae03564bd05224_t4_click_89ae03564bd05224758485cc00baa265919256aeb1b9adef60858b4eaa4c63cf.png"/><Relationship Id="rIdT4ClickFrame39" Type="http://schemas.openxmlformats.org/officeDocument/2006/relationships/image" Target="../media/pam_r2_89ae03564bd05224_t4_click_89ae03564bd05224758485cc00baa265919256aeb1b9adef60858b4eaa4c63cf.png"/><Relationship Id="rIdT4ClickFrame40" Type="http://schemas.openxmlformats.org/officeDocument/2006/relationships/image" Target="../media/pam_r2_5c5384542288fa3e_image438.png"/><Relationship Id="rIdT4ClickFrame41" Type="http://schemas.openxmlformats.org/officeDocument/2006/relationships/image" Target="../media/pam_r2_5c5384542288fa3e_image438.png"/><Relationship Id="rIdT4ClickFrame42" Type="http://schemas.openxmlformats.org/officeDocument/2006/relationships/image" Target="../media/pam_r2_927f58b0f69b0888_t4_click_927f58b0f69b08889fe6b56b68b546612759753767cf35d109ee70fb4fae904b.png"/><Relationship Id="rIdT4ClickFrame43" Type="http://schemas.openxmlformats.org/officeDocument/2006/relationships/image" Target="../media/pam_r2_7cfa8474f2aabf88_t4_click_7cfa8474f2aabf881e7529e7387196761a41f3baac2c12646930282f277d4973.png"/><Relationship Id="rIdT4ClickFrame44" Type="http://schemas.openxmlformats.org/officeDocument/2006/relationships/image" Target="../media/pam_r2_bf07ffb32e9f4e88_t4_click_bf07ffb32e9f4e88d488ba475a2ea9b22a0c45cb7e6c245e50a79731a17737f5.png"/><Relationship Id="rIdT4ClickFrame45" Type="http://schemas.openxmlformats.org/officeDocument/2006/relationships/image" Target="../media/pam_r2_0486861f013566b4_t4_click_0486861f013566b4e8c60ce05443746d7ae28885b4dd5cb48bf0d614068da1e4.png"/><Relationship Id="rIdT4ClickFrame46" Type="http://schemas.openxmlformats.org/officeDocument/2006/relationships/image" Target="../media/pam_r2_566d9962b382b797_t4_click_566d9962b382b7974fc9f9919d826ceeda2c291ec49331be873f91b25798d662.png"/><Relationship Id="rIdT4ClickFrame47" Type="http://schemas.openxmlformats.org/officeDocument/2006/relationships/image" Target="../media/pam_r2_081a6b2887afd1e5_t4_click_081a6b2887afd1e5fd9f4d33cb54d0859e76b8c9c4bd77a02f976c418a15b0c2.png"/><Relationship Id="rIdT4ClickFrame48" Type="http://schemas.openxmlformats.org/officeDocument/2006/relationships/image" Target="../media/pam_r2_269cd88de6ba7a49_t4_click_269cd88de6ba7a494b9e2604433be8a5243a3f5d1b2d40d555453a0c09455a7f.png"/><Relationship Id="rIdT4ClickFrame49" Type="http://schemas.openxmlformats.org/officeDocument/2006/relationships/image" Target="../media/pam_r2_e9b10dc33eabc33e_t4_click_e9b10dc33eabc33eaef1e3a38003194061df628fee7479eacb677a0747f8a5a7.png"/><Relationship Id="rIdT4ClickFrame50" Type="http://schemas.openxmlformats.org/officeDocument/2006/relationships/image" Target="../media/pam_r2_f56656055954eb63_t4_click_f56656055954eb639a6c2d3ea5f277852d25f7d72b06334446648643211f8452.png"/><Relationship Id="rIdT4ClickFrame51" Type="http://schemas.openxmlformats.org/officeDocument/2006/relationships/image" Target="../media/pam_r2_3096f89e20ef0dc5_t4_click_3096f89e20ef0dc5e18a3d23c7fa6a02ce8e9d371ca1dbcb8c8ec9eaa132bf8f.png"/><Relationship Id="rIdT4ClickFrame52" Type="http://schemas.openxmlformats.org/officeDocument/2006/relationships/image" Target="../media/pam_r2_1c87db2385aba41c_t4_click_1c87db2385aba41cd3dffaddc8123996b88ffcf69485a6f03d191a28df5fd0a5.png"/><Relationship Id="rIdT4ClickFrame53" Type="http://schemas.openxmlformats.org/officeDocument/2006/relationships/image" Target="../media/pam_r2_f7fffde0ab65619a_t4_click_f7fffde0ab65619a85b965d4b7ff93085875ff83a397cf17eaaa7a1cfc4a142c.png"/><Relationship Id="rIdT4ClickFrame54" Type="http://schemas.openxmlformats.org/officeDocument/2006/relationships/image" Target="../media/pam_r2_ee1fb0e4e1aada11_t4_click_ee1fb0e4e1aada113fc1f8c2fb41216d1942b2b012c199482bf07c6b0e94908d.png"/><Relationship Id="rIdT4ClickFrame55" Type="http://schemas.openxmlformats.org/officeDocument/2006/relationships/image" Target="../media/pam_r2_df4df1a3f35bf01e_t4_click_df4df1a3f35bf01e9b442ddecbe819386653bbcdd91818e7eba109b326c6cf24.png"/><Relationship Id="rIdT4ClickFrame56" Type="http://schemas.openxmlformats.org/officeDocument/2006/relationships/image" Target="../media/pam_r2_ca9e8b5693a848d7_t4_click_ca9e8b5693a848d76d45bbbb8b5c46a91c30cbed0dc664cbdd2880b82ff129fa.png"/><Relationship Id="rIdT4ClickFrame57" Type="http://schemas.openxmlformats.org/officeDocument/2006/relationships/image" Target="../media/pam_r2_4ff970a6ed1b8f5e_image446.png"/></Relationships>
</file>

<file path=ppt/slides/_rels/signal_zoom_r4_53.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94fb52beb3c84614"/><Relationship Type="http://schemas.openxmlformats.org/officeDocument/2006/relationships/image" Target="../media/pam_r2_4ff970a6ed1b8f5e_image446.png" Id="R059cbe28ad4340d6"/><Relationship Type="http://schemas.openxmlformats.org/officeDocument/2006/relationships/image" Target="../media/pam_r2_9bfbe72cdaf27588_image405.png" Id="R67de9521df534222"/><Relationship Type="http://schemas.openxmlformats.org/officeDocument/2006/relationships/image" Target="../media/pam_r2_b42826f0c92f528b_image406.png" Id="Rd0059cd02bd1466f"/><Relationship Type="http://schemas.openxmlformats.org/officeDocument/2006/relationships/image" Target="../media/image6.png" Id="Rfb086950820b4d44"/><Relationship Type="http://schemas.openxmlformats.org/officeDocument/2006/relationships/image" Target="../media/image11.png" Id="R1c0a588e3a06452c"/><Relationship Type="http://schemas.openxmlformats.org/officeDocument/2006/relationships/image" Target="../media/pam_r2_a3f98f6fe2803d0e_image395.png" Id="R7b5e13371ace4e8f"/><Relationship Type="http://schemas.openxmlformats.org/officeDocument/2006/relationships/image" Target="../media/pam_r2_ed6ac186a833f6ff_image202.png" Id="Rd43d2000a7ec4eb9"/><Relationship Type="http://schemas.openxmlformats.org/officeDocument/2006/relationships/image" Target="../media/pam_r2_19c2ce42e287b00d_image453.png" Id="Rcfb0e84ddf5f47b6"/><Relationship Type="http://schemas.openxmlformats.org/officeDocument/2006/relationships/image" Target="../media/pam_r2_14f5dc829cf33ce3_image454.png" Id="Rf6cd5ae574a74d37"/><Relationship Type="http://schemas.openxmlformats.org/officeDocument/2006/relationships/image" Target="../media/pam_r2_6abb022ed9f39cef_image204.png" Id="R2914e531b91f4a4b"/><Relationship Type="http://schemas.openxmlformats.org/officeDocument/2006/relationships/image" Target="../media/pam_r2_ed6ac186a833f6ff_image202.png" Id="Ree8217232331409c"/><Relationship Type="http://schemas.openxmlformats.org/officeDocument/2006/relationships/image" Target="../media/pam_r2_b93185d909fb0d5b_image205.png" Id="R722a948fa39e4752"/><Relationship Type="http://schemas.openxmlformats.org/officeDocument/2006/relationships/notesSlide" Target="../notesSlides/pam_r2_0ca75f11920872ed_notesSlide53.xml" Id="Ra578943e4321459f"/><Relationship Id="rIdMathSvg0" Type="http://schemas.openxmlformats.org/officeDocument/2006/relationships/image" Target="../media/pam_r2_3210b7627a2a4680_t4_3210b7627a2a4680ed042d2a.svg"/><Relationship Id="rIdMathSvg1" Type="http://schemas.openxmlformats.org/officeDocument/2006/relationships/image" Target="../media/pam_r2_e19f416ebac7b7dd_t4_e19f416ebac7b7dd4205b7a8.svg"/><Relationship Id="rIdMathSvg2" Type="http://schemas.openxmlformats.org/officeDocument/2006/relationships/image" Target="../media/pam_r2_4e379cc223cd6821_t4_4e379cc223cd68214a1c2da1.svg"/><Relationship Id="rIdMathSvg3" Type="http://schemas.openxmlformats.org/officeDocument/2006/relationships/image" Target="../media/pam_r2_69c6949f4334d691_t4_69c6949f4334d691466f32f1.svg"/><Relationship Id="rIdMathSvg4" Type="http://schemas.openxmlformats.org/officeDocument/2006/relationships/image" Target="../media/pam_r2_f8fb144588f7eb94_t4_f8fb144588f7eb9402730500.svg"/><Relationship Id="rIdMathSvg5" Type="http://schemas.openxmlformats.org/officeDocument/2006/relationships/image" Target="../media/pam_r2_c82e98ef44c02d38_t4_c82e98ef44c02d38dd9094cb.svg"/><Relationship Id="rIdMathSvg6" Type="http://schemas.openxmlformats.org/officeDocument/2006/relationships/image" Target="../media/pam_r2_d8c920d841716b16_t4_d8c920d841716b16c6cf312d.svg"/><Relationship Id="rIdMathSvg7" Type="http://schemas.openxmlformats.org/officeDocument/2006/relationships/image" Target="../media/pam_r2_69c6949f4334d691_t4_69c6949f4334d691466f32f1.svg"/><Relationship Id="rIdMathSvg8" Type="http://schemas.openxmlformats.org/officeDocument/2006/relationships/image" Target="../media/pam_r2_2c98824f0a088840_t4_2c98824f0a0888401bf2bb3f.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7.xml"/><Relationship Id="rIdNav3" Type="http://schemas.openxmlformats.org/officeDocument/2006/relationships/slide" Target="signal_zoom_r4_51.xml"/><Relationship Id="rIdNav4" Type="http://schemas.openxmlformats.org/officeDocument/2006/relationships/slide" Target="signal_zoom_r4_52.xml"/><Relationship Id="rIdNav5" Type="http://schemas.openxmlformats.org/officeDocument/2006/relationships/slide" Target="signal_zoom_r4_53.xml"/><Relationship Id="rIdNav6" Type="http://schemas.openxmlformats.org/officeDocument/2006/relationships/slide" Target="signal_zoom_r4_51.xml"/><Relationship Id="rIdNav7" Type="http://schemas.openxmlformats.org/officeDocument/2006/relationships/slide" Target="signal_zoom_r4_52.xml"/><Relationship Id="rIdNav8" Type="http://schemas.openxmlformats.org/officeDocument/2006/relationships/slide" Target="signal_zoom_r4_53.xml"/><Relationship Id="rIdT4ClickFrame1" Type="http://schemas.openxmlformats.org/officeDocument/2006/relationships/image" Target="../media/pam_r2_4ff970a6ed1b8f5e_image446.png"/><Relationship Id="rIdT4ClickFrame2" Type="http://schemas.openxmlformats.org/officeDocument/2006/relationships/image" Target="../media/pam_r2_4b5a2012118b15a3_t4_click_4b5a2012118b15a37113d1f9eb1df171c77c1303113e6194acaa08cbc62877bb.png"/><Relationship Id="rIdT4ClickFrame3" Type="http://schemas.openxmlformats.org/officeDocument/2006/relationships/image" Target="../media/pam_r2_400f02695b99638e_t4_click_400f02695b99638ef85b78a8caa063a30a430f3f72fab705ac59156b54015067.png"/><Relationship Id="rIdT4ClickFrame4" Type="http://schemas.openxmlformats.org/officeDocument/2006/relationships/image" Target="../media/pam_r2_da554d7f77056f59_t4_click_da554d7f77056f5906758507cb2a163c7c59118ed034dc82d0455951dfcdadaf.png"/><Relationship Id="rIdT4ClickFrame5" Type="http://schemas.openxmlformats.org/officeDocument/2006/relationships/image" Target="../media/pam_r2_92e83e4faaf4b71a_t4_click_92e83e4faaf4b71a36d2de513ce54a2c0ca30a4396319d340093d98669753251.png"/><Relationship Id="rIdT4ClickFrame6" Type="http://schemas.openxmlformats.org/officeDocument/2006/relationships/image" Target="../media/pam_r2_2b6e78b5daede580_t4_click_2b6e78b5daede5800c65e770e29d077ede33170c08d743d21b88e13a353d3d2c.png"/><Relationship Id="rIdT4ClickFrame7" Type="http://schemas.openxmlformats.org/officeDocument/2006/relationships/image" Target="../media/pam_r2_73784b952ff85558_t4_click_73784b952ff8555806ae1eae420f08729a252fcf324fbfe13b248fba4b09deca.png"/><Relationship Id="rIdT4ClickFrame8" Type="http://schemas.openxmlformats.org/officeDocument/2006/relationships/image" Target="../media/pam_r2_ae5238dc1436d3d1_t4_click_ae5238dc1436d3d11c2f7a80f551a446e5c0f1ea4b777f10749d23a082bb0257.png"/><Relationship Id="rIdT4ClickFrame9" Type="http://schemas.openxmlformats.org/officeDocument/2006/relationships/image" Target="../media/pam_r2_927c4ba437784ad6_t4_click_927c4ba437784ad6e97a1c4ce2887b8ee6de03df90c44267c6a9d1b8128b343a.png"/><Relationship Id="rIdT4ClickFrame10" Type="http://schemas.openxmlformats.org/officeDocument/2006/relationships/image" Target="../media/pam_r2_6d68dbd002defb30_t4_click_6d68dbd002defb303a67a8984bfcd93a10a4cc156c4a785e0fc216040daeb65f.png"/><Relationship Id="rIdT4ClickFrame11" Type="http://schemas.openxmlformats.org/officeDocument/2006/relationships/image" Target="../media/pam_r2_ae27f8455d66a945_t4_click_ae27f8455d66a945a371cb1b19450c1246c9324305ff57676a7bfe74da5fff5b.png"/><Relationship Id="rIdT4ClickFrame12" Type="http://schemas.openxmlformats.org/officeDocument/2006/relationships/image" Target="../media/pam_r2_a5165251bb4fbc29_t4_click_a5165251bb4fbc29cd973da6c03f250126137bf514afbc4aa9bec79bb35012bf.png"/><Relationship Id="rIdT4ClickFrame13" Type="http://schemas.openxmlformats.org/officeDocument/2006/relationships/image" Target="../media/pam_r2_5ea2dc5786174d8b_t4_click_5ea2dc5786174d8b8088863d9d4462a38e10d7658ebe2d833be7eb303273ee74.png"/><Relationship Id="rIdT4ClickFrame14" Type="http://schemas.openxmlformats.org/officeDocument/2006/relationships/image" Target="../media/pam_r2_3a45bd017e4c0321_t4_click_3a45bd017e4c032150ec2e277a74fcbc8023329bc3f16119c010c11e129a6d4a.png"/><Relationship Id="rIdT4ClickFrame15" Type="http://schemas.openxmlformats.org/officeDocument/2006/relationships/image" Target="../media/pam_r2_21befd454737173a_t4_click_21befd454737173ab65462e54a65e893eb45948531b70f649ca57c2cd76ebf6a.png"/><Relationship Id="rIdT4ClickFrame16" Type="http://schemas.openxmlformats.org/officeDocument/2006/relationships/image" Target="../media/pam_r2_7466f3d7b37916c5_t4_click_7466f3d7b37916c5bface79434726c4c3d0fa50b718d8ca54e6375cff48d6ba2.png"/><Relationship Id="rIdT4ClickFrame17" Type="http://schemas.openxmlformats.org/officeDocument/2006/relationships/image" Target="../media/pam_r2_b42826f0c92f528b_image406.png"/><Relationship Id="rIdT4ClickFrame18" Type="http://schemas.openxmlformats.org/officeDocument/2006/relationships/image" Target="../media/pam_r2_9bfbe72cdaf27588_image405.png"/><Relationship Id="rIdT4ClickFrame19" Type="http://schemas.openxmlformats.org/officeDocument/2006/relationships/image" Target="../media/pam_r2_ea1aa97ce27b70a3_t4_click_ea1aa97ce27b70a3ea95cfdab16ac65190da3cf701e5993a0eec4ef1fe165267.png"/><Relationship Id="rIdT4ClickFrame20" Type="http://schemas.openxmlformats.org/officeDocument/2006/relationships/image" Target="../media/pam_r2_51cef4ce6d29a4f9_t4_click_51cef4ce6d29a4f9da7841b813c8dabc741e4527a60ce8d5f76ad57eaa19b571.png"/><Relationship Id="rIdT4ClickFrame21" Type="http://schemas.openxmlformats.org/officeDocument/2006/relationships/image" Target="../media/pam_r2_429ad321d4383adf_t4_click_429ad321d4383adf4bec6376f739d34169b888160d5d5256ebe313f319b4b964.png"/><Relationship Id="rIdT4ClickFrame22" Type="http://schemas.openxmlformats.org/officeDocument/2006/relationships/image" Target="../media/pam_r2_95645a8ce42c29af_t4_click_95645a8ce42c29af8d209eee1935d17db7fea4089bdbdc787450aa91f16736a2.png"/><Relationship Id="rIdT4ClickFrame23" Type="http://schemas.openxmlformats.org/officeDocument/2006/relationships/image" Target="../media/pam_r2_5291dd3015789163_t4_click_5291dd3015789163f7bd09d0d36810845e85b9f637cc1e8c5e7b0b2d05191dfb.png"/><Relationship Id="rIdT4ClickFrame24" Type="http://schemas.openxmlformats.org/officeDocument/2006/relationships/image" Target="../media/pam_r2_d5fbf2aba656910f_t4_click_d5fbf2aba656910fce8b824ae76d8a148457be9d29dfb9c3dc433ec77db4e2a7.png"/><Relationship Id="rIdT4ClickFrame25" Type="http://schemas.openxmlformats.org/officeDocument/2006/relationships/image" Target="../media/pam_r2_49796ea1e91317a9_t4_click_49796ea1e91317a9c02902a3e1ce591858889be993e8d7a21bdd787c4e03d865.png"/><Relationship Id="rIdT4ClickFrame26" Type="http://schemas.openxmlformats.org/officeDocument/2006/relationships/image" Target="../media/pam_r2_e60774a813e2c000_t4_click_e60774a813e2c0002354652fd69309f8d6e0f2220ea9d1b2bfe5fb27b4077bca.png"/><Relationship Id="rIdT4ClickFrame27" Type="http://schemas.openxmlformats.org/officeDocument/2006/relationships/image" Target="../media/pam_r2_7eb48b2ab3185f32_t4_click_7eb48b2ab3185f321ea47d01a40029340b5e37160a003e9bec5ed23d38e1ea8f.png"/><Relationship Id="rIdT4ClickFrame28" Type="http://schemas.openxmlformats.org/officeDocument/2006/relationships/image" Target="../media/pam_r2_20c8bd4ae6f5030f_t4_click_20c8bd4ae6f5030f5deeaa6b7141f9b52304270d693d1d1f8ff478294fdcebd1.png"/><Relationship Id="rIdT4ClickFrame29" Type="http://schemas.openxmlformats.org/officeDocument/2006/relationships/image" Target="../media/pam_r2_d52e3e13f2da08bd_t4_click_d52e3e13f2da08bdcbee01e59a8452a5ebc13a4692ace280c3991a216d01efa9.png"/><Relationship Id="rIdT4ClickFrame30" Type="http://schemas.openxmlformats.org/officeDocument/2006/relationships/image" Target="../media/pam_r2_0f5a575fb4c50b1a_t4_click_0f5a575fb4c50b1a22524c14db49af964aea83957629ce0e83321ee8bafeecab.png"/><Relationship Id="rIdT4ClickFrame31" Type="http://schemas.openxmlformats.org/officeDocument/2006/relationships/image" Target="../media/pam_r2_7fc98c25d1937a9d_t4_click_7fc98c25d1937a9db82f2438513a5f625a4df39c2edce502a186734108349ba8.png"/><Relationship Id="rIdT4ClickFrame32" Type="http://schemas.openxmlformats.org/officeDocument/2006/relationships/image" Target="../media/pam_r2_fd42b6c31718208c_t4_click_fd42b6c31718208c628e7625aa9408d0fbcc788a7db69c57f8994c7ab42347fa.png"/><Relationship Id="rIdT4ClickFrame33" Type="http://schemas.openxmlformats.org/officeDocument/2006/relationships/image" Target="../media/pam_r2_ecd7a88844e67a93_t4_click_ecd7a88844e67a93dd5ea237657761039bdfb47e1546760da65318cd9332338b.png"/><Relationship Id="rIdT4ClickFrame34" Type="http://schemas.openxmlformats.org/officeDocument/2006/relationships/image" Target="../media/pam_r2_a244699f374cbae7_t4_click_a244699f374cbae7683d2204043185c7e15c82f961fc3e4a8c0d460d5380643d.png"/><Relationship Id="rIdT4ClickFrame35" Type="http://schemas.openxmlformats.org/officeDocument/2006/relationships/image" Target="../media/pam_r2_5b7392c387bfbe23_t4_click_5b7392c387bfbe23a067eec68aebe235add71b3bcce75e934d19c30a6437a3cf.png"/><Relationship Id="rIdT4ClickFrame36" Type="http://schemas.openxmlformats.org/officeDocument/2006/relationships/image" Target="../media/pam_r2_e796f94568fa3c5e_t4_click_e796f94568fa3c5ed9e78adeea5e288ba6d749783691c82c9c7265726a7b6182.png"/><Relationship Id="rIdT4ClickFrame37" Type="http://schemas.openxmlformats.org/officeDocument/2006/relationships/image" Target="../media/pam_r2_462e00cc4d8f388d_t4_click_462e00cc4d8f388dbf63bebc4b82805b7cca310b56ddf82bb7e78d86b413de77.png"/><Relationship Id="rIdT4ClickFrame38" Type="http://schemas.openxmlformats.org/officeDocument/2006/relationships/image" Target="../media/pam_r2_e9b1c70cdfbb911c_t4_click_e9b1c70cdfbb911cb97a3c18bc32973c2aa5cafe27fd6072e6225e3b06cb47a9.png"/><Relationship Id="rIdT4ClickFrame39" Type="http://schemas.openxmlformats.org/officeDocument/2006/relationships/image" Target="../media/pam_r2_c6d4802e2270f32d_t4_click_c6d4802e2270f32d1e454a780cf02a40ca4f2f26d2efc530a9a34931636f2c7d.png"/><Relationship Id="rIdT4ClickFrame40" Type="http://schemas.openxmlformats.org/officeDocument/2006/relationships/image" Target="../media/pam_r2_2511eac09b85d90d_t4_click_2511eac09b85d90d1a2a602a1a943d0b43cc5386a53085b88e29dd4a502be9cc.png"/><Relationship Id="rIdT4ClickFrame41" Type="http://schemas.openxmlformats.org/officeDocument/2006/relationships/image" Target="../media/pam_r2_24a76b8aafe8272d_t4_click_24a76b8aafe8272d7c6c57a9c39752ad3c86e15c3fda51621e180f9f7fc3951a.png"/><Relationship Id="rIdT4ClickFrame42" Type="http://schemas.openxmlformats.org/officeDocument/2006/relationships/image" Target="../media/pam_r2_e17adeaf406be820_t4_click_e17adeaf406be820eb9df88d9e86069c5f507937779744402e32aad1600ba999.png"/><Relationship Id="rIdT4ClickFrame43" Type="http://schemas.openxmlformats.org/officeDocument/2006/relationships/image" Target="../media/pam_r2_ccdf7d6a26a09fe3_t4_click_ccdf7d6a26a09fe3bbf5b6bfaae935af80305818666e49a8887e284405417a8d.png"/><Relationship Id="rIdT4ClickFrame44" Type="http://schemas.openxmlformats.org/officeDocument/2006/relationships/image" Target="../media/pam_r2_8e39f0aa4b06ddb7_t4_click_8e39f0aa4b06ddb77cf2e0d0b34281b4c4cd82a321acd30498768916be98ca97.png"/><Relationship Id="rIdT4ClickFrame45" Type="http://schemas.openxmlformats.org/officeDocument/2006/relationships/image" Target="../media/pam_r2_c2f28df8d95770ff_t4_click_c2f28df8d95770ff9924f975bd387bc70dcdd10c694e832d5fa41880589220ff.png"/><Relationship Id="rIdT4ClickFrame46" Type="http://schemas.openxmlformats.org/officeDocument/2006/relationships/image" Target="../media/pam_r2_046f3afb738707ce_t4_click_046f3afb738707cee88e90fb4d45d9547808e6448b4c26d6fe0f42893991df07.png"/><Relationship Id="rIdT4ClickFrame47" Type="http://schemas.openxmlformats.org/officeDocument/2006/relationships/image" Target="../media/pam_r2_3508f06809dbd857_t4_click_3508f06809dbd857225274758702bd1e8bc6084d4cd81268ce9ef8beb25d7402.png"/><Relationship Id="rIdT4ClickFrame48" Type="http://schemas.openxmlformats.org/officeDocument/2006/relationships/image" Target="../media/pam_r2_c640d5475669f688_t4_click_c640d5475669f688b95902abfe0b646ccfbbd8d940713b5da4cb8984ffa4b182.png"/><Relationship Id="rIdT4ClickFrame49" Type="http://schemas.openxmlformats.org/officeDocument/2006/relationships/image" Target="../media/pam_r2_00b4f1423d57f15a_t4_click_00b4f1423d57f15a68b9786f6c80bf6283b307bd0fd591a69028bebce9195a6a.png"/><Relationship Id="rIdT4ClickFrame50" Type="http://schemas.openxmlformats.org/officeDocument/2006/relationships/image" Target="../media/pam_r2_e684ec4e5fd371b6_t4_click_e684ec4e5fd371b6b5b0545fe5147dbc314b1f9f2649519c415067ddfaca856d.png"/><Relationship Id="rIdT4ClickFrame51" Type="http://schemas.openxmlformats.org/officeDocument/2006/relationships/image" Target="../media/pam_r2_c9e4a0e8a1a28db6_t4_click_c9e4a0e8a1a28db69254305e03c0df92380c1a8e34844495cdc3705e1328c6ca.png"/><Relationship Id="rIdT4ClickFrame52" Type="http://schemas.openxmlformats.org/officeDocument/2006/relationships/image" Target="../media/pam_r2_2e65e8aaf6710d0a_t4_click_2e65e8aaf6710d0a8b8247ceadf9eb6c52444a5d750d4783023dbb97f1b1aa62.png"/><Relationship Id="rIdT4ClickFrame53" Type="http://schemas.openxmlformats.org/officeDocument/2006/relationships/image" Target="../media/pam_r2_f62acf76c6901002_t4_click_f62acf76c690100270e746d14b4d690779c7862a778c0f82bebc52b13fb961d9.png"/><Relationship Id="rIdT4ClickFrame54" Type="http://schemas.openxmlformats.org/officeDocument/2006/relationships/image" Target="../media/pam_r2_d01ea70a78a67c16_t4_click_d01ea70a78a67c16c1491a0033f682053d36a7cd0b22ccb7bfc98fd3083e5662.png"/><Relationship Id="rIdT4ClickFrame55" Type="http://schemas.openxmlformats.org/officeDocument/2006/relationships/image" Target="../media/pam_r2_b42826f0c92f528b_image406.png"/><Relationship Id="rIdT4ClickFrame56" Type="http://schemas.openxmlformats.org/officeDocument/2006/relationships/image" Target="../media/pam_r2_7466f3d7b37916c5_t4_click_7466f3d7b37916c5bface79434726c4c3d0fa50b718d8ca54e6375cff48d6ba2.png"/><Relationship Id="rIdT4ClickFrame57" Type="http://schemas.openxmlformats.org/officeDocument/2006/relationships/image" Target="../media/pam_r2_21befd454737173a_t4_click_21befd454737173ab65462e54a65e893eb45948531b70f649ca57c2cd76ebf6a.png"/><Relationship Id="rIdT4ClickFrame58" Type="http://schemas.openxmlformats.org/officeDocument/2006/relationships/image" Target="../media/pam_r2_3a45bd017e4c0321_t4_click_3a45bd017e4c032150ec2e277a74fcbc8023329bc3f16119c010c11e129a6d4a.png"/><Relationship Id="rIdT4ClickFrame59" Type="http://schemas.openxmlformats.org/officeDocument/2006/relationships/image" Target="../media/pam_r2_5ea2dc5786174d8b_t4_click_5ea2dc5786174d8b8088863d9d4462a38e10d7658ebe2d833be7eb303273ee74.png"/><Relationship Id="rIdT4ClickFrame60" Type="http://schemas.openxmlformats.org/officeDocument/2006/relationships/image" Target="../media/pam_r2_a5165251bb4fbc29_t4_click_a5165251bb4fbc29cd973da6c03f250126137bf514afbc4aa9bec79bb35012bf.png"/><Relationship Id="rIdT4ClickFrame61" Type="http://schemas.openxmlformats.org/officeDocument/2006/relationships/image" Target="../media/pam_r2_ae27f8455d66a945_t4_click_ae27f8455d66a945a371cb1b19450c1246c9324305ff57676a7bfe74da5fff5b.png"/><Relationship Id="rIdT4ClickFrame62" Type="http://schemas.openxmlformats.org/officeDocument/2006/relationships/image" Target="../media/pam_r2_6d68dbd002defb30_t4_click_6d68dbd002defb303a67a8984bfcd93a10a4cc156c4a785e0fc216040daeb65f.png"/><Relationship Id="rIdT4ClickFrame63" Type="http://schemas.openxmlformats.org/officeDocument/2006/relationships/image" Target="../media/pam_r2_927c4ba437784ad6_t4_click_927c4ba437784ad6e97a1c4ce2887b8ee6de03df90c44267c6a9d1b8128b343a.png"/><Relationship Id="rIdT4ClickFrame64" Type="http://schemas.openxmlformats.org/officeDocument/2006/relationships/image" Target="../media/pam_r2_ae5238dc1436d3d1_t4_click_ae5238dc1436d3d11c2f7a80f551a446e5c0f1ea4b777f10749d23a082bb0257.png"/><Relationship Id="rIdT4ClickFrame65" Type="http://schemas.openxmlformats.org/officeDocument/2006/relationships/image" Target="../media/pam_r2_73784b952ff85558_t4_click_73784b952ff8555806ae1eae420f08729a252fcf324fbfe13b248fba4b09deca.png"/><Relationship Id="rIdT4ClickFrame66" Type="http://schemas.openxmlformats.org/officeDocument/2006/relationships/image" Target="../media/pam_r2_2b6e78b5daede580_t4_click_2b6e78b5daede5800c65e770e29d077ede33170c08d743d21b88e13a353d3d2c.png"/><Relationship Id="rIdT4ClickFrame67" Type="http://schemas.openxmlformats.org/officeDocument/2006/relationships/image" Target="../media/pam_r2_92e83e4faaf4b71a_t4_click_92e83e4faaf4b71a36d2de513ce54a2c0ca30a4396319d340093d98669753251.png"/><Relationship Id="rIdT4ClickFrame68" Type="http://schemas.openxmlformats.org/officeDocument/2006/relationships/image" Target="../media/pam_r2_da554d7f77056f59_t4_click_da554d7f77056f5906758507cb2a163c7c59118ed034dc82d0455951dfcdadaf.png"/><Relationship Id="rIdT4ClickFrame69" Type="http://schemas.openxmlformats.org/officeDocument/2006/relationships/image" Target="../media/pam_r2_400f02695b99638e_t4_click_400f02695b99638ef85b78a8caa063a30a430f3f72fab705ac59156b54015067.png"/><Relationship Id="rIdT4ClickFrame70" Type="http://schemas.openxmlformats.org/officeDocument/2006/relationships/image" Target="../media/pam_r2_4b5a2012118b15a3_t4_click_4b5a2012118b15a37113d1f9eb1df171c77c1303113e6194acaa08cbc62877bb.png"/><Relationship Id="rIdT4ClickFrame71" Type="http://schemas.openxmlformats.org/officeDocument/2006/relationships/image" Target="../media/pam_r2_4ff970a6ed1b8f5e_image446.png"/></Relationships>
</file>

<file path=ppt/slides/_rels/signal_zoom_r4_5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53dc0b9b2f674e8d"/><Relationship Type="http://schemas.openxmlformats.org/officeDocument/2006/relationships/image" Target="../media/pam_r2_8223f1100217d5e0_image481.png" Id="R294fdf5d151140b5"/><Relationship Type="http://schemas.openxmlformats.org/officeDocument/2006/relationships/image" Target="../media/pam_r2_668a49736630c537_image419.png" Id="R2f0423125741427d"/><Relationship Type="http://schemas.openxmlformats.org/officeDocument/2006/relationships/image" Target="../media/pam_r2_9733e8761ee08ba0_image420.png" Id="R41f03403d5b642dd"/><Relationship Type="http://schemas.openxmlformats.org/officeDocument/2006/relationships/image" Target="../media/image7.png" Id="R98ee148e8c80451e"/><Relationship Type="http://schemas.openxmlformats.org/officeDocument/2006/relationships/image" Target="../media/image11.png" Id="Re94c00a38c494aaa"/><Relationship Type="http://schemas.openxmlformats.org/officeDocument/2006/relationships/image" Target="../media/pam_r2_2d0d256df7b804e1_image423.png" Id="Rae19289332ee4f67"/><Relationship Type="http://schemas.openxmlformats.org/officeDocument/2006/relationships/image" Target="../media/pam_r2_dd0591b3e58d2859_image469.png" Id="R04db0135ed5c4900"/><Relationship Type="http://schemas.openxmlformats.org/officeDocument/2006/relationships/image" Target="../media/pam_r2_815169f4b30bf465_image470.png" Id="R69c7c7945f3a4241"/><Relationship Type="http://schemas.openxmlformats.org/officeDocument/2006/relationships/notesSlide" Target="../notesSlides/pam_r2_070d2ef6c9f692d2_notesSlide55.xml" Id="R1e4b74232e1e40c5"/><Relationship Id="rIdMathSvg0" Type="http://schemas.openxmlformats.org/officeDocument/2006/relationships/image" Target="../media/pam_r2_5d41f7628eb2dec3_t4_5d41f7628eb2dec399ceda55.svg"/><Relationship Id="rIdMathSvg1" Type="http://schemas.openxmlformats.org/officeDocument/2006/relationships/image" Target="../media/pam_r2_e19f416ebac7b7dd_t4_e19f416ebac7b7dd4205b7a8.svg"/><Relationship Id="rIdMathSvg2" Type="http://schemas.openxmlformats.org/officeDocument/2006/relationships/image" Target="../media/pam_r2_795ed67c1c19862f_t4_795ed67c1c19862f5dc40c0a.svg"/><Relationship Id="rIdMathSvg3" Type="http://schemas.openxmlformats.org/officeDocument/2006/relationships/image" Target="../media/pam_r2_8a95bb896049d5ee_t4_8a95bb896049d5eee90cb8fb.svg"/><Relationship Id="rIdMathSvg4" Type="http://schemas.openxmlformats.org/officeDocument/2006/relationships/image" Target="../media/pam_r2_21d638094f7ddb82_t4_21d638094f7ddb822448ed2c.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8.xml"/><Relationship Id="rIdNav3" Type="http://schemas.openxmlformats.org/officeDocument/2006/relationships/slide" Target="signal_zoom_r4_55.xml"/><Relationship Id="rIdNav4" Type="http://schemas.openxmlformats.org/officeDocument/2006/relationships/slide" Target="signal_zoom_r4_56.xml"/><Relationship Id="rIdNav5" Type="http://schemas.openxmlformats.org/officeDocument/2006/relationships/slide" Target="signal_zoom_r4_57.xml"/><Relationship Id="rIdNav6" Type="http://schemas.openxmlformats.org/officeDocument/2006/relationships/slide" Target="signal_zoom_r4_55.xml"/><Relationship Id="rIdNav7" Type="http://schemas.openxmlformats.org/officeDocument/2006/relationships/slide" Target="signal_zoom_r4_56.xml"/><Relationship Id="rIdNav8" Type="http://schemas.openxmlformats.org/officeDocument/2006/relationships/slide" Target="signal_zoom_r4_57.xml"/><Relationship Id="rIdT4ClickFrame1" Type="http://schemas.openxmlformats.org/officeDocument/2006/relationships/image" Target="../media/pam_r2_8223f1100217d5e0_image481.png"/><Relationship Id="rIdT4ClickFrame2" Type="http://schemas.openxmlformats.org/officeDocument/2006/relationships/image" Target="../media/pam_r2_ecaa2f8915d79b76_t4_click_ecaa2f8915d79b7639c07e25bf742ace9f40c8fe676e8bb22f519228f5142072.png"/><Relationship Id="rIdT4ClickFrame3" Type="http://schemas.openxmlformats.org/officeDocument/2006/relationships/image" Target="../media/pam_r2_7df1e100f6532723_t4_click_7df1e100f65327232b43202be0a48bb45e2943b4bb5dfbe5f4c178b37f4438e0.png"/><Relationship Id="rIdT4ClickFrame4" Type="http://schemas.openxmlformats.org/officeDocument/2006/relationships/image" Target="../media/pam_r2_bc843a5c4824eb25_t4_click_bc843a5c4824eb251cb802abc2dcfaaa5ddcb56b7d79a5d05e6576d479b15537.png"/><Relationship Id="rIdT4ClickFrame5" Type="http://schemas.openxmlformats.org/officeDocument/2006/relationships/image" Target="../media/pam_r2_003964def82b4e8f_t4_click_003964def82b4e8f00e56b97c014b4ee196952f2cb763ecf1e46194905c91844.png"/><Relationship Id="rIdT4ClickFrame6" Type="http://schemas.openxmlformats.org/officeDocument/2006/relationships/image" Target="../media/pam_r2_7c4a836c27197941_t4_click_7c4a836c27197941ef4c564d6928154ca404d6808a2db83be24173257523071e.png"/><Relationship Id="rIdT4ClickFrame7" Type="http://schemas.openxmlformats.org/officeDocument/2006/relationships/image" Target="../media/pam_r2_05d544377ade43ab_t4_click_05d544377ade43abd1f2ee4368ff918df90eae4f2f71e511c29edab3c66581b3.png"/><Relationship Id="rIdT4ClickFrame8" Type="http://schemas.openxmlformats.org/officeDocument/2006/relationships/image" Target="../media/pam_r2_59f8a53fcaec8e4c_t4_click_59f8a53fcaec8e4c2531438d2f1929837f69160c79ebbd27a8934d2e3f347d43.png"/><Relationship Id="rIdT4ClickFrame9" Type="http://schemas.openxmlformats.org/officeDocument/2006/relationships/image" Target="../media/pam_r2_e0d78537733c54d0_t4_click_e0d78537733c54d0180f1838fa3a9243c1dd729b515f7d2313503b3605e8d6db.png"/><Relationship Id="rIdT4ClickFrame10" Type="http://schemas.openxmlformats.org/officeDocument/2006/relationships/image" Target="../media/pam_r2_3182a8ac0895d7ec_t4_click_3182a8ac0895d7ec41322b762ce38072a61b44979fe1b70ec0ae5aab36820c77.png"/><Relationship Id="rIdT4ClickFrame11" Type="http://schemas.openxmlformats.org/officeDocument/2006/relationships/image" Target="../media/pam_r2_6090c776873ed471_t4_click_6090c776873ed4716476bbc8c925cb69f03397283d8616c4273703c430333774.png"/><Relationship Id="rIdT4ClickFrame12" Type="http://schemas.openxmlformats.org/officeDocument/2006/relationships/image" Target="../media/pam_r2_3765a1af0e9f8be2_t4_click_3765a1af0e9f8be2bb693b78725c1e465e40814f7e04286e68d73097dc40e457.png"/><Relationship Id="rIdT4ClickFrame13" Type="http://schemas.openxmlformats.org/officeDocument/2006/relationships/image" Target="../media/pam_r2_9f623c4373a6f1d5_t4_click_9f623c4373a6f1d5d1388f43b1ea9ae23caced2e516b9baaa9bf0c5c9104533a.png"/><Relationship Id="rIdT4ClickFrame14" Type="http://schemas.openxmlformats.org/officeDocument/2006/relationships/image" Target="../media/pam_r2_49a44803b0aab861_t4_click_49a44803b0aab8617564bc2744436e24eb9a4cecc1af4ed1b748d9a0e8a54cb7.png"/><Relationship Id="rIdT4ClickFrame15" Type="http://schemas.openxmlformats.org/officeDocument/2006/relationships/image" Target="../media/pam_r2_5ea7d8c77a3dd0dd_t4_click_5ea7d8c77a3dd0dd8dee61bd073f0734e05e006b557f759aeba8a66d63b8cfcb.png"/><Relationship Id="rIdT4ClickFrame16" Type="http://schemas.openxmlformats.org/officeDocument/2006/relationships/image" Target="../media/pam_r2_31d833854a9715d4_t4_click_31d833854a9715d4fcdfe98f31238b0b8f021d5a39a3e70bd9ad39dcfe723f7e.png"/><Relationship Id="rIdT4ClickFrame17" Type="http://schemas.openxmlformats.org/officeDocument/2006/relationships/image" Target="../media/pam_r2_9733e8761ee08ba0_image420.png"/><Relationship Id="rIdT4ClickFrame18" Type="http://schemas.openxmlformats.org/officeDocument/2006/relationships/image" Target="../media/pam_r2_668a49736630c537_image419.png"/><Relationship Id="rIdT4ClickFrame19" Type="http://schemas.openxmlformats.org/officeDocument/2006/relationships/image" Target="../media/pam_r2_5428246d2e416df7_t4_click_5428246d2e416df77e9b12d8dc3ccc6b7efdfe3483e8de00fa21f6ce8792cfa5.png"/><Relationship Id="rIdT4ClickFrame20" Type="http://schemas.openxmlformats.org/officeDocument/2006/relationships/image" Target="../media/pam_r2_30d7bc642dc29776_t4_click_30d7bc642dc297765fd280c7162e65a1e0306931781edc3beb230e27b59f538a.png"/><Relationship Id="rIdT4ClickFrame21" Type="http://schemas.openxmlformats.org/officeDocument/2006/relationships/image" Target="../media/pam_r2_82709fd9221f0d9d_t4_click_82709fd9221f0d9d1be371a53a7e85296e75f0bc3ab0372adc624b0e3b07cb37.png"/><Relationship Id="rIdT4ClickFrame22" Type="http://schemas.openxmlformats.org/officeDocument/2006/relationships/image" Target="../media/pam_r2_2d9ae845c7d8f1fe_t4_click_2d9ae845c7d8f1fe79764014a33cd53ecb5b49035e291b0910eb76e00f913fd2.png"/><Relationship Id="rIdT4ClickFrame23" Type="http://schemas.openxmlformats.org/officeDocument/2006/relationships/image" Target="../media/pam_r2_2383a52b48f55d74_t4_click_2383a52b48f55d74c3414b6f4181a2b855b27b35666a602790c12e74e0928203.png"/><Relationship Id="rIdT4ClickFrame24" Type="http://schemas.openxmlformats.org/officeDocument/2006/relationships/image" Target="../media/pam_r2_ac227166b0131638_t4_click_ac227166b01316383ede76442500e0d1e2bd793d8abadf522aaa3fdb633038aa.png"/><Relationship Id="rIdT4ClickFrame25" Type="http://schemas.openxmlformats.org/officeDocument/2006/relationships/image" Target="../media/pam_r2_7d2af0494672c760_t4_click_7d2af0494672c7605968f32e48dcbaf5f419fd1ba4488148843806af7c55f043.png"/><Relationship Id="rIdT4ClickFrame26" Type="http://schemas.openxmlformats.org/officeDocument/2006/relationships/image" Target="../media/pam_r2_066d213353ae7aaa_t4_click_066d213353ae7aaafa25930a69a667277311cc9a6da54f62c45d526aa6bf83f3.png"/><Relationship Id="rIdT4ClickFrame27" Type="http://schemas.openxmlformats.org/officeDocument/2006/relationships/image" Target="../media/pam_r2_894c31529be088fc_t4_click_894c31529be088fc3ecde212f467008837b9c53933baad72043bfdf123bfb9c7.png"/><Relationship Id="rIdT4ClickFrame28" Type="http://schemas.openxmlformats.org/officeDocument/2006/relationships/image" Target="../media/pam_r2_c88e10dfade29577_t4_click_c88e10dfade295776799ccb6a7a446e338e92f49384723d59401989ecd46dd3b.png"/><Relationship Id="rIdT4ClickFrame29" Type="http://schemas.openxmlformats.org/officeDocument/2006/relationships/image" Target="../media/pam_r2_3ecfc9d5942fc3be_t4_click_3ecfc9d5942fc3be651679eb9470d2bf2230edee90abe1fe99f1e4db69e0c2a0.png"/><Relationship Id="rIdT4ClickFrame30" Type="http://schemas.openxmlformats.org/officeDocument/2006/relationships/image" Target="../media/pam_r2_38aa1afefe92a9d5_t4_click_38aa1afefe92a9d543fd977911b4cc49d4ba7cbeef354fa12291a4acf55a50ce.png"/><Relationship Id="rIdT4ClickFrame31" Type="http://schemas.openxmlformats.org/officeDocument/2006/relationships/image" Target="../media/pam_r2_203ca114a6d5f136_t4_click_203ca114a6d5f13697f964a8d82610a005c48b24c64b08953b410d9708d4e849.png"/><Relationship Id="rIdT4ClickFrame32" Type="http://schemas.openxmlformats.org/officeDocument/2006/relationships/image" Target="../media/pam_r2_15f5d23474cbf4b0_t4_click_15f5d23474cbf4b0a67b7c8def550f8fe2e7f220f77a2379191ebb40f648cfe2.png"/><Relationship Id="rIdT4ClickFrame33" Type="http://schemas.openxmlformats.org/officeDocument/2006/relationships/image" Target="../media/pam_r2_a8681d9685140b9a_t4_click_a8681d9685140b9a118ca15ce679bc0208be9639674dd68636bc0386d4fd39ab.png"/><Relationship Id="rIdT4ClickFrame34" Type="http://schemas.openxmlformats.org/officeDocument/2006/relationships/image" Target="../media/pam_r2_44e0419547a4e35f_t4_click_44e0419547a4e35f2be2a6bf75c0ef580f8a112395906fc45b94b3046a790ad8.png"/><Relationship Id="rIdT4ClickFrame35" Type="http://schemas.openxmlformats.org/officeDocument/2006/relationships/image" Target="../media/pam_r2_cfa96720d0a42af1_t4_click_cfa96720d0a42af1eaddcc1c596d8550a935ec1b361c3c8a159401dfa6085755.png"/><Relationship Id="rIdT4ClickFrame36" Type="http://schemas.openxmlformats.org/officeDocument/2006/relationships/image" Target="../media/pam_r2_bade3d4399184693_t4_click_bade3d4399184693bec0d824f9d91a5a1fcf8c06439f116bc626e761d5a025a5.png"/><Relationship Id="rIdT4ClickFrame37" Type="http://schemas.openxmlformats.org/officeDocument/2006/relationships/image" Target="../media/pam_r2_537ae6459441cd23_t4_click_537ae6459441cd2333538698585cb282b5c0b634e6b670103ccf294f083d060e.png"/><Relationship Id="rIdT4ClickFrame38" Type="http://schemas.openxmlformats.org/officeDocument/2006/relationships/image" Target="../media/pam_r2_36f23601d25b793c_t4_click_36f23601d25b793c9939d57202c75cd1d8b5f99e26f7f65a822e7fb18c87e408.png"/><Relationship Id="rIdT4ClickFrame39" Type="http://schemas.openxmlformats.org/officeDocument/2006/relationships/image" Target="../media/pam_r2_cece8d78c8cba421_t4_click_cece8d78c8cba421f6e2847f9de64571ab80441f3d4fe836477234a66fdd6c41.png"/><Relationship Id="rIdT4ClickFrame40" Type="http://schemas.openxmlformats.org/officeDocument/2006/relationships/image" Target="../media/pam_r2_9733e8761ee08ba0_image420.png"/><Relationship Id="rIdT4ClickFrame41" Type="http://schemas.openxmlformats.org/officeDocument/2006/relationships/image" Target="../media/pam_r2_9733e8761ee08ba0_image420.png"/><Relationship Id="rIdT4ClickFrame42" Type="http://schemas.openxmlformats.org/officeDocument/2006/relationships/image" Target="../media/pam_r2_31d833854a9715d4_t4_click_31d833854a9715d4fcdfe98f31238b0b8f021d5a39a3e70bd9ad39dcfe723f7e.png"/><Relationship Id="rIdT4ClickFrame43" Type="http://schemas.openxmlformats.org/officeDocument/2006/relationships/image" Target="../media/pam_r2_5ea7d8c77a3dd0dd_t4_click_5ea7d8c77a3dd0dd8dee61bd073f0734e05e006b557f759aeba8a66d63b8cfcb.png"/><Relationship Id="rIdT4ClickFrame44" Type="http://schemas.openxmlformats.org/officeDocument/2006/relationships/image" Target="../media/pam_r2_49a44803b0aab861_t4_click_49a44803b0aab8617564bc2744436e24eb9a4cecc1af4ed1b748d9a0e8a54cb7.png"/><Relationship Id="rIdT4ClickFrame45" Type="http://schemas.openxmlformats.org/officeDocument/2006/relationships/image" Target="../media/pam_r2_9f623c4373a6f1d5_t4_click_9f623c4373a6f1d5d1388f43b1ea9ae23caced2e516b9baaa9bf0c5c9104533a.png"/><Relationship Id="rIdT4ClickFrame46" Type="http://schemas.openxmlformats.org/officeDocument/2006/relationships/image" Target="../media/pam_r2_3765a1af0e9f8be2_t4_click_3765a1af0e9f8be2bb693b78725c1e465e40814f7e04286e68d73097dc40e457.png"/><Relationship Id="rIdT4ClickFrame47" Type="http://schemas.openxmlformats.org/officeDocument/2006/relationships/image" Target="../media/pam_r2_6090c776873ed471_t4_click_6090c776873ed4716476bbc8c925cb69f03397283d8616c4273703c430333774.png"/><Relationship Id="rIdT4ClickFrame48" Type="http://schemas.openxmlformats.org/officeDocument/2006/relationships/image" Target="../media/pam_r2_3182a8ac0895d7ec_t4_click_3182a8ac0895d7ec41322b762ce38072a61b44979fe1b70ec0ae5aab36820c77.png"/><Relationship Id="rIdT4ClickFrame49" Type="http://schemas.openxmlformats.org/officeDocument/2006/relationships/image" Target="../media/pam_r2_e0d78537733c54d0_t4_click_e0d78537733c54d0180f1838fa3a9243c1dd729b515f7d2313503b3605e8d6db.png"/><Relationship Id="rIdT4ClickFrame50" Type="http://schemas.openxmlformats.org/officeDocument/2006/relationships/image" Target="../media/pam_r2_59f8a53fcaec8e4c_t4_click_59f8a53fcaec8e4c2531438d2f1929837f69160c79ebbd27a8934d2e3f347d43.png"/><Relationship Id="rIdT4ClickFrame51" Type="http://schemas.openxmlformats.org/officeDocument/2006/relationships/image" Target="../media/pam_r2_05d544377ade43ab_t4_click_05d544377ade43abd1f2ee4368ff918df90eae4f2f71e511c29edab3c66581b3.png"/><Relationship Id="rIdT4ClickFrame52" Type="http://schemas.openxmlformats.org/officeDocument/2006/relationships/image" Target="../media/pam_r2_7c4a836c27197941_t4_click_7c4a836c27197941ef4c564d6928154ca404d6808a2db83be24173257523071e.png"/><Relationship Id="rIdT4ClickFrame53" Type="http://schemas.openxmlformats.org/officeDocument/2006/relationships/image" Target="../media/pam_r2_003964def82b4e8f_t4_click_003964def82b4e8f00e56b97c014b4ee196952f2cb763ecf1e46194905c91844.png"/><Relationship Id="rIdT4ClickFrame54" Type="http://schemas.openxmlformats.org/officeDocument/2006/relationships/image" Target="../media/pam_r2_bc843a5c4824eb25_t4_click_bc843a5c4824eb251cb802abc2dcfaaa5ddcb56b7d79a5d05e6576d479b15537.png"/><Relationship Id="rIdT4ClickFrame55" Type="http://schemas.openxmlformats.org/officeDocument/2006/relationships/image" Target="../media/pam_r2_7df1e100f6532723_t4_click_7df1e100f65327232b43202be0a48bb45e2943b4bb5dfbe5f4c178b37f4438e0.png"/><Relationship Id="rIdT4ClickFrame56" Type="http://schemas.openxmlformats.org/officeDocument/2006/relationships/image" Target="../media/pam_r2_ecaa2f8915d79b76_t4_click_ecaa2f8915d79b7639c07e25bf742ace9f40c8fe676e8bb22f519228f5142072.png"/><Relationship Id="rIdT4ClickFrame57" Type="http://schemas.openxmlformats.org/officeDocument/2006/relationships/image" Target="../media/pam_r2_8223f1100217d5e0_image481.png"/></Relationships>
</file>

<file path=ppt/slides/_rels/signal_zoom_r4_56.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adf90585a55a465f"/><Relationship Type="http://schemas.openxmlformats.org/officeDocument/2006/relationships/image" Target="../media/pam_r2_8223f1100217d5e0_image481.png" Id="R38f55dfff62041b3"/><Relationship Type="http://schemas.openxmlformats.org/officeDocument/2006/relationships/image" Target="../media/pam_r2_3a76786af0c848c2_image472.png" Id="R05ab4bb164314dc8"/><Relationship Type="http://schemas.openxmlformats.org/officeDocument/2006/relationships/image" Target="../media/pam_r2_dc6e5377d3118b2e_image473.png" Id="Rff58b54888974406"/><Relationship Type="http://schemas.openxmlformats.org/officeDocument/2006/relationships/image" Target="../media/image7.png" Id="R0dafd2d73e034dfd"/><Relationship Type="http://schemas.openxmlformats.org/officeDocument/2006/relationships/image" Target="../media/image11.png" Id="Rf5514b1646b942c4"/><Relationship Type="http://schemas.openxmlformats.org/officeDocument/2006/relationships/image" Target="../media/pam_r2_2d0d256df7b804e1_image423.png" Id="Re553778a6b594bd8"/><Relationship Type="http://schemas.openxmlformats.org/officeDocument/2006/relationships/image" Target="../media/pam_r2_31a44fc0a32d595c_image477.png" Id="Rb89b3b5c5f354cf4"/><Relationship Type="http://schemas.openxmlformats.org/officeDocument/2006/relationships/image" Target="../media/pam_r2_af62607325aa8d13_image478.png" Id="R0d9d6e91134f4098"/><Relationship Type="http://schemas.openxmlformats.org/officeDocument/2006/relationships/image" Target="../media/pam_r2_7ee81152b97a957c_image379.png" Id="R77dd7fb3813f4b34"/><Relationship Type="http://schemas.openxmlformats.org/officeDocument/2006/relationships/image" Target="../media/pam_r2_3db008f2bab3dd8c_image219.png" Id="R49f66fbaebb141f5"/><Relationship Type="http://schemas.openxmlformats.org/officeDocument/2006/relationships/notesSlide" Target="../notesSlides/pam_r2_070d2ef6c9f692d2_notesSlide56.xml" Id="R1ef9ccce8af84f05"/><Relationship Id="rIdMathSvg0" Type="http://schemas.openxmlformats.org/officeDocument/2006/relationships/image" Target="../media/pam_r2_5d41f7628eb2dec3_t4_5d41f7628eb2dec399ceda55.svg"/><Relationship Id="rIdMathSvg1" Type="http://schemas.openxmlformats.org/officeDocument/2006/relationships/image" Target="../media/pam_r2_e19f416ebac7b7dd_t4_e19f416ebac7b7dd4205b7a8.svg"/><Relationship Id="rIdMathSvg2" Type="http://schemas.openxmlformats.org/officeDocument/2006/relationships/image" Target="../media/pam_r2_795ed67c1c19862f_t4_795ed67c1c19862f5dc40c0a.svg"/><Relationship Id="rIdMathSvg3" Type="http://schemas.openxmlformats.org/officeDocument/2006/relationships/image" Target="../media/pam_r2_ca3c3f4536346b84_t4_ca3c3f4536346b84e888b1de.svg"/><Relationship Id="rIdMathSvg4" Type="http://schemas.openxmlformats.org/officeDocument/2006/relationships/image" Target="../media/pam_r2_be363db5415eb67b_t4_be363db5415eb67bf3067683.svg"/><Relationship Id="rIdMathSvg5" Type="http://schemas.openxmlformats.org/officeDocument/2006/relationships/image" Target="../media/pam_r2_fad9d9274b5508a6_t4_fad9d9274b5508a614e46e2f.svg"/><Relationship Id="rIdMathSvg6" Type="http://schemas.openxmlformats.org/officeDocument/2006/relationships/image" Target="../media/pam_r2_16488c478fea130f_t4_16488c478fea130f182c9c83.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8.xml"/><Relationship Id="rIdNav3" Type="http://schemas.openxmlformats.org/officeDocument/2006/relationships/slide" Target="signal_zoom_r4_55.xml"/><Relationship Id="rIdNav4" Type="http://schemas.openxmlformats.org/officeDocument/2006/relationships/slide" Target="signal_zoom_r4_56.xml"/><Relationship Id="rIdNav5" Type="http://schemas.openxmlformats.org/officeDocument/2006/relationships/slide" Target="signal_zoom_r4_57.xml"/><Relationship Id="rIdNav6" Type="http://schemas.openxmlformats.org/officeDocument/2006/relationships/slide" Target="signal_zoom_r4_55.xml"/><Relationship Id="rIdNav7" Type="http://schemas.openxmlformats.org/officeDocument/2006/relationships/slide" Target="signal_zoom_r4_56.xml"/><Relationship Id="rIdNav8" Type="http://schemas.openxmlformats.org/officeDocument/2006/relationships/slide" Target="signal_zoom_r4_57.xml"/><Relationship Id="rIdT4ClickFrame1" Type="http://schemas.openxmlformats.org/officeDocument/2006/relationships/image" Target="../media/pam_r2_8223f1100217d5e0_image481.png"/><Relationship Id="rIdT4ClickFrame2" Type="http://schemas.openxmlformats.org/officeDocument/2006/relationships/image" Target="../media/pam_r2_cf2b0cf7e3ed5a78_t4_click_cf2b0cf7e3ed5a78d05b83086cdeaa76e53964e85323948e5f7cdd1fb1646adb.png"/><Relationship Id="rIdT4ClickFrame3" Type="http://schemas.openxmlformats.org/officeDocument/2006/relationships/image" Target="../media/pam_r2_9390e4e24e6db344_t4_click_9390e4e24e6db3442f75830a836b6d90c98fead722a96389d7788ebde469860e.png"/><Relationship Id="rIdT4ClickFrame4" Type="http://schemas.openxmlformats.org/officeDocument/2006/relationships/image" Target="../media/pam_r2_8b6523a6ea232059_t4_click_8b6523a6ea23205909ba111a6ff1dd581e1546d22a5c3b5fe8bb3e31ee5f367e.png"/><Relationship Id="rIdT4ClickFrame5" Type="http://schemas.openxmlformats.org/officeDocument/2006/relationships/image" Target="../media/pam_r2_14abaa3e8d9492ca_t4_click_14abaa3e8d9492ca9d03551a467dad7924e2837177b1214e5dfd4bd8ba17adb1.png"/><Relationship Id="rIdT4ClickFrame6" Type="http://schemas.openxmlformats.org/officeDocument/2006/relationships/image" Target="../media/pam_r2_89bd5eca3ec963ad_t4_click_89bd5eca3ec963ad944a56b8a3461f3dbc98558fb28d597c12613ecbeec01826.png"/><Relationship Id="rIdT4ClickFrame7" Type="http://schemas.openxmlformats.org/officeDocument/2006/relationships/image" Target="../media/pam_r2_1108e3679556414e_t4_click_1108e3679556414e727197df4b304a67b2425cee64720bbd8917543aa4c267bd.png"/><Relationship Id="rIdT4ClickFrame8" Type="http://schemas.openxmlformats.org/officeDocument/2006/relationships/image" Target="../media/pam_r2_d6348466db27e60a_t4_click_d6348466db27e60a769e8a33c5cfb22ea4789c74c7cc545227efb860a071ea20.png"/><Relationship Id="rIdT4ClickFrame9" Type="http://schemas.openxmlformats.org/officeDocument/2006/relationships/image" Target="../media/pam_r2_a74428efd62b2588_t4_click_a74428efd62b2588c451105746984e454e6e1f2a9c7c54e3e68e812075744e62.png"/><Relationship Id="rIdT4ClickFrame10" Type="http://schemas.openxmlformats.org/officeDocument/2006/relationships/image" Target="../media/pam_r2_11a98b28ede63b3a_t4_click_11a98b28ede63b3acd1ea081f8088fa302fc6146354c5b71fed96058b68d9770.png"/><Relationship Id="rIdT4ClickFrame11" Type="http://schemas.openxmlformats.org/officeDocument/2006/relationships/image" Target="../media/pam_r2_eb804b00a15f8c7a_t4_click_eb804b00a15f8c7a0c151c29c7837a5e6afde3d7cb02ffa1b9023f32323cfb96.png"/><Relationship Id="rIdT4ClickFrame12" Type="http://schemas.openxmlformats.org/officeDocument/2006/relationships/image" Target="../media/pam_r2_f3888ef7760f98ef_t4_click_f3888ef7760f98ef3a8e87efb09f466308f18d70de38f36c86e0e5de21f07940.png"/><Relationship Id="rIdT4ClickFrame13" Type="http://schemas.openxmlformats.org/officeDocument/2006/relationships/image" Target="../media/pam_r2_d6e5de886850bd92_t4_click_d6e5de886850bd928201e5a26e51e2c1d7d88b69f0fce4313c73dc74ed7d54e3.png"/><Relationship Id="rIdT4ClickFrame14" Type="http://schemas.openxmlformats.org/officeDocument/2006/relationships/image" Target="../media/pam_r2_3d3a68cfa8d670a5_t4_click_3d3a68cfa8d670a56898ce9b7cc358fddb017ef3a9bc517b6302df6dc51f32c8.png"/><Relationship Id="rIdT4ClickFrame15" Type="http://schemas.openxmlformats.org/officeDocument/2006/relationships/image" Target="../media/pam_r2_9cad5cc24bdb60d9_t4_click_9cad5cc24bdb60d937f64acb9f2cb44dbdc44f0471acdc2018d027ec23d0e54d.png"/><Relationship Id="rIdT4ClickFrame16" Type="http://schemas.openxmlformats.org/officeDocument/2006/relationships/image" Target="../media/pam_r2_5072d3bb4beedc72_t4_click_5072d3bb4beedc72d07221b46417abfd15c16885c08f2a23aafd2dca0d74ae63.png"/><Relationship Id="rIdT4ClickFrame17" Type="http://schemas.openxmlformats.org/officeDocument/2006/relationships/image" Target="../media/pam_r2_dc6e5377d3118b2e_image473.png"/><Relationship Id="rIdT4ClickFrame18" Type="http://schemas.openxmlformats.org/officeDocument/2006/relationships/image" Target="../media/pam_r2_3a76786af0c848c2_image472.png"/><Relationship Id="rIdT4ClickFrame19" Type="http://schemas.openxmlformats.org/officeDocument/2006/relationships/image" Target="../media/pam_r2_85d6f23b78f300fe_t4_click_85d6f23b78f300fe6e258a292286d3e3dc8d26611c4e0ffd33dcbfc628bdf8e9.png"/><Relationship Id="rIdT4ClickFrame20" Type="http://schemas.openxmlformats.org/officeDocument/2006/relationships/image" Target="../media/pam_r2_85d6f23b78f300fe_t4_click_85d6f23b78f300fe6e258a292286d3e3dc8d26611c4e0ffd33dcbfc628bdf8e9.png"/><Relationship Id="rIdT4ClickFrame21" Type="http://schemas.openxmlformats.org/officeDocument/2006/relationships/image" Target="../media/pam_r2_c7f597a32bff32d7_t4_click_c7f597a32bff32d709a9b1a4e9a8203ed28bdf84d7d04d800612efd68f43c0e4.png"/><Relationship Id="rIdT4ClickFrame22" Type="http://schemas.openxmlformats.org/officeDocument/2006/relationships/image" Target="../media/pam_r2_22b21e1407f6fbd6_t4_click_22b21e1407f6fbd68e6358e55d6a37bf64e5d03d5c10afa903be5bab1408e8ae.png"/><Relationship Id="rIdT4ClickFrame23" Type="http://schemas.openxmlformats.org/officeDocument/2006/relationships/image" Target="../media/pam_r2_22b21e1407f6fbd6_t4_click_22b21e1407f6fbd68e6358e55d6a37bf64e5d03d5c10afa903be5bab1408e8ae.png"/><Relationship Id="rIdT4ClickFrame24" Type="http://schemas.openxmlformats.org/officeDocument/2006/relationships/image" Target="../media/pam_r2_001c2c37789b75b6_t4_click_001c2c37789b75b677a156b75699ecc0108b52f85941eb163c37b79d756662c0.png"/><Relationship Id="rIdT4ClickFrame25" Type="http://schemas.openxmlformats.org/officeDocument/2006/relationships/image" Target="../media/pam_r2_001c2c37789b75b6_t4_click_001c2c37789b75b677a156b75699ecc0108b52f85941eb163c37b79d756662c0.png"/><Relationship Id="rIdT4ClickFrame26" Type="http://schemas.openxmlformats.org/officeDocument/2006/relationships/image" Target="../media/pam_r2_6f0bca5b7ce3987d_t4_click_6f0bca5b7ce3987d3d1d75ef80d76e208c44e109e16c88d052191e8fea5b03f4.png"/><Relationship Id="rIdT4ClickFrame27" Type="http://schemas.openxmlformats.org/officeDocument/2006/relationships/image" Target="../media/pam_r2_437354f1ccc6dca3_t4_click_437354f1ccc6dca39be151415f146c03d368ea393f109f8597ff85a62c0a9df8.png"/><Relationship Id="rIdT4ClickFrame28" Type="http://schemas.openxmlformats.org/officeDocument/2006/relationships/image" Target="../media/pam_r2_437354f1ccc6dca3_t4_click_437354f1ccc6dca39be151415f146c03d368ea393f109f8597ff85a62c0a9df8.png"/><Relationship Id="rIdT4ClickFrame29" Type="http://schemas.openxmlformats.org/officeDocument/2006/relationships/image" Target="../media/pam_r2_c06120aeb907e716_t4_click_c06120aeb907e7165ffd84cf72e449fe113e7d0d7e248d5860bad9a5a0f6d61e.png"/><Relationship Id="rIdT4ClickFrame30" Type="http://schemas.openxmlformats.org/officeDocument/2006/relationships/image" Target="../media/pam_r2_5501d7f212d2ddc7_t4_click_5501d7f212d2ddc76cac0c5b9909a57f81efad376095742370983d8b64fa3a52.png"/><Relationship Id="rIdT4ClickFrame31" Type="http://schemas.openxmlformats.org/officeDocument/2006/relationships/image" Target="../media/pam_r2_5501d7f212d2ddc7_t4_click_5501d7f212d2ddc76cac0c5b9909a57f81efad376095742370983d8b64fa3a52.png"/><Relationship Id="rIdT4ClickFrame32" Type="http://schemas.openxmlformats.org/officeDocument/2006/relationships/image" Target="../media/pam_r2_82807e222ade5522_t4_click_82807e222ade5522a7e0b40468e187f1817144dc6e0a05bc1d224892fdcbdb0a.png"/><Relationship Id="rIdT4ClickFrame33" Type="http://schemas.openxmlformats.org/officeDocument/2006/relationships/image" Target="../media/pam_r2_dfb4f68da2eae537_t4_click_dfb4f68da2eae537b0c71868f1ebf39e3901b2009d2b9f0d9adbe56b32eeecd7.png"/><Relationship Id="rIdT4ClickFrame34" Type="http://schemas.openxmlformats.org/officeDocument/2006/relationships/image" Target="../media/pam_r2_dfb4f68da2eae537_t4_click_dfb4f68da2eae537b0c71868f1ebf39e3901b2009d2b9f0d9adbe56b32eeecd7.png"/><Relationship Id="rIdT4ClickFrame35" Type="http://schemas.openxmlformats.org/officeDocument/2006/relationships/image" Target="../media/pam_r2_31ab0702a48c725f_t4_click_31ab0702a48c725fe95d50333ae49084968e7fb4c459642d4823b0171d0b1026.png"/><Relationship Id="rIdT4ClickFrame36" Type="http://schemas.openxmlformats.org/officeDocument/2006/relationships/image" Target="../media/pam_r2_31ab0702a48c725f_t4_click_31ab0702a48c725fe95d50333ae49084968e7fb4c459642d4823b0171d0b1026.png"/><Relationship Id="rIdT4ClickFrame37" Type="http://schemas.openxmlformats.org/officeDocument/2006/relationships/image" Target="../media/pam_r2_d553eeac7a38959f_t4_click_d553eeac7a38959f82c919fa545b7768056e67c9f448eb8b4f1c468faabd6ca4.png"/><Relationship Id="rIdT4ClickFrame38" Type="http://schemas.openxmlformats.org/officeDocument/2006/relationships/image" Target="../media/pam_r2_a6a0ed64a922d16f_t4_click_a6a0ed64a922d16f42730cc8d3978c1f4c2376ddf0330fe3ad2e62a6c5a67db1.png"/><Relationship Id="rIdT4ClickFrame39" Type="http://schemas.openxmlformats.org/officeDocument/2006/relationships/image" Target="../media/pam_r2_a6a0ed64a922d16f_t4_click_a6a0ed64a922d16f42730cc8d3978c1f4c2376ddf0330fe3ad2e62a6c5a67db1.png"/><Relationship Id="rIdT4ClickFrame40" Type="http://schemas.openxmlformats.org/officeDocument/2006/relationships/image" Target="../media/pam_r2_dc6e5377d3118b2e_image473.png"/><Relationship Id="rIdT4ClickFrame41" Type="http://schemas.openxmlformats.org/officeDocument/2006/relationships/image" Target="../media/pam_r2_dc6e5377d3118b2e_image473.png"/><Relationship Id="rIdT4ClickFrame42" Type="http://schemas.openxmlformats.org/officeDocument/2006/relationships/image" Target="../media/pam_r2_5072d3bb4beedc72_t4_click_5072d3bb4beedc72d07221b46417abfd15c16885c08f2a23aafd2dca0d74ae63.png"/><Relationship Id="rIdT4ClickFrame43" Type="http://schemas.openxmlformats.org/officeDocument/2006/relationships/image" Target="../media/pam_r2_9cad5cc24bdb60d9_t4_click_9cad5cc24bdb60d937f64acb9f2cb44dbdc44f0471acdc2018d027ec23d0e54d.png"/><Relationship Id="rIdT4ClickFrame44" Type="http://schemas.openxmlformats.org/officeDocument/2006/relationships/image" Target="../media/pam_r2_3d3a68cfa8d670a5_t4_click_3d3a68cfa8d670a56898ce9b7cc358fddb017ef3a9bc517b6302df6dc51f32c8.png"/><Relationship Id="rIdT4ClickFrame45" Type="http://schemas.openxmlformats.org/officeDocument/2006/relationships/image" Target="../media/pam_r2_d6e5de886850bd92_t4_click_d6e5de886850bd928201e5a26e51e2c1d7d88b69f0fce4313c73dc74ed7d54e3.png"/><Relationship Id="rIdT4ClickFrame46" Type="http://schemas.openxmlformats.org/officeDocument/2006/relationships/image" Target="../media/pam_r2_f3888ef7760f98ef_t4_click_f3888ef7760f98ef3a8e87efb09f466308f18d70de38f36c86e0e5de21f07940.png"/><Relationship Id="rIdT4ClickFrame47" Type="http://schemas.openxmlformats.org/officeDocument/2006/relationships/image" Target="../media/pam_r2_eb804b00a15f8c7a_t4_click_eb804b00a15f8c7a0c151c29c7837a5e6afde3d7cb02ffa1b9023f32323cfb96.png"/><Relationship Id="rIdT4ClickFrame48" Type="http://schemas.openxmlformats.org/officeDocument/2006/relationships/image" Target="../media/pam_r2_11a98b28ede63b3a_t4_click_11a98b28ede63b3acd1ea081f8088fa302fc6146354c5b71fed96058b68d9770.png"/><Relationship Id="rIdT4ClickFrame49" Type="http://schemas.openxmlformats.org/officeDocument/2006/relationships/image" Target="../media/pam_r2_a74428efd62b2588_t4_click_a74428efd62b2588c451105746984e454e6e1f2a9c7c54e3e68e812075744e62.png"/><Relationship Id="rIdT4ClickFrame50" Type="http://schemas.openxmlformats.org/officeDocument/2006/relationships/image" Target="../media/pam_r2_d6348466db27e60a_t4_click_d6348466db27e60a769e8a33c5cfb22ea4789c74c7cc545227efb860a071ea20.png"/><Relationship Id="rIdT4ClickFrame51" Type="http://schemas.openxmlformats.org/officeDocument/2006/relationships/image" Target="../media/pam_r2_1108e3679556414e_t4_click_1108e3679556414e727197df4b304a67b2425cee64720bbd8917543aa4c267bd.png"/><Relationship Id="rIdT4ClickFrame52" Type="http://schemas.openxmlformats.org/officeDocument/2006/relationships/image" Target="../media/pam_r2_89bd5eca3ec963ad_t4_click_89bd5eca3ec963ad944a56b8a3461f3dbc98558fb28d597c12613ecbeec01826.png"/><Relationship Id="rIdT4ClickFrame53" Type="http://schemas.openxmlformats.org/officeDocument/2006/relationships/image" Target="../media/pam_r2_14abaa3e8d9492ca_t4_click_14abaa3e8d9492ca9d03551a467dad7924e2837177b1214e5dfd4bd8ba17adb1.png"/><Relationship Id="rIdT4ClickFrame54" Type="http://schemas.openxmlformats.org/officeDocument/2006/relationships/image" Target="../media/pam_r2_8b6523a6ea232059_t4_click_8b6523a6ea23205909ba111a6ff1dd581e1546d22a5c3b5fe8bb3e31ee5f367e.png"/><Relationship Id="rIdT4ClickFrame55" Type="http://schemas.openxmlformats.org/officeDocument/2006/relationships/image" Target="../media/pam_r2_9390e4e24e6db344_t4_click_9390e4e24e6db3442f75830a836b6d90c98fead722a96389d7788ebde469860e.png"/><Relationship Id="rIdT4ClickFrame56" Type="http://schemas.openxmlformats.org/officeDocument/2006/relationships/image" Target="../media/pam_r2_cf2b0cf7e3ed5a78_t4_click_cf2b0cf7e3ed5a78d05b83086cdeaa76e53964e85323948e5f7cdd1fb1646adb.png"/><Relationship Id="rIdT4ClickFrame57" Type="http://schemas.openxmlformats.org/officeDocument/2006/relationships/image" Target="../media/pam_r2_8223f1100217d5e0_image481.png"/></Relationships>
</file>

<file path=ppt/slides/_rels/signal_zoom_r4_5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c6f78cf5f6764185"/><Relationship Type="http://schemas.openxmlformats.org/officeDocument/2006/relationships/image" Target="../media/pam_r2_8223f1100217d5e0_image481.png" Id="R5e5a9ca1013e48a7"/><Relationship Type="http://schemas.openxmlformats.org/officeDocument/2006/relationships/image" Target="../media/pam_r2_7f2947933ca3c2d4_image433.png" Id="R7475604e9ceb4299"/><Relationship Type="http://schemas.openxmlformats.org/officeDocument/2006/relationships/image" Target="../media/pam_r2_2e9f1522cbc863a7_image434.png" Id="R29e165ad34c04589"/><Relationship Type="http://schemas.openxmlformats.org/officeDocument/2006/relationships/image" Target="../media/image7.png" Id="Rc76cd013a1204192"/><Relationship Type="http://schemas.openxmlformats.org/officeDocument/2006/relationships/image" Target="../media/image11.png" Id="R81c8501752ea4811"/><Relationship Type="http://schemas.openxmlformats.org/officeDocument/2006/relationships/image" Target="../media/pam_r2_2d0d256df7b804e1_image423.png" Id="R28e99db656474d36"/><Relationship Type="http://schemas.openxmlformats.org/officeDocument/2006/relationships/image" Target="../media/pam_r2_3db008f2bab3dd8c_image219.png" Id="R19943ae5e3a34020"/><Relationship Type="http://schemas.openxmlformats.org/officeDocument/2006/relationships/image" Target="../media/pam_r2_58190f6387cd3d5d_image488.png" Id="Rd7ebb7dd0848423a"/><Relationship Type="http://schemas.openxmlformats.org/officeDocument/2006/relationships/image" Target="../media/pam_r2_2544eb1e1adb0c01_image489.png" Id="R28b56dbf1fd84152"/><Relationship Type="http://schemas.openxmlformats.org/officeDocument/2006/relationships/image" Target="../media/pam_r2_27b2f3f56a80a622_image221.png" Id="R2204603ed80040fd"/><Relationship Type="http://schemas.openxmlformats.org/officeDocument/2006/relationships/image" Target="../media/pam_r2_3db008f2bab3dd8c_image219.png" Id="Rb99d61bee29b4988"/><Relationship Type="http://schemas.openxmlformats.org/officeDocument/2006/relationships/image" Target="../media/pam_r2_937a1f33872d4992_image222.png" Id="Rc5ea63a225c7430d"/><Relationship Type="http://schemas.openxmlformats.org/officeDocument/2006/relationships/notesSlide" Target="../notesSlides/pam_r2_070d2ef6c9f692d2_notesSlide57.xml" Id="Rc48de8418e1f402b"/><Relationship Id="rIdMathSvg0" Type="http://schemas.openxmlformats.org/officeDocument/2006/relationships/image" Target="../media/pam_r2_5d41f7628eb2dec3_t4_5d41f7628eb2dec399ceda55.svg"/><Relationship Id="rIdMathSvg1" Type="http://schemas.openxmlformats.org/officeDocument/2006/relationships/image" Target="../media/pam_r2_e19f416ebac7b7dd_t4_e19f416ebac7b7dd4205b7a8.svg"/><Relationship Id="rIdMathSvg2" Type="http://schemas.openxmlformats.org/officeDocument/2006/relationships/image" Target="../media/pam_r2_795ed67c1c19862f_t4_795ed67c1c19862f5dc40c0a.svg"/><Relationship Id="rIdMathSvg3" Type="http://schemas.openxmlformats.org/officeDocument/2006/relationships/image" Target="../media/pam_r2_16488c478fea130f_t4_16488c478fea130f182c9c83.svg"/><Relationship Id="rIdMathSvg4" Type="http://schemas.openxmlformats.org/officeDocument/2006/relationships/image" Target="../media/pam_r2_ebc8cab6d066cdac_t4_ebc8cab6d066cdac29268b06.svg"/><Relationship Id="rIdMathSvg5" Type="http://schemas.openxmlformats.org/officeDocument/2006/relationships/image" Target="../media/pam_r2_4590441255ba5f58_t4_4590441255ba5f58904e47fe.svg"/><Relationship Id="rIdMathSvg6" Type="http://schemas.openxmlformats.org/officeDocument/2006/relationships/image" Target="../media/pam_r2_fda494ca984923f1_t4_fda494ca984923f11899a5e2.svg"/><Relationship Id="rIdMathSvg7" Type="http://schemas.openxmlformats.org/officeDocument/2006/relationships/image" Target="../media/pam_r2_16488c478fea130f_t4_16488c478fea130f182c9c83.svg"/><Relationship Id="rIdMathSvg8" Type="http://schemas.openxmlformats.org/officeDocument/2006/relationships/image" Target="../media/pam_r2_7af3405b2d10c721_t4_7af3405b2d10c72126203b75.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8.xml"/><Relationship Id="rIdNav3" Type="http://schemas.openxmlformats.org/officeDocument/2006/relationships/slide" Target="signal_zoom_r4_55.xml"/><Relationship Id="rIdNav4" Type="http://schemas.openxmlformats.org/officeDocument/2006/relationships/slide" Target="signal_zoom_r4_56.xml"/><Relationship Id="rIdNav5" Type="http://schemas.openxmlformats.org/officeDocument/2006/relationships/slide" Target="signal_zoom_r4_57.xml"/><Relationship Id="rIdNav6" Type="http://schemas.openxmlformats.org/officeDocument/2006/relationships/slide" Target="signal_zoom_r4_55.xml"/><Relationship Id="rIdNav7" Type="http://schemas.openxmlformats.org/officeDocument/2006/relationships/slide" Target="signal_zoom_r4_56.xml"/><Relationship Id="rIdNav8" Type="http://schemas.openxmlformats.org/officeDocument/2006/relationships/slide" Target="signal_zoom_r4_57.xml"/><Relationship Id="rIdT4ClickFrame1" Type="http://schemas.openxmlformats.org/officeDocument/2006/relationships/image" Target="../media/pam_r2_8223f1100217d5e0_image481.png"/><Relationship Id="rIdT4ClickFrame2" Type="http://schemas.openxmlformats.org/officeDocument/2006/relationships/image" Target="../media/pam_r2_bb699c1f375b3c80_t4_click_bb699c1f375b3c8095ce35d3d3ba1f90d4aa177cf8e7bacf505cd5024d2c8224.png"/><Relationship Id="rIdT4ClickFrame3" Type="http://schemas.openxmlformats.org/officeDocument/2006/relationships/image" Target="../media/pam_r2_d13a5707f2a83f36_t4_click_d13a5707f2a83f360c8081a775e9f2b939db82a7d9565863809db6e6c7e210ab.png"/><Relationship Id="rIdT4ClickFrame4" Type="http://schemas.openxmlformats.org/officeDocument/2006/relationships/image" Target="../media/pam_r2_3c2bcb8e70c15785_t4_click_3c2bcb8e70c15785e77234354e4026e67b152729a884960be539298973e8e142.png"/><Relationship Id="rIdT4ClickFrame5" Type="http://schemas.openxmlformats.org/officeDocument/2006/relationships/image" Target="../media/pam_r2_364bda3eed05ef61_t4_click_364bda3eed05ef6172cd81567947ad36b7637aaba1535e9afa1916cb91eb7633.png"/><Relationship Id="rIdT4ClickFrame6" Type="http://schemas.openxmlformats.org/officeDocument/2006/relationships/image" Target="../media/pam_r2_20e9ea2dfdefcd23_t4_click_20e9ea2dfdefcd23db2c8a34fa1e4aad8c63e13cea6f90ba4164bd261b83357b.png"/><Relationship Id="rIdT4ClickFrame7" Type="http://schemas.openxmlformats.org/officeDocument/2006/relationships/image" Target="../media/pam_r2_c07a0f0bbade20f9_t4_click_c07a0f0bbade20f9ba27fc2bd4ccb91c771d14671426bc85cdb942c962bb1b08.png"/><Relationship Id="rIdT4ClickFrame8" Type="http://schemas.openxmlformats.org/officeDocument/2006/relationships/image" Target="../media/pam_r2_8c5ac0d30b44d628_t4_click_8c5ac0d30b44d6283fa74ed12e112017cbadca87af63eca54f886d40299203db.png"/><Relationship Id="rIdT4ClickFrame9" Type="http://schemas.openxmlformats.org/officeDocument/2006/relationships/image" Target="../media/pam_r2_d4102c2c8e4af6ea_t4_click_d4102c2c8e4af6ea7d9033cbd1245cd00e6c5d88bd2d4b3468ba7c29d758487c.png"/><Relationship Id="rIdT4ClickFrame10" Type="http://schemas.openxmlformats.org/officeDocument/2006/relationships/image" Target="../media/pam_r2_726a1b1e0ecedbdb_t4_click_726a1b1e0ecedbdb43e576da61f05a94cea75dfda3ca053d98b438d8b64e0821.png"/><Relationship Id="rIdT4ClickFrame11" Type="http://schemas.openxmlformats.org/officeDocument/2006/relationships/image" Target="../media/pam_r2_7ca8c82eb3fdbf61_t4_click_7ca8c82eb3fdbf613007425a20c0a79c3348c342b7aa083fa743551ae6491d40.png"/><Relationship Id="rIdT4ClickFrame12" Type="http://schemas.openxmlformats.org/officeDocument/2006/relationships/image" Target="../media/pam_r2_30b64a83e6a3462b_t4_click_30b64a83e6a3462be7d3faa92fd4c6ce0630bdbcdbcc53265f947ae9ce0c174b.png"/><Relationship Id="rIdT4ClickFrame13" Type="http://schemas.openxmlformats.org/officeDocument/2006/relationships/image" Target="../media/pam_r2_3ed61272a7b80645_t4_click_3ed61272a7b80645f7b3c214344fe4770b7cbc6a0bb6a1fb34a8218f0510d62e.png"/><Relationship Id="rIdT4ClickFrame14" Type="http://schemas.openxmlformats.org/officeDocument/2006/relationships/image" Target="../media/pam_r2_542b83c88d31d0ac_t4_click_542b83c88d31d0ac9d1e97b5d8dee6e7050d682b7d4e239507460405ff71a524.png"/><Relationship Id="rIdT4ClickFrame15" Type="http://schemas.openxmlformats.org/officeDocument/2006/relationships/image" Target="../media/pam_r2_5b16d09ccf11f796_t4_click_5b16d09ccf11f796113528fe7f30a20d3bb24f375f1a2d06928250ba46b0bc63.png"/><Relationship Id="rIdT4ClickFrame16" Type="http://schemas.openxmlformats.org/officeDocument/2006/relationships/image" Target="../media/pam_r2_1c58131eb61947c3_t4_click_1c58131eb61947c31944db19337abf12c524bbf19ea2629f2ef41200e98d02c7.png"/><Relationship Id="rIdT4ClickFrame17" Type="http://schemas.openxmlformats.org/officeDocument/2006/relationships/image" Target="../media/pam_r2_2e9f1522cbc863a7_image434.png"/><Relationship Id="rIdT4ClickFrame18" Type="http://schemas.openxmlformats.org/officeDocument/2006/relationships/image" Target="../media/pam_r2_7f2947933ca3c2d4_image433.png"/><Relationship Id="rIdT4ClickFrame19" Type="http://schemas.openxmlformats.org/officeDocument/2006/relationships/image" Target="../media/pam_r2_ebb0ecc808cfd767_t4_click_ebb0ecc808cfd767a392b6080926e6f9ab35011fe339605e4aa4603d4e2f1b22.png"/><Relationship Id="rIdT4ClickFrame20" Type="http://schemas.openxmlformats.org/officeDocument/2006/relationships/image" Target="../media/pam_r2_7b4530847e08e7cf_t4_click_7b4530847e08e7cf7571e15c6b1c20a9ade6bd427803fa172bf5fb273fe55547.png"/><Relationship Id="rIdT4ClickFrame21" Type="http://schemas.openxmlformats.org/officeDocument/2006/relationships/image" Target="../media/pam_r2_b67f0ae9a5afb7e5_t4_click_b67f0ae9a5afb7e525064bfb7ed2576280ab6ebef399db3a19c9f774e7a1f943.png"/><Relationship Id="rIdT4ClickFrame22" Type="http://schemas.openxmlformats.org/officeDocument/2006/relationships/image" Target="../media/pam_r2_bf9616b3b5897a78_t4_click_bf9616b3b5897a78ddb550ea89f0ecab397babc40abc144281ae114d79bd2b42.png"/><Relationship Id="rIdT4ClickFrame23" Type="http://schemas.openxmlformats.org/officeDocument/2006/relationships/image" Target="../media/pam_r2_0ce456125ffe6305_t4_click_0ce456125ffe6305007c715afed839b8f2378b2c2c6d8ccf29d9259e0b3f3ad6.png"/><Relationship Id="rIdT4ClickFrame24" Type="http://schemas.openxmlformats.org/officeDocument/2006/relationships/image" Target="../media/pam_r2_7afcb83314b5a897_t4_click_7afcb83314b5a897dca8997e0075c4858254dbd8abe56354cefa148601aa49f1.png"/><Relationship Id="rIdT4ClickFrame25" Type="http://schemas.openxmlformats.org/officeDocument/2006/relationships/image" Target="../media/pam_r2_3c911113a707a03c_t4_click_3c911113a707a03c0482360903cc18580fff71f569f51d49d1d27e1ef0f6b312.png"/><Relationship Id="rIdT4ClickFrame26" Type="http://schemas.openxmlformats.org/officeDocument/2006/relationships/image" Target="../media/pam_r2_15e31b7b755afaf0_t4_click_15e31b7b755afaf0ea95528f00f6a50b3aa1b82c7f0765c65da2ff6da50a72b3.png"/><Relationship Id="rIdT4ClickFrame27" Type="http://schemas.openxmlformats.org/officeDocument/2006/relationships/image" Target="../media/pam_r2_89786af02437e6c3_t4_click_89786af02437e6c3fa882dccb8739ea40df1e844550d8ea1c072f5e9bc6c07aa.png"/><Relationship Id="rIdT4ClickFrame28" Type="http://schemas.openxmlformats.org/officeDocument/2006/relationships/image" Target="../media/pam_r2_89786af02437e6c3_t4_click_89786af02437e6c3fa882dccb8739ea40df1e844550d8ea1c072f5e9bc6c07aa.png"/><Relationship Id="rIdT4ClickFrame29" Type="http://schemas.openxmlformats.org/officeDocument/2006/relationships/image" Target="../media/pam_r2_24b64b60a2bf0e5a_t4_click_24b64b60a2bf0e5a42ec9630d487d2ccb56a184037619c865a016f7c8182698f.png"/><Relationship Id="rIdT4ClickFrame30" Type="http://schemas.openxmlformats.org/officeDocument/2006/relationships/image" Target="../media/pam_r2_098d2e9c1f0d6df4_t4_click_098d2e9c1f0d6df45833931003e1a9b25ebcf6eca1a98dc91cc6cf062ac20a2c.png"/><Relationship Id="rIdT4ClickFrame31" Type="http://schemas.openxmlformats.org/officeDocument/2006/relationships/image" Target="../media/pam_r2_ca3f529c4487529d_t4_click_ca3f529c4487529d8c93ea3f809cd5bc28530d56560dea3bdb766d508846d814.png"/><Relationship Id="rIdT4ClickFrame32" Type="http://schemas.openxmlformats.org/officeDocument/2006/relationships/image" Target="../media/pam_r2_047b5f9c30d1cef2_t4_click_047b5f9c30d1cef27430a3b4a8d8ee5ce1675a669e0ce4352837aeb6286de7ba.png"/><Relationship Id="rIdT4ClickFrame33" Type="http://schemas.openxmlformats.org/officeDocument/2006/relationships/image" Target="../media/pam_r2_0fff6fd043541406_t4_click_0fff6fd0435414061502a9ca4700886a8d6032940a0123c95acd9997b7b54a68.png"/><Relationship Id="rIdT4ClickFrame34" Type="http://schemas.openxmlformats.org/officeDocument/2006/relationships/image" Target="../media/pam_r2_e24eb25717171883_t4_click_e24eb2571717188332400b02bbedfa4139e8512fa4497f51ffe049efdda062ba.png"/><Relationship Id="rIdT4ClickFrame35" Type="http://schemas.openxmlformats.org/officeDocument/2006/relationships/image" Target="../media/pam_r2_ff3b4201695a7e5b_t4_click_ff3b4201695a7e5b53fb825b0b5aec33040b868af9b085e4c44e1e4ec2fca784.png"/><Relationship Id="rIdT4ClickFrame36" Type="http://schemas.openxmlformats.org/officeDocument/2006/relationships/image" Target="../media/pam_r2_8aa53a032234bb77_t4_click_8aa53a032234bb774fb650e88f0f67664d19d460a5e22e67380b3375bc257323.png"/><Relationship Id="rIdT4ClickFrame37" Type="http://schemas.openxmlformats.org/officeDocument/2006/relationships/image" Target="../media/pam_r2_81991f2e937b3531_t4_click_81991f2e937b35317df618b498e327e95f468578cf2ff2c64c927c503bc05a62.png"/><Relationship Id="rIdT4ClickFrame38" Type="http://schemas.openxmlformats.org/officeDocument/2006/relationships/image" Target="../media/pam_r2_f38ff424d0a63952_t4_click_f38ff424d0a6395231c74e1e2b7a13d5773428c950f5cb9a68a8c4e87d7ce93a.png"/><Relationship Id="rIdT4ClickFrame39" Type="http://schemas.openxmlformats.org/officeDocument/2006/relationships/image" Target="../media/pam_r2_1bbcc539e60d234d_t4_click_1bbcc539e60d234d3b621fc1ea017e0861eb1bbdc1b7639374f932566630d56b.png"/><Relationship Id="rIdT4ClickFrame40" Type="http://schemas.openxmlformats.org/officeDocument/2006/relationships/image" Target="../media/pam_r2_604f96f4a72514ff_t4_click_604f96f4a72514ffef8c29210c23a66ca095e34cbe3805b0d496b4845f31d841.png"/><Relationship Id="rIdT4ClickFrame41" Type="http://schemas.openxmlformats.org/officeDocument/2006/relationships/image" Target="../media/pam_r2_445496ad8fc702c1_t4_click_445496ad8fc702c1cee8708f77e0b5d74ce66e952f328906be4805f03eb9eadf.png"/><Relationship Id="rIdT4ClickFrame42" Type="http://schemas.openxmlformats.org/officeDocument/2006/relationships/image" Target="../media/pam_r2_22e6a148363f8764_t4_click_22e6a148363f87647247c25a8020dfade1a04a8f4f6f5c828681b8ba8c08f456.png"/><Relationship Id="rIdT4ClickFrame43" Type="http://schemas.openxmlformats.org/officeDocument/2006/relationships/image" Target="../media/pam_r2_20bc07f38a167e35_t4_click_20bc07f38a167e356e9f549149700d6d3edea95ceb2554f566bbe08b816be7a3.png"/><Relationship Id="rIdT4ClickFrame44" Type="http://schemas.openxmlformats.org/officeDocument/2006/relationships/image" Target="../media/pam_r2_f0a6c5803a645e59_t4_click_f0a6c5803a645e59738a5944d4d0f9e48e57459ba99f8a293ff010c393b8a608.png"/><Relationship Id="rIdT4ClickFrame45" Type="http://schemas.openxmlformats.org/officeDocument/2006/relationships/image" Target="../media/pam_r2_967cb923f2f6f441_t4_click_967cb923f2f6f441493ee2495d3057aaf80e2c0fb609907ad2e5bc604db32109.png"/><Relationship Id="rIdT4ClickFrame46" Type="http://schemas.openxmlformats.org/officeDocument/2006/relationships/image" Target="../media/pam_r2_95397444b9c7e1be_t4_click_95397444b9c7e1bea7e7bf4db087ae2084414b4fc903ece6a8cc4874722d31e6.png"/><Relationship Id="rIdT4ClickFrame47" Type="http://schemas.openxmlformats.org/officeDocument/2006/relationships/image" Target="../media/pam_r2_a1428a5108ee08a6_t4_click_a1428a5108ee08a6003b02ec1f16a278ade654f39fffb82bbb5ed9cfe255f16a.png"/><Relationship Id="rIdT4ClickFrame48" Type="http://schemas.openxmlformats.org/officeDocument/2006/relationships/image" Target="../media/pam_r2_d685d5ce9f853492_t4_click_d685d5ce9f8534926d04b354d6570252e7cdc64e774436f08afc7c8ca249b390.png"/><Relationship Id="rIdT4ClickFrame49" Type="http://schemas.openxmlformats.org/officeDocument/2006/relationships/image" Target="../media/pam_r2_d3e798886e50f3ce_t4_click_d3e798886e50f3cef822f8f2e9643aa595e1cbd14011ea745a84164ba0b38712.png"/><Relationship Id="rIdT4ClickFrame50" Type="http://schemas.openxmlformats.org/officeDocument/2006/relationships/image" Target="../media/pam_r2_0be3534be9ef6071_t4_click_0be3534be9ef6071d68c6ec053f2a5f5791165be3fe2ddb0ea8fa127f28b33b7.png"/><Relationship Id="rIdT4ClickFrame51" Type="http://schemas.openxmlformats.org/officeDocument/2006/relationships/image" Target="../media/pam_r2_a68ea133d05425c8_t4_click_a68ea133d05425c88b47784c1de231f4224de749d91f105d6e415eafca5c3454.png"/><Relationship Id="rIdT4ClickFrame52" Type="http://schemas.openxmlformats.org/officeDocument/2006/relationships/image" Target="../media/pam_r2_da1204ee6ac33e60_t4_click_da1204ee6ac33e6025596ab5cc612f3246e657c0b8e5e9453053c378d9361a05.png"/><Relationship Id="rIdT4ClickFrame53" Type="http://schemas.openxmlformats.org/officeDocument/2006/relationships/image" Target="../media/pam_r2_eb3fbc21080f7a0d_t4_click_eb3fbc21080f7a0dcda9c8005696f164d1e22a0c470f52c658f5e79a185931e4.png"/><Relationship Id="rIdT4ClickFrame54" Type="http://schemas.openxmlformats.org/officeDocument/2006/relationships/image" Target="../media/pam_r2_33a7ea57b35ea6ce_t4_click_33a7ea57b35ea6ce20e9043574f6cc831a0b0ccf4b2da4710b6b79cadbdbe481.png"/><Relationship Id="rIdT4ClickFrame55" Type="http://schemas.openxmlformats.org/officeDocument/2006/relationships/image" Target="../media/pam_r2_2e9f1522cbc863a7_image434.png"/><Relationship Id="rIdT4ClickFrame56" Type="http://schemas.openxmlformats.org/officeDocument/2006/relationships/image" Target="../media/pam_r2_1c58131eb61947c3_t4_click_1c58131eb61947c31944db19337abf12c524bbf19ea2629f2ef41200e98d02c7.png"/><Relationship Id="rIdT4ClickFrame57" Type="http://schemas.openxmlformats.org/officeDocument/2006/relationships/image" Target="../media/pam_r2_5b16d09ccf11f796_t4_click_5b16d09ccf11f796113528fe7f30a20d3bb24f375f1a2d06928250ba46b0bc63.png"/><Relationship Id="rIdT4ClickFrame58" Type="http://schemas.openxmlformats.org/officeDocument/2006/relationships/image" Target="../media/pam_r2_542b83c88d31d0ac_t4_click_542b83c88d31d0ac9d1e97b5d8dee6e7050d682b7d4e239507460405ff71a524.png"/><Relationship Id="rIdT4ClickFrame59" Type="http://schemas.openxmlformats.org/officeDocument/2006/relationships/image" Target="../media/pam_r2_3ed61272a7b80645_t4_click_3ed61272a7b80645f7b3c214344fe4770b7cbc6a0bb6a1fb34a8218f0510d62e.png"/><Relationship Id="rIdT4ClickFrame60" Type="http://schemas.openxmlformats.org/officeDocument/2006/relationships/image" Target="../media/pam_r2_30b64a83e6a3462b_t4_click_30b64a83e6a3462be7d3faa92fd4c6ce0630bdbcdbcc53265f947ae9ce0c174b.png"/><Relationship Id="rIdT4ClickFrame61" Type="http://schemas.openxmlformats.org/officeDocument/2006/relationships/image" Target="../media/pam_r2_7ca8c82eb3fdbf61_t4_click_7ca8c82eb3fdbf613007425a20c0a79c3348c342b7aa083fa743551ae6491d40.png"/><Relationship Id="rIdT4ClickFrame62" Type="http://schemas.openxmlformats.org/officeDocument/2006/relationships/image" Target="../media/pam_r2_726a1b1e0ecedbdb_t4_click_726a1b1e0ecedbdb43e576da61f05a94cea75dfda3ca053d98b438d8b64e0821.png"/><Relationship Id="rIdT4ClickFrame63" Type="http://schemas.openxmlformats.org/officeDocument/2006/relationships/image" Target="../media/pam_r2_d4102c2c8e4af6ea_t4_click_d4102c2c8e4af6ea7d9033cbd1245cd00e6c5d88bd2d4b3468ba7c29d758487c.png"/><Relationship Id="rIdT4ClickFrame64" Type="http://schemas.openxmlformats.org/officeDocument/2006/relationships/image" Target="../media/pam_r2_8c5ac0d30b44d628_t4_click_8c5ac0d30b44d6283fa74ed12e112017cbadca87af63eca54f886d40299203db.png"/><Relationship Id="rIdT4ClickFrame65" Type="http://schemas.openxmlformats.org/officeDocument/2006/relationships/image" Target="../media/pam_r2_c07a0f0bbade20f9_t4_click_c07a0f0bbade20f9ba27fc2bd4ccb91c771d14671426bc85cdb942c962bb1b08.png"/><Relationship Id="rIdT4ClickFrame66" Type="http://schemas.openxmlformats.org/officeDocument/2006/relationships/image" Target="../media/pam_r2_20e9ea2dfdefcd23_t4_click_20e9ea2dfdefcd23db2c8a34fa1e4aad8c63e13cea6f90ba4164bd261b83357b.png"/><Relationship Id="rIdT4ClickFrame67" Type="http://schemas.openxmlformats.org/officeDocument/2006/relationships/image" Target="../media/pam_r2_364bda3eed05ef61_t4_click_364bda3eed05ef6172cd81567947ad36b7637aaba1535e9afa1916cb91eb7633.png"/><Relationship Id="rIdT4ClickFrame68" Type="http://schemas.openxmlformats.org/officeDocument/2006/relationships/image" Target="../media/pam_r2_3c2bcb8e70c15785_t4_click_3c2bcb8e70c15785e77234354e4026e67b152729a884960be539298973e8e142.png"/><Relationship Id="rIdT4ClickFrame69" Type="http://schemas.openxmlformats.org/officeDocument/2006/relationships/image" Target="../media/pam_r2_d13a5707f2a83f36_t4_click_d13a5707f2a83f360c8081a775e9f2b939db82a7d9565863809db6e6c7e210ab.png"/><Relationship Id="rIdT4ClickFrame70" Type="http://schemas.openxmlformats.org/officeDocument/2006/relationships/image" Target="../media/pam_r2_bb699c1f375b3c80_t4_click_bb699c1f375b3c8095ce35d3d3ba1f90d4aa177cf8e7bacf505cd5024d2c8224.png"/><Relationship Id="rIdT4ClickFrame71" Type="http://schemas.openxmlformats.org/officeDocument/2006/relationships/image" Target="../media/pam_r2_8223f1100217d5e0_image481.png"/></Relationships>
</file>

<file path=ppt/slides/_rels/signal_zoom_r4_59.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530b8a305cf6459b"/><Relationship Type="http://schemas.openxmlformats.org/officeDocument/2006/relationships/image" Target="../media/pam_r2_db9c806b6680c8b8_image516.png" Id="R95d38dc38ee44368"/><Relationship Type="http://schemas.openxmlformats.org/officeDocument/2006/relationships/image" Target="../media/pam_r2_fdd4c6d0ad064d0d_image447.png" Id="R91e0d8c0242e47a8"/><Relationship Type="http://schemas.openxmlformats.org/officeDocument/2006/relationships/image" Target="../media/pam_r2_89761c49508ae967_image448.png" Id="R5a7cd8d0a08b4a52"/><Relationship Type="http://schemas.openxmlformats.org/officeDocument/2006/relationships/image" Target="../media/pam_r2_39f86f58bf70fd2b_image233.png" Id="R4572a55481a04938"/><Relationship Type="http://schemas.openxmlformats.org/officeDocument/2006/relationships/image" Target="../media/image11.png" Id="R12a693e0bb9b4588"/><Relationship Type="http://schemas.openxmlformats.org/officeDocument/2006/relationships/image" Target="../media/pam_r2_ed760cc528ab0366_image451.png" Id="Rb379837cb015437d"/><Relationship Type="http://schemas.openxmlformats.org/officeDocument/2006/relationships/image" Target="../media/pam_r2_044648746639d99a_image504.png" Id="Rc266957d96fa4716"/><Relationship Type="http://schemas.openxmlformats.org/officeDocument/2006/relationships/image" Target="../media/pam_r2_46d4ed1dcde50fab_image505.png" Id="Rbfcda881fa674164"/><Relationship Type="http://schemas.openxmlformats.org/officeDocument/2006/relationships/notesSlide" Target="../notesSlides/pam_r2_c9a2ea79565c4167_notesSlide59.xml" Id="R4a927390cb9c44ae"/><Relationship Id="rIdMathSvg0" Type="http://schemas.openxmlformats.org/officeDocument/2006/relationships/image" Target="../media/pam_r2_d5df7dc24539573c_t4_d5df7dc24539573c1c52c25d.svg"/><Relationship Id="rIdMathSvg1" Type="http://schemas.openxmlformats.org/officeDocument/2006/relationships/image" Target="../media/pam_r2_e19f416ebac7b7dd_t4_e19f416ebac7b7dd4205b7a8.svg"/><Relationship Id="rIdMathSvg2" Type="http://schemas.openxmlformats.org/officeDocument/2006/relationships/image" Target="../media/pam_r2_d137467ca44003ef_t4_d137467ca44003efee620d7b.svg"/><Relationship Id="rIdMathSvg3" Type="http://schemas.openxmlformats.org/officeDocument/2006/relationships/image" Target="../media/pam_r2_eacd3cfa561f48b5_t4_eacd3cfa561f48b578e956f2.svg"/><Relationship Id="rIdMathSvg4" Type="http://schemas.openxmlformats.org/officeDocument/2006/relationships/image" Target="../media/pam_r2_ffe4eb58fed9b1fa_t4_ffe4eb58fed9b1fa331eb2ea.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9.xml"/><Relationship Id="rIdNav3" Type="http://schemas.openxmlformats.org/officeDocument/2006/relationships/slide" Target="signal_zoom_r4_59.xml"/><Relationship Id="rIdNav4" Type="http://schemas.openxmlformats.org/officeDocument/2006/relationships/slide" Target="signal_zoom_r4_60.xml"/><Relationship Id="rIdNav5" Type="http://schemas.openxmlformats.org/officeDocument/2006/relationships/slide" Target="signal_zoom_r4_61.xml"/><Relationship Id="rIdNav6" Type="http://schemas.openxmlformats.org/officeDocument/2006/relationships/slide" Target="signal_zoom_r4_59.xml"/><Relationship Id="rIdNav7" Type="http://schemas.openxmlformats.org/officeDocument/2006/relationships/slide" Target="signal_zoom_r4_60.xml"/><Relationship Id="rIdNav8" Type="http://schemas.openxmlformats.org/officeDocument/2006/relationships/slide" Target="signal_zoom_r4_61.xml"/><Relationship Id="rIdT4ClickFrame1" Type="http://schemas.openxmlformats.org/officeDocument/2006/relationships/image" Target="../media/pam_r2_db9c806b6680c8b8_image516.png"/><Relationship Id="rIdT4ClickFrame2" Type="http://schemas.openxmlformats.org/officeDocument/2006/relationships/image" Target="../media/pam_r2_de27dd4bff92be2b_t4_click_de27dd4bff92be2b538ed0d19b82cb47ff804fcca3e8569844873932863482e1.png"/><Relationship Id="rIdT4ClickFrame3" Type="http://schemas.openxmlformats.org/officeDocument/2006/relationships/image" Target="../media/pam_r2_be803336f288cc6a_t4_click_be803336f288cc6a0ecf8d07735b0d9e3333b7ada1299a39e70157bb44b34a9e.png"/><Relationship Id="rIdT4ClickFrame4" Type="http://schemas.openxmlformats.org/officeDocument/2006/relationships/image" Target="../media/pam_r2_f07c1767a30839c9_t4_click_f07c1767a30839c9920dc79032ffd57bdaa8562b2a8d5a3b4d6a4f2aaedda6be.png"/><Relationship Id="rIdT4ClickFrame5" Type="http://schemas.openxmlformats.org/officeDocument/2006/relationships/image" Target="../media/pam_r2_e67a372aba0da75f_t4_click_e67a372aba0da75fbc620a807eb223228d651022e26e3d2a3f97d02fe73573f7.png"/><Relationship Id="rIdT4ClickFrame6" Type="http://schemas.openxmlformats.org/officeDocument/2006/relationships/image" Target="../media/pam_r2_61aa1cb6bc280d62_t4_click_61aa1cb6bc280d62b8b07e04d1c9e5ca70260160f630ed688cfac09c07d7d856.png"/><Relationship Id="rIdT4ClickFrame7" Type="http://schemas.openxmlformats.org/officeDocument/2006/relationships/image" Target="../media/pam_r2_c0ed566d6b8d1dc0_t4_click_c0ed566d6b8d1dc0acfa0b1cdd8e4169ff5d5e9d69a6e12be425364b81ddbca6.png"/><Relationship Id="rIdT4ClickFrame8" Type="http://schemas.openxmlformats.org/officeDocument/2006/relationships/image" Target="../media/pam_r2_4ccd0931663b0cfa_t4_click_4ccd0931663b0cfadd8b8c6de54579d939e2a4418aa83508a052ec00f872fd37.png"/><Relationship Id="rIdT4ClickFrame9" Type="http://schemas.openxmlformats.org/officeDocument/2006/relationships/image" Target="../media/pam_r2_409f413a6d88cc42_t4_click_409f413a6d88cc426a4cf4d6e08a34b14b327bb002fa3de71820bc971f60250f.png"/><Relationship Id="rIdT4ClickFrame10" Type="http://schemas.openxmlformats.org/officeDocument/2006/relationships/image" Target="../media/pam_r2_6dcb9b4d85af92a7_t4_click_6dcb9b4d85af92a716c0a54da291f57abf186c929aebf1ccf7bb4ecf84a79865.png"/><Relationship Id="rIdT4ClickFrame11" Type="http://schemas.openxmlformats.org/officeDocument/2006/relationships/image" Target="../media/pam_r2_41cd179754e4f9e7_t4_click_41cd179754e4f9e707d8a2e8369d468d594b9481084b922b7b207551b1350d28.png"/><Relationship Id="rIdT4ClickFrame12" Type="http://schemas.openxmlformats.org/officeDocument/2006/relationships/image" Target="../media/pam_r2_89dff1f1e9987a60_t4_click_89dff1f1e9987a60bd86e57242bebcea56400295a8c83a5b45f6bf6b8ed46b0b.png"/><Relationship Id="rIdT4ClickFrame13" Type="http://schemas.openxmlformats.org/officeDocument/2006/relationships/image" Target="../media/pam_r2_9e6c1725304daca3_t4_click_9e6c1725304daca3e5700d6ca187543f4489fccee963e93d71bedc544eb9f120.png"/><Relationship Id="rIdT4ClickFrame14" Type="http://schemas.openxmlformats.org/officeDocument/2006/relationships/image" Target="../media/pam_r2_3feaf74f8d3ea530_t4_click_3feaf74f8d3ea530003e53c8b95c775cdb026eb65eb7a25d24d4dc6aa8a46f4e.png"/><Relationship Id="rIdT4ClickFrame15" Type="http://schemas.openxmlformats.org/officeDocument/2006/relationships/image" Target="../media/pam_r2_d3da563529aeba5f_t4_click_d3da563529aeba5f1e3143cba08d1ee090ee7f86db9ea9b009813eb6741db1ce.png"/><Relationship Id="rIdT4ClickFrame16" Type="http://schemas.openxmlformats.org/officeDocument/2006/relationships/image" Target="../media/pam_r2_06fee79cdfe3b0a0_t4_click_06fee79cdfe3b0a000f01f40227afeb49eb1af239cb0d5d0611e09da55777184.png"/><Relationship Id="rIdT4ClickFrame17" Type="http://schemas.openxmlformats.org/officeDocument/2006/relationships/image" Target="../media/pam_r2_89761c49508ae967_image448.png"/><Relationship Id="rIdT4ClickFrame18" Type="http://schemas.openxmlformats.org/officeDocument/2006/relationships/image" Target="../media/pam_r2_fdd4c6d0ad064d0d_image447.png"/><Relationship Id="rIdT4ClickFrame19" Type="http://schemas.openxmlformats.org/officeDocument/2006/relationships/image" Target="../media/pam_r2_aac70fcb5f2e804f_t4_click_aac70fcb5f2e804f6b779b0e6622a3fdb0506dfcd42f5b88d50e994b0fbf40fc.png"/><Relationship Id="rIdT4ClickFrame20" Type="http://schemas.openxmlformats.org/officeDocument/2006/relationships/image" Target="../media/pam_r2_52f084d85bb0576c_t4_click_52f084d85bb0576c1c704f64f36fe10c694ee2e19ab38ea3e80016f59b778511.png"/><Relationship Id="rIdT4ClickFrame21" Type="http://schemas.openxmlformats.org/officeDocument/2006/relationships/image" Target="../media/pam_r2_a6062006559748a9_t4_click_a6062006559748a97aafdfd352f1f82866f3bc2b06ef2957c58491d39c5a5a63.png"/><Relationship Id="rIdT4ClickFrame22" Type="http://schemas.openxmlformats.org/officeDocument/2006/relationships/image" Target="../media/pam_r2_0a577478c2a0522e_t4_click_0a577478c2a0522e22a877a2c45f900f1121833ceb0ca0e348cdc92df1d5eac6.png"/><Relationship Id="rIdT4ClickFrame23" Type="http://schemas.openxmlformats.org/officeDocument/2006/relationships/image" Target="../media/pam_r2_904bde83b93d984f_t4_click_904bde83b93d984fccdaf4112452d2283f22bc6b6aa8a7f2a1fb5ccf5e17b611.png"/><Relationship Id="rIdT4ClickFrame24" Type="http://schemas.openxmlformats.org/officeDocument/2006/relationships/image" Target="../media/pam_r2_806a0dd0343e610b_t4_click_806a0dd0343e610b1ba15a8180c0c314bf7639968ec0c77f78cfe940911cd924.png"/><Relationship Id="rIdT4ClickFrame25" Type="http://schemas.openxmlformats.org/officeDocument/2006/relationships/image" Target="../media/pam_r2_6c439d708ac41795_t4_click_6c439d708ac41795bfccc8396f39bf24868cda92b56d01876add8ad2236a8b98.png"/><Relationship Id="rIdT4ClickFrame26" Type="http://schemas.openxmlformats.org/officeDocument/2006/relationships/image" Target="../media/pam_r2_a1e0a669eb8b12d8_t4_click_a1e0a669eb8b12d849a790879a15c37897dd448838fc8b8e48e6046527d0d99a.png"/><Relationship Id="rIdT4ClickFrame27" Type="http://schemas.openxmlformats.org/officeDocument/2006/relationships/image" Target="../media/pam_r2_db147056fd35ab09_t4_click_db147056fd35ab0924ae757d7825a25ebf27d36fdb4f6673b52316240092ac5f.png"/><Relationship Id="rIdT4ClickFrame28" Type="http://schemas.openxmlformats.org/officeDocument/2006/relationships/image" Target="../media/pam_r2_beb52402b1492042_t4_click_beb52402b149204256a50b3471a3d53302f4acfb9b66e50f0a8b3458bac56262.png"/><Relationship Id="rIdT4ClickFrame29" Type="http://schemas.openxmlformats.org/officeDocument/2006/relationships/image" Target="../media/pam_r2_072e6ef70ff18841_t4_click_072e6ef70ff18841622c0d313d14258567f543c753322b81f71ccd6f36b645d6.png"/><Relationship Id="rIdT4ClickFrame30" Type="http://schemas.openxmlformats.org/officeDocument/2006/relationships/image" Target="../media/pam_r2_64967770db6610d7_t4_click_64967770db6610d73ad7c2f8e1afd2b7d0cfbe3f9ff9edb0d324c54a2a48cbdd.png"/><Relationship Id="rIdT4ClickFrame31" Type="http://schemas.openxmlformats.org/officeDocument/2006/relationships/image" Target="../media/pam_r2_7156d90d1ba933e7_t4_click_7156d90d1ba933e766c1d6a46c233eac3c972f68977267c68d7e9fce92084c6b.png"/><Relationship Id="rIdT4ClickFrame32" Type="http://schemas.openxmlformats.org/officeDocument/2006/relationships/image" Target="../media/pam_r2_0f7874fc91370c18_t4_click_0f7874fc91370c1854de18c8a004be1da6f95dde3621f6556df2f695804bb955.png"/><Relationship Id="rIdT4ClickFrame33" Type="http://schemas.openxmlformats.org/officeDocument/2006/relationships/image" Target="../media/pam_r2_ac0c713d2a50d852_t4_click_ac0c713d2a50d852a6bc998b35eae829cc81b65dd00a7a85eb614e872a34f9cf.png"/><Relationship Id="rIdT4ClickFrame34" Type="http://schemas.openxmlformats.org/officeDocument/2006/relationships/image" Target="../media/pam_r2_8e1d9bed307b352f_t4_click_8e1d9bed307b352f6d7b8aed00ef4494190c863cacee61662ffe91ae7bd21875.png"/><Relationship Id="rIdT4ClickFrame35" Type="http://schemas.openxmlformats.org/officeDocument/2006/relationships/image" Target="../media/pam_r2_a95dc74460aaa3bf_t4_click_a95dc74460aaa3bf528378c87a2ef6180e504d3d24b47957fc27374c50bc45a0.png"/><Relationship Id="rIdT4ClickFrame36" Type="http://schemas.openxmlformats.org/officeDocument/2006/relationships/image" Target="../media/pam_r2_079053859b9a52f4_t4_click_079053859b9a52f4ab4f588793ace8fff942cd0568485e32e007288751386c70.png"/><Relationship Id="rIdT4ClickFrame37" Type="http://schemas.openxmlformats.org/officeDocument/2006/relationships/image" Target="../media/pam_r2_c73dca649b2f0cbf_t4_click_c73dca649b2f0cbf880207da52935f52fc8308217378ec5f609524aae642e181.png"/><Relationship Id="rIdT4ClickFrame38" Type="http://schemas.openxmlformats.org/officeDocument/2006/relationships/image" Target="../media/pam_r2_55c7eb2fcafa6738_t4_click_55c7eb2fcafa673824c1d3ce491c8a542ef88ffc89b16b094ce5de197da8b992.png"/><Relationship Id="rIdT4ClickFrame39" Type="http://schemas.openxmlformats.org/officeDocument/2006/relationships/image" Target="../media/pam_r2_c191a771d4914a0e_t4_click_c191a771d4914a0e00935735ae1db28fcebfd54f252e3a4ca52413c49642802f.png"/><Relationship Id="rIdT4ClickFrame40" Type="http://schemas.openxmlformats.org/officeDocument/2006/relationships/image" Target="../media/pam_r2_89761c49508ae967_image448.png"/><Relationship Id="rIdT4ClickFrame41" Type="http://schemas.openxmlformats.org/officeDocument/2006/relationships/image" Target="../media/pam_r2_89761c49508ae967_image448.png"/><Relationship Id="rIdT4ClickFrame42" Type="http://schemas.openxmlformats.org/officeDocument/2006/relationships/image" Target="../media/pam_r2_06fee79cdfe3b0a0_t4_click_06fee79cdfe3b0a000f01f40227afeb49eb1af239cb0d5d0611e09da55777184.png"/><Relationship Id="rIdT4ClickFrame43" Type="http://schemas.openxmlformats.org/officeDocument/2006/relationships/image" Target="../media/pam_r2_d3da563529aeba5f_t4_click_d3da563529aeba5f1e3143cba08d1ee090ee7f86db9ea9b009813eb6741db1ce.png"/><Relationship Id="rIdT4ClickFrame44" Type="http://schemas.openxmlformats.org/officeDocument/2006/relationships/image" Target="../media/pam_r2_3feaf74f8d3ea530_t4_click_3feaf74f8d3ea530003e53c8b95c775cdb026eb65eb7a25d24d4dc6aa8a46f4e.png"/><Relationship Id="rIdT4ClickFrame45" Type="http://schemas.openxmlformats.org/officeDocument/2006/relationships/image" Target="../media/pam_r2_9e6c1725304daca3_t4_click_9e6c1725304daca3e5700d6ca187543f4489fccee963e93d71bedc544eb9f120.png"/><Relationship Id="rIdT4ClickFrame46" Type="http://schemas.openxmlformats.org/officeDocument/2006/relationships/image" Target="../media/pam_r2_89dff1f1e9987a60_t4_click_89dff1f1e9987a60bd86e57242bebcea56400295a8c83a5b45f6bf6b8ed46b0b.png"/><Relationship Id="rIdT4ClickFrame47" Type="http://schemas.openxmlformats.org/officeDocument/2006/relationships/image" Target="../media/pam_r2_41cd179754e4f9e7_t4_click_41cd179754e4f9e707d8a2e8369d468d594b9481084b922b7b207551b1350d28.png"/><Relationship Id="rIdT4ClickFrame48" Type="http://schemas.openxmlformats.org/officeDocument/2006/relationships/image" Target="../media/pam_r2_6dcb9b4d85af92a7_t4_click_6dcb9b4d85af92a716c0a54da291f57abf186c929aebf1ccf7bb4ecf84a79865.png"/><Relationship Id="rIdT4ClickFrame49" Type="http://schemas.openxmlformats.org/officeDocument/2006/relationships/image" Target="../media/pam_r2_409f413a6d88cc42_t4_click_409f413a6d88cc426a4cf4d6e08a34b14b327bb002fa3de71820bc971f60250f.png"/><Relationship Id="rIdT4ClickFrame50" Type="http://schemas.openxmlformats.org/officeDocument/2006/relationships/image" Target="../media/pam_r2_4ccd0931663b0cfa_t4_click_4ccd0931663b0cfadd8b8c6de54579d939e2a4418aa83508a052ec00f872fd37.png"/><Relationship Id="rIdT4ClickFrame51" Type="http://schemas.openxmlformats.org/officeDocument/2006/relationships/image" Target="../media/pam_r2_c0ed566d6b8d1dc0_t4_click_c0ed566d6b8d1dc0acfa0b1cdd8e4169ff5d5e9d69a6e12be425364b81ddbca6.png"/><Relationship Id="rIdT4ClickFrame52" Type="http://schemas.openxmlformats.org/officeDocument/2006/relationships/image" Target="../media/pam_r2_61aa1cb6bc280d62_t4_click_61aa1cb6bc280d62b8b07e04d1c9e5ca70260160f630ed688cfac09c07d7d856.png"/><Relationship Id="rIdT4ClickFrame53" Type="http://schemas.openxmlformats.org/officeDocument/2006/relationships/image" Target="../media/pam_r2_e67a372aba0da75f_t4_click_e67a372aba0da75fbc620a807eb223228d651022e26e3d2a3f97d02fe73573f7.png"/><Relationship Id="rIdT4ClickFrame54" Type="http://schemas.openxmlformats.org/officeDocument/2006/relationships/image" Target="../media/pam_r2_f07c1767a30839c9_t4_click_f07c1767a30839c9920dc79032ffd57bdaa8562b2a8d5a3b4d6a4f2aaedda6be.png"/><Relationship Id="rIdT4ClickFrame55" Type="http://schemas.openxmlformats.org/officeDocument/2006/relationships/image" Target="../media/pam_r2_be803336f288cc6a_t4_click_be803336f288cc6a0ecf8d07735b0d9e3333b7ada1299a39e70157bb44b34a9e.png"/><Relationship Id="rIdT4ClickFrame56" Type="http://schemas.openxmlformats.org/officeDocument/2006/relationships/image" Target="../media/pam_r2_de27dd4bff92be2b_t4_click_de27dd4bff92be2b538ed0d19b82cb47ff804fcca3e8569844873932863482e1.png"/><Relationship Id="rIdT4ClickFrame57" Type="http://schemas.openxmlformats.org/officeDocument/2006/relationships/image" Target="../media/pam_r2_db9c806b6680c8b8_image516.png"/></Relationships>
</file>

<file path=ppt/slides/_rels/signal_zoom_r4_60.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c245c1a417254b80"/><Relationship Type="http://schemas.openxmlformats.org/officeDocument/2006/relationships/image" Target="../media/pam_r2_db9c806b6680c8b8_image516.png" Id="Rde5e287797274a01"/><Relationship Type="http://schemas.openxmlformats.org/officeDocument/2006/relationships/image" Target="../media/pam_r2_19f1a0bab024734c_image507.png" Id="Rb1023ad6d59741b2"/><Relationship Type="http://schemas.openxmlformats.org/officeDocument/2006/relationships/image" Target="../media/pam_r2_84a01e4bca045e10_image508.png" Id="R07497de8d1354d51"/><Relationship Type="http://schemas.openxmlformats.org/officeDocument/2006/relationships/image" Target="../media/pam_r2_39f86f58bf70fd2b_image233.png" Id="R433e4a6340f94b5f"/><Relationship Type="http://schemas.openxmlformats.org/officeDocument/2006/relationships/image" Target="../media/image11.png" Id="R12ef3e0c8471401f"/><Relationship Type="http://schemas.openxmlformats.org/officeDocument/2006/relationships/image" Target="../media/pam_r2_ed760cc528ab0366_image451.png" Id="Rf4ac4b97bdd54f41"/><Relationship Type="http://schemas.openxmlformats.org/officeDocument/2006/relationships/image" Target="../media/pam_r2_31cbbbcc68eb0d51_image512.png" Id="Rf10a8360c778468b"/><Relationship Type="http://schemas.openxmlformats.org/officeDocument/2006/relationships/image" Target="../media/pam_r2_b17974012d2568bc_image513.png" Id="R41bd9d0bfa354644"/><Relationship Type="http://schemas.openxmlformats.org/officeDocument/2006/relationships/image" Target="../media/pam_r2_162e86aeb227d809_image235.png" Id="R3a7e26932898423b"/><Relationship Type="http://schemas.openxmlformats.org/officeDocument/2006/relationships/image" Target="../media/pam_r2_d784f9721f7e5d63_image236.png" Id="R99f1e8b07abc48fa"/><Relationship Type="http://schemas.openxmlformats.org/officeDocument/2006/relationships/notesSlide" Target="../notesSlides/pam_r2_c9a2ea79565c4167_notesSlide60.xml" Id="Rd972a4710be44304"/><Relationship Id="rIdMathSvg0" Type="http://schemas.openxmlformats.org/officeDocument/2006/relationships/image" Target="../media/pam_r2_d5df7dc24539573c_t4_d5df7dc24539573c1c52c25d.svg"/><Relationship Id="rIdMathSvg1" Type="http://schemas.openxmlformats.org/officeDocument/2006/relationships/image" Target="../media/pam_r2_e19f416ebac7b7dd_t4_e19f416ebac7b7dd4205b7a8.svg"/><Relationship Id="rIdMathSvg2" Type="http://schemas.openxmlformats.org/officeDocument/2006/relationships/image" Target="../media/pam_r2_d137467ca44003ef_t4_d137467ca44003efee620d7b.svg"/><Relationship Id="rIdMathSvg3" Type="http://schemas.openxmlformats.org/officeDocument/2006/relationships/image" Target="../media/pam_r2_b3c732d527e104a8_t4_b3c732d527e104a84ca4fca0.svg"/><Relationship Id="rIdMathSvg4" Type="http://schemas.openxmlformats.org/officeDocument/2006/relationships/image" Target="../media/pam_r2_0505b33b500705ef_t4_0505b33b500705ef9142f4f1.svg"/><Relationship Id="rIdMathSvg5" Type="http://schemas.openxmlformats.org/officeDocument/2006/relationships/image" Target="../media/pam_r2_b0ce3e649e6039cb_t4_b0ce3e649e6039cbccb32a29.svg"/><Relationship Id="rIdMathSvg6" Type="http://schemas.openxmlformats.org/officeDocument/2006/relationships/image" Target="../media/pam_r2_265698b7c7cc42b6_t4_265698b7c7cc42b689a1af49.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9.xml"/><Relationship Id="rIdNav3" Type="http://schemas.openxmlformats.org/officeDocument/2006/relationships/slide" Target="signal_zoom_r4_59.xml"/><Relationship Id="rIdNav4" Type="http://schemas.openxmlformats.org/officeDocument/2006/relationships/slide" Target="signal_zoom_r4_60.xml"/><Relationship Id="rIdNav5" Type="http://schemas.openxmlformats.org/officeDocument/2006/relationships/slide" Target="signal_zoom_r4_61.xml"/><Relationship Id="rIdNav6" Type="http://schemas.openxmlformats.org/officeDocument/2006/relationships/slide" Target="signal_zoom_r4_59.xml"/><Relationship Id="rIdNav7" Type="http://schemas.openxmlformats.org/officeDocument/2006/relationships/slide" Target="signal_zoom_r4_60.xml"/><Relationship Id="rIdNav8" Type="http://schemas.openxmlformats.org/officeDocument/2006/relationships/slide" Target="signal_zoom_r4_61.xml"/><Relationship Id="rIdT4ClickFrame1" Type="http://schemas.openxmlformats.org/officeDocument/2006/relationships/image" Target="../media/pam_r2_db9c806b6680c8b8_image516.png"/><Relationship Id="rIdT4ClickFrame2" Type="http://schemas.openxmlformats.org/officeDocument/2006/relationships/image" Target="../media/pam_r2_fdfad032249774a6_t4_click_fdfad032249774a69b843b8279ee12aa1387a8c5f24a55e0298fcc63967d96cd.png"/><Relationship Id="rIdT4ClickFrame3" Type="http://schemas.openxmlformats.org/officeDocument/2006/relationships/image" Target="../media/pam_r2_f4a76f796f7bdbe6_t4_click_f4a76f796f7bdbe69da9c45a6b50d09db5911526f10798866769b29efb2898b7.png"/><Relationship Id="rIdT4ClickFrame4" Type="http://schemas.openxmlformats.org/officeDocument/2006/relationships/image" Target="../media/pam_r2_f3e3a3f189cf781c_t4_click_f3e3a3f189cf781caf529a8365f68f97ba24fe895787958a9dfa1540ae656ffa.png"/><Relationship Id="rIdT4ClickFrame5" Type="http://schemas.openxmlformats.org/officeDocument/2006/relationships/image" Target="../media/pam_r2_bec9373dad423e54_t4_click_bec9373dad423e54265a19acfdd64077486df2b73103cb76d80cb48b151633a7.png"/><Relationship Id="rIdT4ClickFrame6" Type="http://schemas.openxmlformats.org/officeDocument/2006/relationships/image" Target="../media/pam_r2_91326071afff379c_t4_click_91326071afff379c5b1f99d8c51fce2a56ee90089d0382236cd8fef89ce7a833.png"/><Relationship Id="rIdT4ClickFrame7" Type="http://schemas.openxmlformats.org/officeDocument/2006/relationships/image" Target="../media/pam_r2_43fadfe9711e11a0_t4_click_43fadfe9711e11a06ddaa270eabffd426168b8e5069874205a3fd909b989bce4.png"/><Relationship Id="rIdT4ClickFrame8" Type="http://schemas.openxmlformats.org/officeDocument/2006/relationships/image" Target="../media/pam_r2_a844e8e7a5b3317d_t4_click_a844e8e7a5b3317d9d30631d9af8ed59fbe8d89e34951a14031e29217675a860.png"/><Relationship Id="rIdT4ClickFrame9" Type="http://schemas.openxmlformats.org/officeDocument/2006/relationships/image" Target="../media/pam_r2_e100ffc9f39c7af3_t4_click_e100ffc9f39c7af3c575844882a7692f59c5e6ae7cfd6a79d1a6bb0ce707ab9b.png"/><Relationship Id="rIdT4ClickFrame10" Type="http://schemas.openxmlformats.org/officeDocument/2006/relationships/image" Target="../media/pam_r2_51b23ff4f7eaa598_t4_click_51b23ff4f7eaa5980581b150f7eee22ed7306d04d3388e610de697ee1d90d73d.png"/><Relationship Id="rIdT4ClickFrame11" Type="http://schemas.openxmlformats.org/officeDocument/2006/relationships/image" Target="../media/pam_r2_8d33ea7f69359096_t4_click_8d33ea7f6935909685d2477b1c958ba1ae0a9a7aac0002bfc5cda76df0ea9f6a.png"/><Relationship Id="rIdT4ClickFrame12" Type="http://schemas.openxmlformats.org/officeDocument/2006/relationships/image" Target="../media/pam_r2_fa54db33fc9cd475_t4_click_fa54db33fc9cd475ec6b4134fd68764c1e30421072985267e25fbc0807509267.png"/><Relationship Id="rIdT4ClickFrame13" Type="http://schemas.openxmlformats.org/officeDocument/2006/relationships/image" Target="../media/pam_r2_f41cd7b5feef63c3_t4_click_f41cd7b5feef63c3a2b67775f52e64b3047a5f4999d84115c5928d3cd2562d8e.png"/><Relationship Id="rIdT4ClickFrame14" Type="http://schemas.openxmlformats.org/officeDocument/2006/relationships/image" Target="../media/pam_r2_fc7b0c6c3594189f_t4_click_fc7b0c6c3594189f49f31688a7425a2f7c1ad7e462ddf72fe8fb26b417bb32a8.png"/><Relationship Id="rIdT4ClickFrame15" Type="http://schemas.openxmlformats.org/officeDocument/2006/relationships/image" Target="../media/pam_r2_701769bc11533651_t4_click_701769bc11533651937be11dd7587b6d3c0b5792bea54734e82136d49c17e525.png"/><Relationship Id="rIdT4ClickFrame16" Type="http://schemas.openxmlformats.org/officeDocument/2006/relationships/image" Target="../media/pam_r2_09f39e48c57d93ea_t4_click_09f39e48c57d93eaa54f8b479db1af4a59dca2975314e9de0ad206334b6511d3.png"/><Relationship Id="rIdT4ClickFrame17" Type="http://schemas.openxmlformats.org/officeDocument/2006/relationships/image" Target="../media/pam_r2_84a01e4bca045e10_image508.png"/><Relationship Id="rIdT4ClickFrame18" Type="http://schemas.openxmlformats.org/officeDocument/2006/relationships/image" Target="../media/pam_r2_19f1a0bab024734c_image507.png"/><Relationship Id="rIdT4ClickFrame19" Type="http://schemas.openxmlformats.org/officeDocument/2006/relationships/image" Target="../media/pam_r2_a48bb646b939204b_t4_click_a48bb646b939204bdad2f813e329b137ffe06ef43d912eb9213e1dbc501ae049.png"/><Relationship Id="rIdT4ClickFrame20" Type="http://schemas.openxmlformats.org/officeDocument/2006/relationships/image" Target="../media/pam_r2_a48bb646b939204b_t4_click_a48bb646b939204bdad2f813e329b137ffe06ef43d912eb9213e1dbc501ae049.png"/><Relationship Id="rIdT4ClickFrame21" Type="http://schemas.openxmlformats.org/officeDocument/2006/relationships/image" Target="../media/pam_r2_69c3352912e636c4_t4_click_69c3352912e636c4b0fd296f55d1597da7525d819fa396ce6781165780ff6112.png"/><Relationship Id="rIdT4ClickFrame22" Type="http://schemas.openxmlformats.org/officeDocument/2006/relationships/image" Target="../media/pam_r2_8b20a4b2bab878c4_t4_click_8b20a4b2bab878c455a0fabd124e2c69e1d11a46f26b6074b9ffaf0b27697deb.png"/><Relationship Id="rIdT4ClickFrame23" Type="http://schemas.openxmlformats.org/officeDocument/2006/relationships/image" Target="../media/pam_r2_04a45c5ed171eeb2_t4_click_04a45c5ed171eeb29f5471e36e51b3bf726f7603d28e83c1564a6f73fbcd7d66.png"/><Relationship Id="rIdT4ClickFrame24" Type="http://schemas.openxmlformats.org/officeDocument/2006/relationships/image" Target="../media/pam_r2_04a45c5ed171eeb2_t4_click_04a45c5ed171eeb29f5471e36e51b3bf726f7603d28e83c1564a6f73fbcd7d66.png"/><Relationship Id="rIdT4ClickFrame25" Type="http://schemas.openxmlformats.org/officeDocument/2006/relationships/image" Target="../media/pam_r2_3ba06ee8e9c93938_t4_click_3ba06ee8e9c93938bf3e6952618ec1c34d815f3266ba32d34652901b15604323.png"/><Relationship Id="rIdT4ClickFrame26" Type="http://schemas.openxmlformats.org/officeDocument/2006/relationships/image" Target="../media/pam_r2_b260bd48b71b3c06_t4_click_b260bd48b71b3c063556552b08abd18992218d2e8483a2aaaabc0e05c3710456.png"/><Relationship Id="rIdT4ClickFrame27" Type="http://schemas.openxmlformats.org/officeDocument/2006/relationships/image" Target="../media/pam_r2_b260bd48b71b3c06_t4_click_b260bd48b71b3c063556552b08abd18992218d2e8483a2aaaabc0e05c3710456.png"/><Relationship Id="rIdT4ClickFrame28" Type="http://schemas.openxmlformats.org/officeDocument/2006/relationships/image" Target="../media/pam_r2_b260bd48b71b3c06_t4_click_b260bd48b71b3c063556552b08abd18992218d2e8483a2aaaabc0e05c3710456.png"/><Relationship Id="rIdT4ClickFrame29" Type="http://schemas.openxmlformats.org/officeDocument/2006/relationships/image" Target="../media/pam_r2_b260bd48b71b3c06_t4_click_b260bd48b71b3c063556552b08abd18992218d2e8483a2aaaabc0e05c3710456.png"/><Relationship Id="rIdT4ClickFrame30" Type="http://schemas.openxmlformats.org/officeDocument/2006/relationships/image" Target="../media/pam_r2_b260bd48b71b3c06_t4_click_b260bd48b71b3c063556552b08abd18992218d2e8483a2aaaabc0e05c3710456.png"/><Relationship Id="rIdT4ClickFrame31" Type="http://schemas.openxmlformats.org/officeDocument/2006/relationships/image" Target="../media/pam_r2_b260bd48b71b3c06_t4_click_b260bd48b71b3c063556552b08abd18992218d2e8483a2aaaabc0e05c3710456.png"/><Relationship Id="rIdT4ClickFrame32" Type="http://schemas.openxmlformats.org/officeDocument/2006/relationships/image" Target="../media/pam_r2_b260bd48b71b3c06_t4_click_b260bd48b71b3c063556552b08abd18992218d2e8483a2aaaabc0e05c3710456.png"/><Relationship Id="rIdT4ClickFrame33" Type="http://schemas.openxmlformats.org/officeDocument/2006/relationships/image" Target="../media/pam_r2_e12dd8fed121f131_t4_click_e12dd8fed121f13183d624c81cda47c4e801f1d3735f635a684a959487715a79.png"/><Relationship Id="rIdT4ClickFrame34" Type="http://schemas.openxmlformats.org/officeDocument/2006/relationships/image" Target="../media/pam_r2_c12b5f5c24357c29_t4_click_c12b5f5c24357c297f36563827e5eb9954f8defd9090ff6577d480b1a160c1a0.png"/><Relationship Id="rIdT4ClickFrame35" Type="http://schemas.openxmlformats.org/officeDocument/2006/relationships/image" Target="../media/pam_r2_c12b5f5c24357c29_t4_click_c12b5f5c24357c297f36563827e5eb9954f8defd9090ff6577d480b1a160c1a0.png"/><Relationship Id="rIdT4ClickFrame36" Type="http://schemas.openxmlformats.org/officeDocument/2006/relationships/image" Target="../media/pam_r2_9047b07398aea96d_t4_click_9047b07398aea96daf34b2d64b5bf7b11e494bbe2be7d06a56c1aa67126d5995.png"/><Relationship Id="rIdT4ClickFrame37" Type="http://schemas.openxmlformats.org/officeDocument/2006/relationships/image" Target="../media/pam_r2_438ec97e8e72630e_t4_click_438ec97e8e72630e87004ae165d9dbecd9891178942f3f2e40424958bc79354d.png"/><Relationship Id="rIdT4ClickFrame38" Type="http://schemas.openxmlformats.org/officeDocument/2006/relationships/image" Target="../media/pam_r2_9399786dc246f4f3_t4_click_9399786dc246f4f37ecce7c1ae76f01bcf23d690f23bdf49c6533e85860de710.png"/><Relationship Id="rIdT4ClickFrame39" Type="http://schemas.openxmlformats.org/officeDocument/2006/relationships/image" Target="../media/pam_r2_9399786dc246f4f3_t4_click_9399786dc246f4f37ecce7c1ae76f01bcf23d690f23bdf49c6533e85860de710.png"/><Relationship Id="rIdT4ClickFrame40" Type="http://schemas.openxmlformats.org/officeDocument/2006/relationships/image" Target="../media/pam_r2_84a01e4bca045e10_image508.png"/><Relationship Id="rIdT4ClickFrame41" Type="http://schemas.openxmlformats.org/officeDocument/2006/relationships/image" Target="../media/pam_r2_84a01e4bca045e10_image508.png"/><Relationship Id="rIdT4ClickFrame42" Type="http://schemas.openxmlformats.org/officeDocument/2006/relationships/image" Target="../media/pam_r2_09f39e48c57d93ea_t4_click_09f39e48c57d93eaa54f8b479db1af4a59dca2975314e9de0ad206334b6511d3.png"/><Relationship Id="rIdT4ClickFrame43" Type="http://schemas.openxmlformats.org/officeDocument/2006/relationships/image" Target="../media/pam_r2_701769bc11533651_t4_click_701769bc11533651937be11dd7587b6d3c0b5792bea54734e82136d49c17e525.png"/><Relationship Id="rIdT4ClickFrame44" Type="http://schemas.openxmlformats.org/officeDocument/2006/relationships/image" Target="../media/pam_r2_fc7b0c6c3594189f_t4_click_fc7b0c6c3594189f49f31688a7425a2f7c1ad7e462ddf72fe8fb26b417bb32a8.png"/><Relationship Id="rIdT4ClickFrame45" Type="http://schemas.openxmlformats.org/officeDocument/2006/relationships/image" Target="../media/pam_r2_f41cd7b5feef63c3_t4_click_f41cd7b5feef63c3a2b67775f52e64b3047a5f4999d84115c5928d3cd2562d8e.png"/><Relationship Id="rIdT4ClickFrame46" Type="http://schemas.openxmlformats.org/officeDocument/2006/relationships/image" Target="../media/pam_r2_fa54db33fc9cd475_t4_click_fa54db33fc9cd475ec6b4134fd68764c1e30421072985267e25fbc0807509267.png"/><Relationship Id="rIdT4ClickFrame47" Type="http://schemas.openxmlformats.org/officeDocument/2006/relationships/image" Target="../media/pam_r2_8d33ea7f69359096_t4_click_8d33ea7f6935909685d2477b1c958ba1ae0a9a7aac0002bfc5cda76df0ea9f6a.png"/><Relationship Id="rIdT4ClickFrame48" Type="http://schemas.openxmlformats.org/officeDocument/2006/relationships/image" Target="../media/pam_r2_51b23ff4f7eaa598_t4_click_51b23ff4f7eaa5980581b150f7eee22ed7306d04d3388e610de697ee1d90d73d.png"/><Relationship Id="rIdT4ClickFrame49" Type="http://schemas.openxmlformats.org/officeDocument/2006/relationships/image" Target="../media/pam_r2_e100ffc9f39c7af3_t4_click_e100ffc9f39c7af3c575844882a7692f59c5e6ae7cfd6a79d1a6bb0ce707ab9b.png"/><Relationship Id="rIdT4ClickFrame50" Type="http://schemas.openxmlformats.org/officeDocument/2006/relationships/image" Target="../media/pam_r2_a844e8e7a5b3317d_t4_click_a844e8e7a5b3317d9d30631d9af8ed59fbe8d89e34951a14031e29217675a860.png"/><Relationship Id="rIdT4ClickFrame51" Type="http://schemas.openxmlformats.org/officeDocument/2006/relationships/image" Target="../media/pam_r2_43fadfe9711e11a0_t4_click_43fadfe9711e11a06ddaa270eabffd426168b8e5069874205a3fd909b989bce4.png"/><Relationship Id="rIdT4ClickFrame52" Type="http://schemas.openxmlformats.org/officeDocument/2006/relationships/image" Target="../media/pam_r2_91326071afff379c_t4_click_91326071afff379c5b1f99d8c51fce2a56ee90089d0382236cd8fef89ce7a833.png"/><Relationship Id="rIdT4ClickFrame53" Type="http://schemas.openxmlformats.org/officeDocument/2006/relationships/image" Target="../media/pam_r2_bec9373dad423e54_t4_click_bec9373dad423e54265a19acfdd64077486df2b73103cb76d80cb48b151633a7.png"/><Relationship Id="rIdT4ClickFrame54" Type="http://schemas.openxmlformats.org/officeDocument/2006/relationships/image" Target="../media/pam_r2_f3e3a3f189cf781c_t4_click_f3e3a3f189cf781caf529a8365f68f97ba24fe895787958a9dfa1540ae656ffa.png"/><Relationship Id="rIdT4ClickFrame55" Type="http://schemas.openxmlformats.org/officeDocument/2006/relationships/image" Target="../media/pam_r2_f4a76f796f7bdbe6_t4_click_f4a76f796f7bdbe69da9c45a6b50d09db5911526f10798866769b29efb2898b7.png"/><Relationship Id="rIdT4ClickFrame56" Type="http://schemas.openxmlformats.org/officeDocument/2006/relationships/image" Target="../media/pam_r2_fdfad032249774a6_t4_click_fdfad032249774a69b843b8279ee12aa1387a8c5f24a55e0298fcc63967d96cd.png"/><Relationship Id="rIdT4ClickFrame57" Type="http://schemas.openxmlformats.org/officeDocument/2006/relationships/image" Target="../media/pam_r2_db9c806b6680c8b8_image516.png"/></Relationships>
</file>

<file path=ppt/slides/_rels/signal_zoom_r4_6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1db22cd5fb1e4e06"/><Relationship Type="http://schemas.openxmlformats.org/officeDocument/2006/relationships/image" Target="../media/pam_r2_db9c806b6680c8b8_image516.png" Id="Re621183976d649b0"/><Relationship Type="http://schemas.openxmlformats.org/officeDocument/2006/relationships/image" Target="../media/pam_r2_94459a3d50d237e0_image517.png" Id="Rff04482329064e50"/><Relationship Type="http://schemas.openxmlformats.org/officeDocument/2006/relationships/image" Target="../media/pam_r2_f313abc5b411f374_image518.png" Id="R2eb3aebb07314c86"/><Relationship Type="http://schemas.openxmlformats.org/officeDocument/2006/relationships/image" Target="../media/pam_r2_39f86f58bf70fd2b_image233.png" Id="R881d640fc2c64b6c"/><Relationship Type="http://schemas.openxmlformats.org/officeDocument/2006/relationships/image" Target="../media/image11.png" Id="Rcfcf371115654ba5"/><Relationship Type="http://schemas.openxmlformats.org/officeDocument/2006/relationships/image" Target="../media/pam_r2_ed760cc528ab0366_image451.png" Id="Rf3146c4019f04799"/><Relationship Type="http://schemas.openxmlformats.org/officeDocument/2006/relationships/image" Target="../media/pam_r2_d784f9721f7e5d63_image236.png" Id="Rb5e9527c0f3544f9"/><Relationship Type="http://schemas.openxmlformats.org/officeDocument/2006/relationships/image" Target="../media/pam_r2_dc35a8bfb38212c0_image523.png" Id="Ra6efef82c9414584"/><Relationship Type="http://schemas.openxmlformats.org/officeDocument/2006/relationships/image" Target="../media/pam_r2_6898c6b0090df667_image524.png" Id="R7b2a961d8b51434a"/><Relationship Type="http://schemas.openxmlformats.org/officeDocument/2006/relationships/image" Target="../media/pam_r2_162e86aeb227d809_image235.png" Id="R154405880b38496e"/><Relationship Type="http://schemas.openxmlformats.org/officeDocument/2006/relationships/image" Target="../media/pam_r2_d784f9721f7e5d63_image236.png" Id="R8311fc3a22c24d00"/><Relationship Type="http://schemas.openxmlformats.org/officeDocument/2006/relationships/image" Target="../media/pam_r2_4027f3a8b5352c40_image239.png" Id="Rf84067bd028b433e"/><Relationship Type="http://schemas.openxmlformats.org/officeDocument/2006/relationships/notesSlide" Target="../notesSlides/pam_r2_c9a2ea79565c4167_notesSlide61.xml" Id="Ra3d3eaae2ab342a9"/><Relationship Id="rIdMathSvg0" Type="http://schemas.openxmlformats.org/officeDocument/2006/relationships/image" Target="../media/pam_r2_d5df7dc24539573c_t4_d5df7dc24539573c1c52c25d.svg"/><Relationship Id="rIdMathSvg1" Type="http://schemas.openxmlformats.org/officeDocument/2006/relationships/image" Target="../media/pam_r2_e19f416ebac7b7dd_t4_e19f416ebac7b7dd4205b7a8.svg"/><Relationship Id="rIdMathSvg2" Type="http://schemas.openxmlformats.org/officeDocument/2006/relationships/image" Target="../media/pam_r2_d137467ca44003ef_t4_d137467ca44003efee620d7b.svg"/><Relationship Id="rIdMathSvg3" Type="http://schemas.openxmlformats.org/officeDocument/2006/relationships/image" Target="../media/pam_r2_265698b7c7cc42b6_t4_265698b7c7cc42b689a1af49.svg"/><Relationship Id="rIdMathSvg4" Type="http://schemas.openxmlformats.org/officeDocument/2006/relationships/image" Target="../media/pam_r2_e6f5d0499e5a0e11_t4_e6f5d0499e5a0e1140a22bce.svg"/><Relationship Id="rIdMathSvg5" Type="http://schemas.openxmlformats.org/officeDocument/2006/relationships/image" Target="../media/pam_r2_38b7d167f340c677_t4_38b7d167f340c6776e191320.svg"/><Relationship Id="rIdMathSvg6" Type="http://schemas.openxmlformats.org/officeDocument/2006/relationships/image" Target="../media/pam_r2_b0ce3e649e6039cb_t4_b0ce3e649e6039cbccb32a29.svg"/><Relationship Id="rIdMathSvg7" Type="http://schemas.openxmlformats.org/officeDocument/2006/relationships/image" Target="../media/pam_r2_265698b7c7cc42b6_t4_265698b7c7cc42b689a1af49.svg"/><Relationship Id="rIdMathSvg8" Type="http://schemas.openxmlformats.org/officeDocument/2006/relationships/image" Target="../media/pam_r2_84867f3d87844a45_t4_84867f3d87844a45b352102a.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29.xml"/><Relationship Id="rIdNav3" Type="http://schemas.openxmlformats.org/officeDocument/2006/relationships/slide" Target="signal_zoom_r4_59.xml"/><Relationship Id="rIdNav4" Type="http://schemas.openxmlformats.org/officeDocument/2006/relationships/slide" Target="signal_zoom_r4_60.xml"/><Relationship Id="rIdNav5" Type="http://schemas.openxmlformats.org/officeDocument/2006/relationships/slide" Target="signal_zoom_r4_61.xml"/><Relationship Id="rIdNav6" Type="http://schemas.openxmlformats.org/officeDocument/2006/relationships/slide" Target="signal_zoom_r4_59.xml"/><Relationship Id="rIdNav7" Type="http://schemas.openxmlformats.org/officeDocument/2006/relationships/slide" Target="signal_zoom_r4_60.xml"/><Relationship Id="rIdNav8" Type="http://schemas.openxmlformats.org/officeDocument/2006/relationships/slide" Target="signal_zoom_r4_61.xml"/><Relationship Id="rIdT4ClickFrame1" Type="http://schemas.openxmlformats.org/officeDocument/2006/relationships/image" Target="../media/pam_r2_db9c806b6680c8b8_image516.png"/><Relationship Id="rIdT4ClickFrame2" Type="http://schemas.openxmlformats.org/officeDocument/2006/relationships/image" Target="../media/pam_r2_ba5b3f644cc1d75a_t4_click_ba5b3f644cc1d75aecabf2b1c09f5f1147e59aaa76a826b994cf19b05bc58097.png"/><Relationship Id="rIdT4ClickFrame3" Type="http://schemas.openxmlformats.org/officeDocument/2006/relationships/image" Target="../media/pam_r2_ee11e732adfe95aa_t4_click_ee11e732adfe95aa53621d0538ff1347400e93fe210d37f4d7c7ca5d64fee0cf.png"/><Relationship Id="rIdT4ClickFrame4" Type="http://schemas.openxmlformats.org/officeDocument/2006/relationships/image" Target="../media/pam_r2_c2265499fd4de001_t4_click_c2265499fd4de0014c3885f667bd706aacd0290c0b6de56bc16c24e4b59938fa.png"/><Relationship Id="rIdT4ClickFrame5" Type="http://schemas.openxmlformats.org/officeDocument/2006/relationships/image" Target="../media/pam_r2_097c1e01a9e189ea_t4_click_097c1e01a9e189eaa0fef2088c7c49b98df4e157e1492938624f32fd75e2bfc8.png"/><Relationship Id="rIdT4ClickFrame6" Type="http://schemas.openxmlformats.org/officeDocument/2006/relationships/image" Target="../media/pam_r2_bf30b82af8e88209_t4_click_bf30b82af8e882091238c95f3ee93bf9df87b9299f27b65112259882e2799f5e.png"/><Relationship Id="rIdT4ClickFrame7" Type="http://schemas.openxmlformats.org/officeDocument/2006/relationships/image" Target="../media/pam_r2_2c3bbfa8e93636b7_t4_click_2c3bbfa8e93636b75114da2b06c6b86e4710679abd279c0593b39ae50bc44da7.png"/><Relationship Id="rIdT4ClickFrame8" Type="http://schemas.openxmlformats.org/officeDocument/2006/relationships/image" Target="../media/pam_r2_20f8073d75c8a775_t4_click_20f8073d75c8a775e2676fee5b4bef6b64b3776bd7c4d779665ce12cb459bea6.png"/><Relationship Id="rIdT4ClickFrame9" Type="http://schemas.openxmlformats.org/officeDocument/2006/relationships/image" Target="../media/pam_r2_c008c49bf53c16cc_t4_click_c008c49bf53c16cce1284d7202c2c2f84e900a9a256856ca1efaad7c0b09cf4f.png"/><Relationship Id="rIdT4ClickFrame10" Type="http://schemas.openxmlformats.org/officeDocument/2006/relationships/image" Target="../media/pam_r2_1b6abe2e5ce5963e_t4_click_1b6abe2e5ce5963e98771afa7e46d0d0e4d3ab12696af6691ad04023302b775d.png"/><Relationship Id="rIdT4ClickFrame11" Type="http://schemas.openxmlformats.org/officeDocument/2006/relationships/image" Target="../media/pam_r2_4928b4763ed9421d_t4_click_4928b4763ed9421d008c411460f5e3d4e7b338260eff5782a6993a29ba8fdf65.png"/><Relationship Id="rIdT4ClickFrame12" Type="http://schemas.openxmlformats.org/officeDocument/2006/relationships/image" Target="../media/pam_r2_0530dcf10f4ec64b_t4_click_0530dcf10f4ec64b97ae9ad8be18c8c4d0ddb456097008baf983930979d21e35.png"/><Relationship Id="rIdT4ClickFrame13" Type="http://schemas.openxmlformats.org/officeDocument/2006/relationships/image" Target="../media/pam_r2_1160fe515f875ffa_t4_click_1160fe515f875ffaaa3a4fff81b59be6d103ac030ef8bbf808e61258774fba40.png"/><Relationship Id="rIdT4ClickFrame14" Type="http://schemas.openxmlformats.org/officeDocument/2006/relationships/image" Target="../media/pam_r2_7a641f5030f035ef_t4_click_7a641f5030f035ef52718de564ab7e4eba5e51a70f61b71935855f42cb3a7a93.png"/><Relationship Id="rIdT4ClickFrame15" Type="http://schemas.openxmlformats.org/officeDocument/2006/relationships/image" Target="../media/pam_r2_6febd752079bb288_t4_click_6febd752079bb28805452f58cd5158c5985f14ed34cd69b603bfd0e35f71aa0c.png"/><Relationship Id="rIdT4ClickFrame16" Type="http://schemas.openxmlformats.org/officeDocument/2006/relationships/image" Target="../media/pam_r2_a53e296cc8efa0eb_t4_click_a53e296cc8efa0eb1ca9361d9670e48a768469e7a2a53623e9f87b4d8bdcbee8.png"/><Relationship Id="rIdT4ClickFrame17" Type="http://schemas.openxmlformats.org/officeDocument/2006/relationships/image" Target="../media/pam_r2_f313abc5b411f374_image518.png"/><Relationship Id="rIdT4ClickFrame18" Type="http://schemas.openxmlformats.org/officeDocument/2006/relationships/image" Target="../media/pam_r2_94459a3d50d237e0_image517.png"/><Relationship Id="rIdT4ClickFrame19" Type="http://schemas.openxmlformats.org/officeDocument/2006/relationships/image" Target="../media/pam_r2_303add63f5748f0c_t4_click_303add63f5748f0cc7373db9a272c473d9125aa0c237af55d1da4c1d62e2fd2a.png"/><Relationship Id="rIdT4ClickFrame20" Type="http://schemas.openxmlformats.org/officeDocument/2006/relationships/image" Target="../media/pam_r2_8f600ff15d9774a8_t4_click_8f600ff15d9774a8008f4893c8af9d33fc0f18e26df01cf4c4e0e3fea58c563d.png"/><Relationship Id="rIdT4ClickFrame21" Type="http://schemas.openxmlformats.org/officeDocument/2006/relationships/image" Target="../media/pam_r2_acde893613d74b9f_t4_click_acde893613d74b9f6c7bdc70ca6a3cb1ffaca2f1c9f061eba1ac612ef76c5ba9.png"/><Relationship Id="rIdT4ClickFrame22" Type="http://schemas.openxmlformats.org/officeDocument/2006/relationships/image" Target="../media/pam_r2_486a244f64652dff_t4_click_486a244f64652dff83d5053468f0c3f1e05a6c5f23996f0d39eb666d8fc40f91.png"/><Relationship Id="rIdT4ClickFrame23" Type="http://schemas.openxmlformats.org/officeDocument/2006/relationships/image" Target="../media/pam_r2_462c97a39badcd4c_t4_click_462c97a39badcd4c2c8bdbd5bb34dc8e6ad43fc0f4c3f29d5a7fd346e806da6f.png"/><Relationship Id="rIdT4ClickFrame24" Type="http://schemas.openxmlformats.org/officeDocument/2006/relationships/image" Target="../media/pam_r2_6df372af2392600b_t4_click_6df372af2392600bb8cfa4f97e3064d25f2e7ae5f4071d0c6b9bb144c2cc2432.png"/><Relationship Id="rIdT4ClickFrame25" Type="http://schemas.openxmlformats.org/officeDocument/2006/relationships/image" Target="../media/pam_r2_f0ef93fb938422c1_t4_click_f0ef93fb938422c18ae3d03d6a5b2b0a6aef6db8cc22b6a7818674e1777f9c27.png"/><Relationship Id="rIdT4ClickFrame26" Type="http://schemas.openxmlformats.org/officeDocument/2006/relationships/image" Target="../media/pam_r2_0857740b42517736_t4_click_0857740b425177367faac6316fd68fcdc19234d3657515bfe4d34db317e70379.png"/><Relationship Id="rIdT4ClickFrame27" Type="http://schemas.openxmlformats.org/officeDocument/2006/relationships/image" Target="../media/pam_r2_2d9119d5c423bc46_t4_click_2d9119d5c423bc46bd50e616ee5acff5b9bbb95137af3f6695300dca39f05df5.png"/><Relationship Id="rIdT4ClickFrame28" Type="http://schemas.openxmlformats.org/officeDocument/2006/relationships/image" Target="../media/pam_r2_03a30a93dfbfd387_t4_click_03a30a93dfbfd387d1ba64b31061b2c734bace7952931c3f7831bc169d3e0b78.png"/><Relationship Id="rIdT4ClickFrame29" Type="http://schemas.openxmlformats.org/officeDocument/2006/relationships/image" Target="../media/pam_r2_40bf9d55de5f9236_t4_click_40bf9d55de5f92365597d9746dda54482997f2fd32bdfdfde07b834df94a3fcc.png"/><Relationship Id="rIdT4ClickFrame30" Type="http://schemas.openxmlformats.org/officeDocument/2006/relationships/image" Target="../media/pam_r2_96596e905cb47efd_t4_click_96596e905cb47efd77f6265573ed774e0aef409ae2c2c6bc875d464f742670e8.png"/><Relationship Id="rIdT4ClickFrame31" Type="http://schemas.openxmlformats.org/officeDocument/2006/relationships/image" Target="../media/pam_r2_a26e26317e120640_t4_click_a26e26317e1206407115e48a83b42b2767cb8ce53ec6df6c9b3deb4e73f80a45.png"/><Relationship Id="rIdT4ClickFrame32" Type="http://schemas.openxmlformats.org/officeDocument/2006/relationships/image" Target="../media/pam_r2_ee078fa091cb7b72_t4_click_ee078fa091cb7b720b4ae196e2b3391cb24adb163e8f2eb77929ff3924af01ee.png"/><Relationship Id="rIdT4ClickFrame33" Type="http://schemas.openxmlformats.org/officeDocument/2006/relationships/image" Target="../media/pam_r2_790f60a2276798fd_t4_click_790f60a2276798fd20230b5ace4329b4fa7785d9533db4c723b5b073391ee85e.png"/><Relationship Id="rIdT4ClickFrame34" Type="http://schemas.openxmlformats.org/officeDocument/2006/relationships/image" Target="../media/pam_r2_dcb2e2680b7e96d1_t4_click_dcb2e2680b7e96d151f706f405d8fddf0ab5228a611bf3ca7afc38fddfb3549c.png"/><Relationship Id="rIdT4ClickFrame35" Type="http://schemas.openxmlformats.org/officeDocument/2006/relationships/image" Target="../media/pam_r2_67b3eaee8dd63b18_t4_click_67b3eaee8dd63b18e6c673dbcd37b831a4a1ca5fc960224142670d4474284c25.png"/><Relationship Id="rIdT4ClickFrame36" Type="http://schemas.openxmlformats.org/officeDocument/2006/relationships/image" Target="../media/pam_r2_537b45e0e7ce948c_t4_click_537b45e0e7ce948c487ec71a22789a2bc2e880d4c90ee20d2dba12fc7423cdcf.png"/><Relationship Id="rIdT4ClickFrame37" Type="http://schemas.openxmlformats.org/officeDocument/2006/relationships/image" Target="../media/pam_r2_754864728fdcb38e_t4_click_754864728fdcb38e8bc573223bd037bf58e78cd2afd72828d953e26c629bd93c.png"/><Relationship Id="rIdT4ClickFrame38" Type="http://schemas.openxmlformats.org/officeDocument/2006/relationships/image" Target="../media/pam_r2_e2483d12016ea433_t4_click_e2483d12016ea43376252110c230f956a9d7bb09774c55cb931ad25a83126afe.png"/><Relationship Id="rIdT4ClickFrame39" Type="http://schemas.openxmlformats.org/officeDocument/2006/relationships/image" Target="../media/pam_r2_67b3c800c5daa690_t4_click_67b3c800c5daa690f58fa62848acf9a635ce9a403d9a6877edfc8f81fc2b373f.png"/><Relationship Id="rIdT4ClickFrame40" Type="http://schemas.openxmlformats.org/officeDocument/2006/relationships/image" Target="../media/pam_r2_b19ca7e10c2f1801_t4_click_b19ca7e10c2f18012c8537c957286f58a872dd1e350ea2dcd03196bf70322b8f.png"/><Relationship Id="rIdT4ClickFrame41" Type="http://schemas.openxmlformats.org/officeDocument/2006/relationships/image" Target="../media/pam_r2_3a31d45eb57423c8_t4_click_3a31d45eb57423c8d2465ee775eb2d56d87e2ead27c9659368c1e378dfbc9383.png"/><Relationship Id="rIdT4ClickFrame42" Type="http://schemas.openxmlformats.org/officeDocument/2006/relationships/image" Target="../media/pam_r2_919979dd9c5eeeaa_t4_click_919979dd9c5eeeaaeb6b432f425389364e475b8cd7a03fe213424928e5e46151.png"/><Relationship Id="rIdT4ClickFrame43" Type="http://schemas.openxmlformats.org/officeDocument/2006/relationships/image" Target="../media/pam_r2_32d2f4ab670dc167_t4_click_32d2f4ab670dc167c2d70f13c77726b89f114aba7e1124fcc6f207ce2ae1fcc8.png"/><Relationship Id="rIdT4ClickFrame44" Type="http://schemas.openxmlformats.org/officeDocument/2006/relationships/image" Target="../media/pam_r2_27cfe8464b6c81a5_t4_click_27cfe8464b6c81a5dc8b9b34f0b14b1dcb11981047293605aa812843e422e962.png"/><Relationship Id="rIdT4ClickFrame45" Type="http://schemas.openxmlformats.org/officeDocument/2006/relationships/image" Target="../media/pam_r2_71530d6d4b39c641_t4_click_71530d6d4b39c64191133c619687d46e75badea479ad1c1ed2179c746edbc8c5.png"/><Relationship Id="rIdT4ClickFrame46" Type="http://schemas.openxmlformats.org/officeDocument/2006/relationships/image" Target="../media/pam_r2_5309c09a56af806a_t4_click_5309c09a56af806a1a89ba1282e8032c7cf6f119596a610ec8a00e98c76fe622.png"/><Relationship Id="rIdT4ClickFrame47" Type="http://schemas.openxmlformats.org/officeDocument/2006/relationships/image" Target="../media/pam_r2_0367fa0faea348c3_t4_click_0367fa0faea348c38825bf4696686c2a1f45d7d039d432ae2876cebcd20f390a.png"/><Relationship Id="rIdT4ClickFrame48" Type="http://schemas.openxmlformats.org/officeDocument/2006/relationships/image" Target="../media/pam_r2_8752e23e3b1cdd4b_t4_click_8752e23e3b1cdd4b77e0dba05c84504f9d9eaab9e8459b16fb1560acb2caab32.png"/><Relationship Id="rIdT4ClickFrame49" Type="http://schemas.openxmlformats.org/officeDocument/2006/relationships/image" Target="../media/pam_r2_4a058f0d8890fb73_t4_click_4a058f0d8890fb735e739467008a85a3aea840d1d14d3056ddfa7467e4660fe9.png"/><Relationship Id="rIdT4ClickFrame50" Type="http://schemas.openxmlformats.org/officeDocument/2006/relationships/image" Target="../media/pam_r2_d8452d9e606f1165_t4_click_d8452d9e606f11652cdbbfc4b72ad0eab86f3f50550c52209e1cad67e88e951f.png"/><Relationship Id="rIdT4ClickFrame51" Type="http://schemas.openxmlformats.org/officeDocument/2006/relationships/image" Target="../media/pam_r2_193313c704536b5f_t4_click_193313c704536b5ffed68eb4a3281974606adb8f76bf017a2bd77cb8392567ca.png"/><Relationship Id="rIdT4ClickFrame52" Type="http://schemas.openxmlformats.org/officeDocument/2006/relationships/image" Target="../media/pam_r2_b0fad160ac8f3307_t4_click_b0fad160ac8f33070624140f662b36ab6c87cd08c06029e5edac029bb25917fb.png"/><Relationship Id="rIdT4ClickFrame53" Type="http://schemas.openxmlformats.org/officeDocument/2006/relationships/image" Target="../media/pam_r2_bca4358fcdfebfb1_t4_click_bca4358fcdfebfb135ad4a81437d0cda7541e16c45d7a3d1b83d175b52da5151.png"/><Relationship Id="rIdT4ClickFrame54" Type="http://schemas.openxmlformats.org/officeDocument/2006/relationships/image" Target="../media/pam_r2_d701b3b073cdf219_t4_click_d701b3b073cdf21991864f21a6820f6c240acb435c9d49c9979ffec86dedb6cf.png"/><Relationship Id="rIdT4ClickFrame55" Type="http://schemas.openxmlformats.org/officeDocument/2006/relationships/image" Target="../media/pam_r2_f313abc5b411f374_image518.png"/><Relationship Id="rIdT4ClickFrame56" Type="http://schemas.openxmlformats.org/officeDocument/2006/relationships/image" Target="../media/pam_r2_a53e296cc8efa0eb_t4_click_a53e296cc8efa0eb1ca9361d9670e48a768469e7a2a53623e9f87b4d8bdcbee8.png"/><Relationship Id="rIdT4ClickFrame57" Type="http://schemas.openxmlformats.org/officeDocument/2006/relationships/image" Target="../media/pam_r2_6febd752079bb288_t4_click_6febd752079bb28805452f58cd5158c5985f14ed34cd69b603bfd0e35f71aa0c.png"/><Relationship Id="rIdT4ClickFrame58" Type="http://schemas.openxmlformats.org/officeDocument/2006/relationships/image" Target="../media/pam_r2_7a641f5030f035ef_t4_click_7a641f5030f035ef52718de564ab7e4eba5e51a70f61b71935855f42cb3a7a93.png"/><Relationship Id="rIdT4ClickFrame59" Type="http://schemas.openxmlformats.org/officeDocument/2006/relationships/image" Target="../media/pam_r2_1160fe515f875ffa_t4_click_1160fe515f875ffaaa3a4fff81b59be6d103ac030ef8bbf808e61258774fba40.png"/><Relationship Id="rIdT4ClickFrame60" Type="http://schemas.openxmlformats.org/officeDocument/2006/relationships/image" Target="../media/pam_r2_0530dcf10f4ec64b_t4_click_0530dcf10f4ec64b97ae9ad8be18c8c4d0ddb456097008baf983930979d21e35.png"/><Relationship Id="rIdT4ClickFrame61" Type="http://schemas.openxmlformats.org/officeDocument/2006/relationships/image" Target="../media/pam_r2_4928b4763ed9421d_t4_click_4928b4763ed9421d008c411460f5e3d4e7b338260eff5782a6993a29ba8fdf65.png"/><Relationship Id="rIdT4ClickFrame62" Type="http://schemas.openxmlformats.org/officeDocument/2006/relationships/image" Target="../media/pam_r2_1b6abe2e5ce5963e_t4_click_1b6abe2e5ce5963e98771afa7e46d0d0e4d3ab12696af6691ad04023302b775d.png"/><Relationship Id="rIdT4ClickFrame63" Type="http://schemas.openxmlformats.org/officeDocument/2006/relationships/image" Target="../media/pam_r2_c008c49bf53c16cc_t4_click_c008c49bf53c16cce1284d7202c2c2f84e900a9a256856ca1efaad7c0b09cf4f.png"/><Relationship Id="rIdT4ClickFrame64" Type="http://schemas.openxmlformats.org/officeDocument/2006/relationships/image" Target="../media/pam_r2_20f8073d75c8a775_t4_click_20f8073d75c8a775e2676fee5b4bef6b64b3776bd7c4d779665ce12cb459bea6.png"/><Relationship Id="rIdT4ClickFrame65" Type="http://schemas.openxmlformats.org/officeDocument/2006/relationships/image" Target="../media/pam_r2_2c3bbfa8e93636b7_t4_click_2c3bbfa8e93636b75114da2b06c6b86e4710679abd279c0593b39ae50bc44da7.png"/><Relationship Id="rIdT4ClickFrame66" Type="http://schemas.openxmlformats.org/officeDocument/2006/relationships/image" Target="../media/pam_r2_bf30b82af8e88209_t4_click_bf30b82af8e882091238c95f3ee93bf9df87b9299f27b65112259882e2799f5e.png"/><Relationship Id="rIdT4ClickFrame67" Type="http://schemas.openxmlformats.org/officeDocument/2006/relationships/image" Target="../media/pam_r2_097c1e01a9e189ea_t4_click_097c1e01a9e189eaa0fef2088c7c49b98df4e157e1492938624f32fd75e2bfc8.png"/><Relationship Id="rIdT4ClickFrame68" Type="http://schemas.openxmlformats.org/officeDocument/2006/relationships/image" Target="../media/pam_r2_c2265499fd4de001_t4_click_c2265499fd4de0014c3885f667bd706aacd0290c0b6de56bc16c24e4b59938fa.png"/><Relationship Id="rIdT4ClickFrame69" Type="http://schemas.openxmlformats.org/officeDocument/2006/relationships/image" Target="../media/pam_r2_ee11e732adfe95aa_t4_click_ee11e732adfe95aa53621d0538ff1347400e93fe210d37f4d7c7ca5d64fee0cf.png"/><Relationship Id="rIdT4ClickFrame70" Type="http://schemas.openxmlformats.org/officeDocument/2006/relationships/image" Target="../media/pam_r2_ba5b3f644cc1d75a_t4_click_ba5b3f644cc1d75aecabf2b1c09f5f1147e59aaa76a826b994cf19b05bc58097.png"/><Relationship Id="rIdT4ClickFrame71" Type="http://schemas.openxmlformats.org/officeDocument/2006/relationships/image" Target="../media/pam_r2_db9c806b6680c8b8_image516.png"/></Relationships>
</file>

<file path=ppt/slides/_rels/signal_zoom_r4_63.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b21ad13072cc43b6"/><Relationship Type="http://schemas.openxmlformats.org/officeDocument/2006/relationships/image" Target="../media/pam_r2_3fcda9474233217c_image488.png" Id="R753bb1294ea2448a"/><Relationship Type="http://schemas.openxmlformats.org/officeDocument/2006/relationships/image" Target="../media/pam_r2_6c62cdb20df6273a_image475.png" Id="R7ea20ab666c74517"/><Relationship Type="http://schemas.openxmlformats.org/officeDocument/2006/relationships/image" Target="../media/pam_r2_eaba7d9bd43342de_image476.png" Id="Rdc7d09b33fc04c67"/><Relationship Type="http://schemas.openxmlformats.org/officeDocument/2006/relationships/image" Target="../media/image66.png" Id="Rf845acb282df4aa8"/><Relationship Type="http://schemas.openxmlformats.org/officeDocument/2006/relationships/image" Target="../media/image11.png" Id="Rcd3a675b409347c8"/><Relationship Type="http://schemas.openxmlformats.org/officeDocument/2006/relationships/image" Target="../media/pam_r2_857d9f5e1d86039e_image479.png" Id="R1f0f39f003884304"/><Relationship Type="http://schemas.openxmlformats.org/officeDocument/2006/relationships/image" Target="../media/pam_r2_705156d08bc2b42c_image539.png" Id="R424beb92b14b47ba"/><Relationship Type="http://schemas.openxmlformats.org/officeDocument/2006/relationships/image" Target="../media/pam_r2_a7c54c2431893e0f_image540.png" Id="R168a99ac92874495"/><Relationship Type="http://schemas.openxmlformats.org/officeDocument/2006/relationships/notesSlide" Target="../notesSlides/pam_r2_fd06293ffc40c472_notesSlide63.xml" Id="R35c3c52160554c06"/><Relationship Id="rIdMathSvg0" Type="http://schemas.openxmlformats.org/officeDocument/2006/relationships/image" Target="../media/pam_r2_c3fb69035428ca7b_t4_c3fb69035428ca7b38b37e0c.svg"/><Relationship Id="rIdMathSvg1" Type="http://schemas.openxmlformats.org/officeDocument/2006/relationships/image" Target="../media/pam_r2_e19f416ebac7b7dd_t4_e19f416ebac7b7dd4205b7a8.svg"/><Relationship Id="rIdMathSvg2" Type="http://schemas.openxmlformats.org/officeDocument/2006/relationships/image" Target="../media/pam_r2_3262254c173419ab_t4_3262254c173419abf1c2159c.svg"/><Relationship Id="rIdMathSvg3" Type="http://schemas.openxmlformats.org/officeDocument/2006/relationships/image" Target="../media/pam_r2_4eb22191419f791a_t4_4eb22191419f791a6bd8f709.svg"/><Relationship Id="rIdMathSvg4" Type="http://schemas.openxmlformats.org/officeDocument/2006/relationships/image" Target="../media/pam_r2_e0bae9eae3b90a86_t4_e0bae9eae3b90a868aadcbc5.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30.xml"/><Relationship Id="rIdNav3" Type="http://schemas.openxmlformats.org/officeDocument/2006/relationships/slide" Target="signal_zoom_r4_63.xml"/><Relationship Id="rIdNav4" Type="http://schemas.openxmlformats.org/officeDocument/2006/relationships/slide" Target="signal_zoom_r4_64.xml"/><Relationship Id="rIdNav5" Type="http://schemas.openxmlformats.org/officeDocument/2006/relationships/slide" Target="signal_zoom_r4_65.xml"/><Relationship Id="rIdNav6" Type="http://schemas.openxmlformats.org/officeDocument/2006/relationships/slide" Target="signal_zoom_r4_63.xml"/><Relationship Id="rIdNav7" Type="http://schemas.openxmlformats.org/officeDocument/2006/relationships/slide" Target="signal_zoom_r4_64.xml"/><Relationship Id="rIdNav8" Type="http://schemas.openxmlformats.org/officeDocument/2006/relationships/slide" Target="signal_zoom_r4_65.xml"/><Relationship Id="rIdT4ClickFrame1" Type="http://schemas.openxmlformats.org/officeDocument/2006/relationships/image" Target="../media/pam_r2_3fcda9474233217c_image488.png"/><Relationship Id="rIdT4ClickFrame2" Type="http://schemas.openxmlformats.org/officeDocument/2006/relationships/image" Target="../media/pam_r2_c9b52086d790f32e_t4_click_c9b52086d790f32edd61c9812cd974fb5f1ce8ccdd0f8ef8f6e7f49ef1a8f428.png"/><Relationship Id="rIdT4ClickFrame3" Type="http://schemas.openxmlformats.org/officeDocument/2006/relationships/image" Target="../media/pam_r2_a32646b2cb435069_t4_click_a32646b2cb43506914587e0d7c519a3427989e2662139060c2a01552f5007577.png"/><Relationship Id="rIdT4ClickFrame4" Type="http://schemas.openxmlformats.org/officeDocument/2006/relationships/image" Target="../media/pam_r2_13065d64b23d8c42_t4_click_13065d64b23d8c429a8248d6e396e9e90b86bde26a5af26946dd35bd09fbe8a0.png"/><Relationship Id="rIdT4ClickFrame5" Type="http://schemas.openxmlformats.org/officeDocument/2006/relationships/image" Target="../media/pam_r2_d18bfbe8d0d88ed1_t4_click_d18bfbe8d0d88ed1f165a009778e90a95827aecd5d3387282a5930a900e54e80.png"/><Relationship Id="rIdT4ClickFrame6" Type="http://schemas.openxmlformats.org/officeDocument/2006/relationships/image" Target="../media/pam_r2_3a3726ead1cb8e17_t4_click_3a3726ead1cb8e176f8b033e88384840d0f544dba106621aa7a7bc61fc541eec.png"/><Relationship Id="rIdT4ClickFrame7" Type="http://schemas.openxmlformats.org/officeDocument/2006/relationships/image" Target="../media/pam_r2_9da69388b7f5a542_t4_click_9da69388b7f5a542fefe02a4febf569c7c3f90be2dd82aa346ecbd9eaa6270aa.png"/><Relationship Id="rIdT4ClickFrame8" Type="http://schemas.openxmlformats.org/officeDocument/2006/relationships/image" Target="../media/pam_r2_ac90a4d89e042424_t4_click_ac90a4d89e042424feaf96f6b6cb55ffb906c9687eb89f84069b3cd0a36eb156.png"/><Relationship Id="rIdT4ClickFrame9" Type="http://schemas.openxmlformats.org/officeDocument/2006/relationships/image" Target="../media/pam_r2_e6c10d366eed8a67_t4_click_e6c10d366eed8a67f1501d1713f7f268c2348196dd6217a0301e4aed8fe278fb.png"/><Relationship Id="rIdT4ClickFrame10" Type="http://schemas.openxmlformats.org/officeDocument/2006/relationships/image" Target="../media/pam_r2_ef0f6404e1a3c529_t4_click_ef0f6404e1a3c52910ff5f63feba45cb65020a66bf168e7d6c20f2a7dfbe955f.png"/><Relationship Id="rIdT4ClickFrame11" Type="http://schemas.openxmlformats.org/officeDocument/2006/relationships/image" Target="../media/pam_r2_ac2e01b4cbaeaf99_t4_click_ac2e01b4cbaeaf990150a92436cf44e46c336514cfe7b5b0c901b2532243e5b5.png"/><Relationship Id="rIdT4ClickFrame12" Type="http://schemas.openxmlformats.org/officeDocument/2006/relationships/image" Target="../media/pam_r2_baf1760c339b6f7b_t4_click_baf1760c339b6f7b66ff1d1f4ff197e52fab466479a56192a92ac72526ce10b8.png"/><Relationship Id="rIdT4ClickFrame13" Type="http://schemas.openxmlformats.org/officeDocument/2006/relationships/image" Target="../media/pam_r2_a49250f624b9ea88_t4_click_a49250f624b9ea88ab36eee9a354a148e8a4e9f7f401dfda4adb685108c3a454.png"/><Relationship Id="rIdT4ClickFrame14" Type="http://schemas.openxmlformats.org/officeDocument/2006/relationships/image" Target="../media/pam_r2_e6e4b0ba81fa5892_t4_click_e6e4b0ba81fa58920c6cb44389bf53c619f62f7364d323a825d1f16760c61ab5.png"/><Relationship Id="rIdT4ClickFrame15" Type="http://schemas.openxmlformats.org/officeDocument/2006/relationships/image" Target="../media/pam_r2_4a710ab7ecf5af86_t4_click_4a710ab7ecf5af86c4870d85a56f118902068974d76215fed5d718b5b0e69c4a.png"/><Relationship Id="rIdT4ClickFrame16" Type="http://schemas.openxmlformats.org/officeDocument/2006/relationships/image" Target="../media/pam_r2_c7390fe0026b3a75_t4_click_c7390fe0026b3a75f4e209ed8978a09e578b8b618eabe6ff20ab39630d1c8e71.png"/><Relationship Id="rIdT4ClickFrame17" Type="http://schemas.openxmlformats.org/officeDocument/2006/relationships/image" Target="../media/pam_r2_eaba7d9bd43342de_image476.png"/><Relationship Id="rIdT4ClickFrame18" Type="http://schemas.openxmlformats.org/officeDocument/2006/relationships/image" Target="../media/pam_r2_6c62cdb20df6273a_image475.png"/><Relationship Id="rIdT4ClickFrame19" Type="http://schemas.openxmlformats.org/officeDocument/2006/relationships/image" Target="../media/pam_r2_3687ec2b4f04230f_t4_click_3687ec2b4f04230feb2f3e4da8b29df121d5ebb290488565973a3e1463e87aa7.png"/><Relationship Id="rIdT4ClickFrame20" Type="http://schemas.openxmlformats.org/officeDocument/2006/relationships/image" Target="../media/pam_r2_95c3333fcb1914ac_t4_click_95c3333fcb1914ac3ac0e2b381b9ffc3a22ce786439f06fbc8c78242415437a7.png"/><Relationship Id="rIdT4ClickFrame21" Type="http://schemas.openxmlformats.org/officeDocument/2006/relationships/image" Target="../media/pam_r2_77f80b74ef2a85f0_t4_click_77f80b74ef2a85f02f565f8406526340767e61890c98ccfad48bf40d25c1d691.png"/><Relationship Id="rIdT4ClickFrame22" Type="http://schemas.openxmlformats.org/officeDocument/2006/relationships/image" Target="../media/pam_r2_c1e6eeeafa85a7ae_t4_click_c1e6eeeafa85a7ae09b1eb5bf7f27ce28669f7e3d0afcea4e011bf29b8a0b975.png"/><Relationship Id="rIdT4ClickFrame23" Type="http://schemas.openxmlformats.org/officeDocument/2006/relationships/image" Target="../media/pam_r2_de4d9d690b91905e_t4_click_de4d9d690b91905e7d6fa3f0f5d40692e043029b7150e3d1b2c69bdb4c2f7efa.png"/><Relationship Id="rIdT4ClickFrame24" Type="http://schemas.openxmlformats.org/officeDocument/2006/relationships/image" Target="../media/pam_r2_be9e189e0c8ac5fd_t4_click_be9e189e0c8ac5fdf26b20cebe65557064d81074f08b060e9e52490fa3f5b684.png"/><Relationship Id="rIdT4ClickFrame25" Type="http://schemas.openxmlformats.org/officeDocument/2006/relationships/image" Target="../media/pam_r2_339412deca39f95c_t4_click_339412deca39f95c50d5f8f71f0ec4e2727e36390eb8ad18a906ac8a76d805c5.png"/><Relationship Id="rIdT4ClickFrame26" Type="http://schemas.openxmlformats.org/officeDocument/2006/relationships/image" Target="../media/pam_r2_1d6bae29d714b943_t4_click_1d6bae29d714b94367cb708ca45659fc736ac89d2774d090ee91b5b576f4a32b.png"/><Relationship Id="rIdT4ClickFrame27" Type="http://schemas.openxmlformats.org/officeDocument/2006/relationships/image" Target="../media/pam_r2_27433dca4bb8a524_t4_click_27433dca4bb8a524f020efa4b59815ebbff971275e536e2c4f5db7189a75cb7c.png"/><Relationship Id="rIdT4ClickFrame28" Type="http://schemas.openxmlformats.org/officeDocument/2006/relationships/image" Target="../media/pam_r2_7491d7c8e8d77022_t4_click_7491d7c8e8d770222fc21f90f3264de7906ce6dbf5e99c46cfefea01a1369a0e.png"/><Relationship Id="rIdT4ClickFrame29" Type="http://schemas.openxmlformats.org/officeDocument/2006/relationships/image" Target="../media/pam_r2_ab79e6835f661769_t4_click_ab79e6835f66176987047e22ece2cdc5746c31a19b7c43c20b090a1bb9da8866.png"/><Relationship Id="rIdT4ClickFrame30" Type="http://schemas.openxmlformats.org/officeDocument/2006/relationships/image" Target="../media/pam_r2_6c1cd289f75d7848_t4_click_6c1cd289f75d78486a866d59444d1b006ed7da5d4678dea854210110a33cda11.png"/><Relationship Id="rIdT4ClickFrame31" Type="http://schemas.openxmlformats.org/officeDocument/2006/relationships/image" Target="../media/pam_r2_316e694c3d651217_t4_click_316e694c3d651217e6dd38a81e369487033ebb623019dd587209a37c8b149387.png"/><Relationship Id="rIdT4ClickFrame32" Type="http://schemas.openxmlformats.org/officeDocument/2006/relationships/image" Target="../media/pam_r2_91680d418fa52366_t4_click_91680d418fa523660243722924d2367f3ea73c9217b2950047fc71e14909b3b6.png"/><Relationship Id="rIdT4ClickFrame33" Type="http://schemas.openxmlformats.org/officeDocument/2006/relationships/image" Target="../media/pam_r2_e72c53b7b8762367_t4_click_e72c53b7b876236732983d1454e737f7b2bf75a8f87784fe270003c91eb45dfa.png"/><Relationship Id="rIdT4ClickFrame34" Type="http://schemas.openxmlformats.org/officeDocument/2006/relationships/image" Target="../media/pam_r2_df224d5e83dea0f3_t4_click_df224d5e83dea0f32de475243c32b2973b0ac4507d5b3c9562d1b922fddaf174.png"/><Relationship Id="rIdT4ClickFrame35" Type="http://schemas.openxmlformats.org/officeDocument/2006/relationships/image" Target="../media/pam_r2_6881cd7cfb55b9c0_t4_click_6881cd7cfb55b9c09af77ffe50864046fe75952e4613bff5291a324356d8d09e.png"/><Relationship Id="rIdT4ClickFrame36" Type="http://schemas.openxmlformats.org/officeDocument/2006/relationships/image" Target="../media/pam_r2_24c7eba4946aaeb5_t4_click_24c7eba4946aaeb50af86f6238878dab88f1ee2e7fbf2156312acd867a4b579e.png"/><Relationship Id="rIdT4ClickFrame37" Type="http://schemas.openxmlformats.org/officeDocument/2006/relationships/image" Target="../media/pam_r2_da32989698c75843_t4_click_da32989698c75843b07df913dabc52419b5fa5bdd852629839346f9b37a040fb.png"/><Relationship Id="rIdT4ClickFrame38" Type="http://schemas.openxmlformats.org/officeDocument/2006/relationships/image" Target="../media/pam_r2_416666db5dc7c93c_t4_click_416666db5dc7c93c8f8dd37a69581fe0792d99aa05ecc4b01a63aeb287b3a4b3.png"/><Relationship Id="rIdT4ClickFrame39" Type="http://schemas.openxmlformats.org/officeDocument/2006/relationships/image" Target="../media/pam_r2_7293e9880d498e67_t4_click_7293e9880d498e6739f05205873e4e5978ea566cd4434cf242e5207246cbf1e5.png"/><Relationship Id="rIdT4ClickFrame40" Type="http://schemas.openxmlformats.org/officeDocument/2006/relationships/image" Target="../media/pam_r2_eaba7d9bd43342de_image476.png"/><Relationship Id="rIdT4ClickFrame41" Type="http://schemas.openxmlformats.org/officeDocument/2006/relationships/image" Target="../media/pam_r2_eaba7d9bd43342de_image476.png"/><Relationship Id="rIdT4ClickFrame42" Type="http://schemas.openxmlformats.org/officeDocument/2006/relationships/image" Target="../media/pam_r2_c7390fe0026b3a75_t4_click_c7390fe0026b3a75f4e209ed8978a09e578b8b618eabe6ff20ab39630d1c8e71.png"/><Relationship Id="rIdT4ClickFrame43" Type="http://schemas.openxmlformats.org/officeDocument/2006/relationships/image" Target="../media/pam_r2_4a710ab7ecf5af86_t4_click_4a710ab7ecf5af86c4870d85a56f118902068974d76215fed5d718b5b0e69c4a.png"/><Relationship Id="rIdT4ClickFrame44" Type="http://schemas.openxmlformats.org/officeDocument/2006/relationships/image" Target="../media/pam_r2_e6e4b0ba81fa5892_t4_click_e6e4b0ba81fa58920c6cb44389bf53c619f62f7364d323a825d1f16760c61ab5.png"/><Relationship Id="rIdT4ClickFrame45" Type="http://schemas.openxmlformats.org/officeDocument/2006/relationships/image" Target="../media/pam_r2_a49250f624b9ea88_t4_click_a49250f624b9ea88ab36eee9a354a148e8a4e9f7f401dfda4adb685108c3a454.png"/><Relationship Id="rIdT4ClickFrame46" Type="http://schemas.openxmlformats.org/officeDocument/2006/relationships/image" Target="../media/pam_r2_baf1760c339b6f7b_t4_click_baf1760c339b6f7b66ff1d1f4ff197e52fab466479a56192a92ac72526ce10b8.png"/><Relationship Id="rIdT4ClickFrame47" Type="http://schemas.openxmlformats.org/officeDocument/2006/relationships/image" Target="../media/pam_r2_ac2e01b4cbaeaf99_t4_click_ac2e01b4cbaeaf990150a92436cf44e46c336514cfe7b5b0c901b2532243e5b5.png"/><Relationship Id="rIdT4ClickFrame48" Type="http://schemas.openxmlformats.org/officeDocument/2006/relationships/image" Target="../media/pam_r2_ef0f6404e1a3c529_t4_click_ef0f6404e1a3c52910ff5f63feba45cb65020a66bf168e7d6c20f2a7dfbe955f.png"/><Relationship Id="rIdT4ClickFrame49" Type="http://schemas.openxmlformats.org/officeDocument/2006/relationships/image" Target="../media/pam_r2_e6c10d366eed8a67_t4_click_e6c10d366eed8a67f1501d1713f7f268c2348196dd6217a0301e4aed8fe278fb.png"/><Relationship Id="rIdT4ClickFrame50" Type="http://schemas.openxmlformats.org/officeDocument/2006/relationships/image" Target="../media/pam_r2_ac90a4d89e042424_t4_click_ac90a4d89e042424feaf96f6b6cb55ffb906c9687eb89f84069b3cd0a36eb156.png"/><Relationship Id="rIdT4ClickFrame51" Type="http://schemas.openxmlformats.org/officeDocument/2006/relationships/image" Target="../media/pam_r2_9da69388b7f5a542_t4_click_9da69388b7f5a542fefe02a4febf569c7c3f90be2dd82aa346ecbd9eaa6270aa.png"/><Relationship Id="rIdT4ClickFrame52" Type="http://schemas.openxmlformats.org/officeDocument/2006/relationships/image" Target="../media/pam_r2_3a3726ead1cb8e17_t4_click_3a3726ead1cb8e176f8b033e88384840d0f544dba106621aa7a7bc61fc541eec.png"/><Relationship Id="rIdT4ClickFrame53" Type="http://schemas.openxmlformats.org/officeDocument/2006/relationships/image" Target="../media/pam_r2_d18bfbe8d0d88ed1_t4_click_d18bfbe8d0d88ed1f165a009778e90a95827aecd5d3387282a5930a900e54e80.png"/><Relationship Id="rIdT4ClickFrame54" Type="http://schemas.openxmlformats.org/officeDocument/2006/relationships/image" Target="../media/pam_r2_13065d64b23d8c42_t4_click_13065d64b23d8c429a8248d6e396e9e90b86bde26a5af26946dd35bd09fbe8a0.png"/><Relationship Id="rIdT4ClickFrame55" Type="http://schemas.openxmlformats.org/officeDocument/2006/relationships/image" Target="../media/pam_r2_a32646b2cb435069_t4_click_a32646b2cb43506914587e0d7c519a3427989e2662139060c2a01552f5007577.png"/><Relationship Id="rIdT4ClickFrame56" Type="http://schemas.openxmlformats.org/officeDocument/2006/relationships/image" Target="../media/pam_r2_c9b52086d790f32e_t4_click_c9b52086d790f32edd61c9812cd974fb5f1ce8ccdd0f8ef8f6e7f49ef1a8f428.png"/><Relationship Id="rIdT4ClickFrame57" Type="http://schemas.openxmlformats.org/officeDocument/2006/relationships/image" Target="../media/pam_r2_3fcda9474233217c_image488.png"/></Relationships>
</file>

<file path=ppt/slides/_rels/signal_zoom_r4_64.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2a2e3fef43f4462d"/><Relationship Type="http://schemas.openxmlformats.org/officeDocument/2006/relationships/image" Target="../media/pam_r2_3fcda9474233217c_image488.png" Id="R29eb47a4a0414c94"/><Relationship Type="http://schemas.openxmlformats.org/officeDocument/2006/relationships/image" Target="../media/pam_r2_abe8475635f3a989_image481.png" Id="R8c7e673890fa4295"/><Relationship Type="http://schemas.openxmlformats.org/officeDocument/2006/relationships/image" Target="../media/pam_r2_7c85eb0249055c0e_image482.png" Id="Rbe9bbc459a0f456f"/><Relationship Type="http://schemas.openxmlformats.org/officeDocument/2006/relationships/image" Target="../media/image66.png" Id="Rf3ce185cb7c4470a"/><Relationship Type="http://schemas.openxmlformats.org/officeDocument/2006/relationships/image" Target="../media/image11.png" Id="R193aaabf27b44d89"/><Relationship Type="http://schemas.openxmlformats.org/officeDocument/2006/relationships/image" Target="../media/pam_r2_857d9f5e1d86039e_image479.png" Id="Ra78f4bfb1b904f88"/><Relationship Type="http://schemas.openxmlformats.org/officeDocument/2006/relationships/image" Target="../media/pam_r2_d99837a1c9484324_image547.png" Id="R9f605fc081564dc5"/><Relationship Type="http://schemas.openxmlformats.org/officeDocument/2006/relationships/image" Target="../media/pam_r2_cf529c05c2531c66_image548.png" Id="R046a4e1025d8423a"/><Relationship Type="http://schemas.openxmlformats.org/officeDocument/2006/relationships/image" Target="../media/pam_r2_881f1ad67281dcd1_image252.png" Id="R7c06a0c4adf740b5"/><Relationship Type="http://schemas.openxmlformats.org/officeDocument/2006/relationships/image" Target="../media/pam_r2_d68cae69a4620c81_image253.png" Id="R308b2ce8c2b44634"/><Relationship Type="http://schemas.openxmlformats.org/officeDocument/2006/relationships/notesSlide" Target="../notesSlides/pam_r2_fd06293ffc40c472_notesSlide64.xml" Id="Rf4629dae50514029"/><Relationship Id="rIdMathSvg0" Type="http://schemas.openxmlformats.org/officeDocument/2006/relationships/image" Target="../media/pam_r2_c3fb69035428ca7b_t4_c3fb69035428ca7b38b37e0c.svg"/><Relationship Id="rIdMathSvg1" Type="http://schemas.openxmlformats.org/officeDocument/2006/relationships/image" Target="../media/pam_r2_e19f416ebac7b7dd_t4_e19f416ebac7b7dd4205b7a8.svg"/><Relationship Id="rIdMathSvg2" Type="http://schemas.openxmlformats.org/officeDocument/2006/relationships/image" Target="../media/pam_r2_3262254c173419ab_t4_3262254c173419abf1c2159c.svg"/><Relationship Id="rIdMathSvg3" Type="http://schemas.openxmlformats.org/officeDocument/2006/relationships/image" Target="../media/pam_r2_564a072b0ffd07f2_t4_564a072b0ffd07f257b264d7.svg"/><Relationship Id="rIdMathSvg4" Type="http://schemas.openxmlformats.org/officeDocument/2006/relationships/image" Target="../media/pam_r2_97711a3ebf762dd3_t4_97711a3ebf762dd3b95f3975.svg"/><Relationship Id="rIdMathSvg5" Type="http://schemas.openxmlformats.org/officeDocument/2006/relationships/image" Target="../media/pam_r2_fbef6af8617fb380_t4_fbef6af8617fb380bd5f427e.svg"/><Relationship Id="rIdMathSvg6" Type="http://schemas.openxmlformats.org/officeDocument/2006/relationships/image" Target="../media/pam_r2_9c46c81cfe94ab38_t4_9c46c81cfe94ab38650a51c6.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30.xml"/><Relationship Id="rIdNav3" Type="http://schemas.openxmlformats.org/officeDocument/2006/relationships/slide" Target="signal_zoom_r4_63.xml"/><Relationship Id="rIdNav4" Type="http://schemas.openxmlformats.org/officeDocument/2006/relationships/slide" Target="signal_zoom_r4_64.xml"/><Relationship Id="rIdNav5" Type="http://schemas.openxmlformats.org/officeDocument/2006/relationships/slide" Target="signal_zoom_r4_65.xml"/><Relationship Id="rIdNav6" Type="http://schemas.openxmlformats.org/officeDocument/2006/relationships/slide" Target="signal_zoom_r4_63.xml"/><Relationship Id="rIdNav7" Type="http://schemas.openxmlformats.org/officeDocument/2006/relationships/slide" Target="signal_zoom_r4_64.xml"/><Relationship Id="rIdNav8" Type="http://schemas.openxmlformats.org/officeDocument/2006/relationships/slide" Target="signal_zoom_r4_65.xml"/><Relationship Id="rIdT4ClickFrame1" Type="http://schemas.openxmlformats.org/officeDocument/2006/relationships/image" Target="../media/pam_r2_3fcda9474233217c_image488.png"/><Relationship Id="rIdT4ClickFrame2" Type="http://schemas.openxmlformats.org/officeDocument/2006/relationships/image" Target="../media/pam_r2_55be745739f10ece_t4_click_55be745739f10ece0365140ca585eb2cb7aa90cfe7fd0d9700ed76fc85a0e4bc.png"/><Relationship Id="rIdT4ClickFrame3" Type="http://schemas.openxmlformats.org/officeDocument/2006/relationships/image" Target="../media/pam_r2_8945fa287637c402_t4_click_8945fa287637c402e61cad8ea1f74dd0284e3463fa9e60ce298e56c96ef26ff7.png"/><Relationship Id="rIdT4ClickFrame4" Type="http://schemas.openxmlformats.org/officeDocument/2006/relationships/image" Target="../media/pam_r2_a03e94ffed9634ec_t4_click_a03e94ffed9634ec58807143a87a3c173cf2368db56b9bd2d83a2f1d3ce64a32.png"/><Relationship Id="rIdT4ClickFrame5" Type="http://schemas.openxmlformats.org/officeDocument/2006/relationships/image" Target="../media/pam_r2_81b0ef663dce39d9_t4_click_81b0ef663dce39d95ee1c47ceedb5d080c3d31ca77b5c6815e2f2121e5630285.png"/><Relationship Id="rIdT4ClickFrame6" Type="http://schemas.openxmlformats.org/officeDocument/2006/relationships/image" Target="../media/pam_r2_9b25298f85cc56a3_t4_click_9b25298f85cc56a39ecec659bde39b427e5cd35dbc032fefa6854f98e9b09ad6.png"/><Relationship Id="rIdT4ClickFrame7" Type="http://schemas.openxmlformats.org/officeDocument/2006/relationships/image" Target="../media/pam_r2_e6e6e4cc87015023_t4_click_e6e6e4cc870150237b3e3116f26865de76241732956fa0de31e5e57a08fd170b.png"/><Relationship Id="rIdT4ClickFrame8" Type="http://schemas.openxmlformats.org/officeDocument/2006/relationships/image" Target="../media/pam_r2_a6a0e53fc54ab1bc_t4_click_a6a0e53fc54ab1bccffac0351e4f76150190a28239cbc9bda5a8824617e3c897.png"/><Relationship Id="rIdT4ClickFrame9" Type="http://schemas.openxmlformats.org/officeDocument/2006/relationships/image" Target="../media/pam_r2_acb505239ab3f2b7_t4_click_acb505239ab3f2b733daf2c603715e734671b4f884a4d2e707fecc133fe3b9fc.png"/><Relationship Id="rIdT4ClickFrame10" Type="http://schemas.openxmlformats.org/officeDocument/2006/relationships/image" Target="../media/pam_r2_7a90959462142c28_t4_click_7a90959462142c28ae6be6be359ad1eeade60f2ad5c342d1932a0667ee0eedf6.png"/><Relationship Id="rIdT4ClickFrame11" Type="http://schemas.openxmlformats.org/officeDocument/2006/relationships/image" Target="../media/pam_r2_c69205c5aed9338a_t4_click_c69205c5aed9338a5e3ebb2db9d7e8c306ca495fe1329122a90d3181053932a1.png"/><Relationship Id="rIdT4ClickFrame12" Type="http://schemas.openxmlformats.org/officeDocument/2006/relationships/image" Target="../media/pam_r2_74144bbf19638f93_t4_click_74144bbf19638f934829c32fc60909479a8574f2c394c4cd484b6100b5a8cbb4.png"/><Relationship Id="rIdT4ClickFrame13" Type="http://schemas.openxmlformats.org/officeDocument/2006/relationships/image" Target="../media/pam_r2_bf564f8da86e3f41_t4_click_bf564f8da86e3f41d16c937f770071f75b9762418ede0deba0d9038278ab2d7e.png"/><Relationship Id="rIdT4ClickFrame14" Type="http://schemas.openxmlformats.org/officeDocument/2006/relationships/image" Target="../media/pam_r2_a5418a846c58a9f4_t4_click_a5418a846c58a9f43a256e8c44b3d425f5b7f115db2160f73e4a162c158bbb43.png"/><Relationship Id="rIdT4ClickFrame15" Type="http://schemas.openxmlformats.org/officeDocument/2006/relationships/image" Target="../media/pam_r2_d26b81f285b76c22_t4_click_d26b81f285b76c22440682cbb5b4457a6f042397082476d1fb9be1515742143c.png"/><Relationship Id="rIdT4ClickFrame16" Type="http://schemas.openxmlformats.org/officeDocument/2006/relationships/image" Target="../media/pam_r2_02b55e2897fbb4dc_t4_click_02b55e2897fbb4dccb8c7b9ff848e2714da95d7c68de20a12252849c53e8b28f.png"/><Relationship Id="rIdT4ClickFrame17" Type="http://schemas.openxmlformats.org/officeDocument/2006/relationships/image" Target="../media/pam_r2_7c85eb0249055c0e_image482.png"/><Relationship Id="rIdT4ClickFrame18" Type="http://schemas.openxmlformats.org/officeDocument/2006/relationships/image" Target="../media/pam_r2_abe8475635f3a989_image481.png"/><Relationship Id="rIdT4ClickFrame19" Type="http://schemas.openxmlformats.org/officeDocument/2006/relationships/image" Target="../media/pam_r2_7e588cfa6f2b3dca_t4_click_7e588cfa6f2b3dca6c2bb5a4fe9ae11222c04e40d817731590746b2acaaa77e6.png"/><Relationship Id="rIdT4ClickFrame20" Type="http://schemas.openxmlformats.org/officeDocument/2006/relationships/image" Target="../media/pam_r2_963fb0d2fbdb1bac_t4_click_963fb0d2fbdb1bacbbe72e38495f8a6dca2ccd50238f7fc22b679f0e8a4ab1a2.png"/><Relationship Id="rIdT4ClickFrame21" Type="http://schemas.openxmlformats.org/officeDocument/2006/relationships/image" Target="../media/pam_r2_d351044d88216750_t4_click_d351044d882167501a372c1e66532ea98e2cbff5d9b8e8d01f449ab3623f1b1c.png"/><Relationship Id="rIdT4ClickFrame22" Type="http://schemas.openxmlformats.org/officeDocument/2006/relationships/image" Target="../media/pam_r2_06708f74fe6a3a83_t4_click_06708f74fe6a3a838e2c057d7122584131ff4df5cf66fe8ac4d8b0a600428096.png"/><Relationship Id="rIdT4ClickFrame23" Type="http://schemas.openxmlformats.org/officeDocument/2006/relationships/image" Target="../media/pam_r2_4098abc673f8e2da_t4_click_4098abc673f8e2dab9152dcefee6bc5aba142552ae1e50bc23a67f2fd984857e.png"/><Relationship Id="rIdT4ClickFrame24" Type="http://schemas.openxmlformats.org/officeDocument/2006/relationships/image" Target="../media/pam_r2_646179b47fa1ec40_t4_click_646179b47fa1ec40b41c5a351f808ddc236a95dc9f8b077657f20d678a73657e.png"/><Relationship Id="rIdT4ClickFrame25" Type="http://schemas.openxmlformats.org/officeDocument/2006/relationships/image" Target="../media/pam_r2_3a31a9c6533c5bcb_t4_click_3a31a9c6533c5bcb37a64cb24fc74c30f7bd9f86850f839b3352717fc5a41e4f.png"/><Relationship Id="rIdT4ClickFrame26" Type="http://schemas.openxmlformats.org/officeDocument/2006/relationships/image" Target="../media/pam_r2_46ed09c4ba545b90_t4_click_46ed09c4ba545b90c1b49b4dd131d1c1fac88fbd570e26e3620bad3e79a443df.png"/><Relationship Id="rIdT4ClickFrame27" Type="http://schemas.openxmlformats.org/officeDocument/2006/relationships/image" Target="../media/pam_r2_d51aecaf79bf3b46_t4_click_d51aecaf79bf3b46fb1297f8a749dbdd1e2f0df542b5e3ecd1608c0dee385a87.png"/><Relationship Id="rIdT4ClickFrame28" Type="http://schemas.openxmlformats.org/officeDocument/2006/relationships/image" Target="../media/pam_r2_cbd26da7ca30baf2_t4_click_cbd26da7ca30baf2caef1be9664cab4dca7c82db106f644cb882830a2f5cf48c.png"/><Relationship Id="rIdT4ClickFrame29" Type="http://schemas.openxmlformats.org/officeDocument/2006/relationships/image" Target="../media/pam_r2_c400be5231f020a9_t4_click_c400be5231f020a93d84e896f870219e00dccbf0ccb08a116f3b35e7c8dbe6a6.png"/><Relationship Id="rIdT4ClickFrame30" Type="http://schemas.openxmlformats.org/officeDocument/2006/relationships/image" Target="../media/pam_r2_d7fc69a5dd7279b6_t4_click_d7fc69a5dd7279b64bfdc89fc89cdbba8c0e607e52b117e861e1de334b6c9b1e.png"/><Relationship Id="rIdT4ClickFrame31" Type="http://schemas.openxmlformats.org/officeDocument/2006/relationships/image" Target="../media/pam_r2_60ed17e78a41550b_t4_click_60ed17e78a41550bda5e4133d8f976cd173234b9bf337c75a8025e3df3205381.png"/><Relationship Id="rIdT4ClickFrame32" Type="http://schemas.openxmlformats.org/officeDocument/2006/relationships/image" Target="../media/pam_r2_fa5a4c10686e19d7_t4_click_fa5a4c10686e19d73841a7141be5b881d94eb472af3ef4e0dd5eebe3b5a6f413.png"/><Relationship Id="rIdT4ClickFrame33" Type="http://schemas.openxmlformats.org/officeDocument/2006/relationships/image" Target="../media/pam_r2_cb05e3c8a131a2bc_t4_click_cb05e3c8a131a2bc7f1b6fe3624d9748cb69e47452e02e33608ae7c29940b893.png"/><Relationship Id="rIdT4ClickFrame34" Type="http://schemas.openxmlformats.org/officeDocument/2006/relationships/image" Target="../media/pam_r2_bd619f83fafd71a7_t4_click_bd619f83fafd71a7f3e75a954c22bc052796cd0d3a26580c3246c9127cfa8e18.png"/><Relationship Id="rIdT4ClickFrame35" Type="http://schemas.openxmlformats.org/officeDocument/2006/relationships/image" Target="../media/pam_r2_ae462434949c3edf_t4_click_ae462434949c3edf874c73ff9eadcdb7e98c0798ece662a29d64cd4ac661e2e1.png"/><Relationship Id="rIdT4ClickFrame36" Type="http://schemas.openxmlformats.org/officeDocument/2006/relationships/image" Target="../media/pam_r2_f9ec0c0d16f6ca47_t4_click_f9ec0c0d16f6ca47826e8bc9b5ce9c029f64c34816b7dac41e1249f7026d3113.png"/><Relationship Id="rIdT4ClickFrame37" Type="http://schemas.openxmlformats.org/officeDocument/2006/relationships/image" Target="../media/pam_r2_b9c2a2677f78aff3_t4_click_b9c2a2677f78aff3e2302ee7a0dd026480b857bc4fecf0c4c1931f9205a0e83a.png"/><Relationship Id="rIdT4ClickFrame38" Type="http://schemas.openxmlformats.org/officeDocument/2006/relationships/image" Target="../media/pam_r2_d8862e4f7cf47cc5_t4_click_d8862e4f7cf47cc50e49c44d310f04541276c4ba354823c694a9d8263c850ce6.png"/><Relationship Id="rIdT4ClickFrame39" Type="http://schemas.openxmlformats.org/officeDocument/2006/relationships/image" Target="../media/pam_r2_dfa9f964e15754c7_t4_click_dfa9f964e15754c78a4b3070ef1176e16163cdc941b1cab2247650cfb7856777.png"/><Relationship Id="rIdT4ClickFrame40" Type="http://schemas.openxmlformats.org/officeDocument/2006/relationships/image" Target="../media/pam_r2_7c85eb0249055c0e_image482.png"/><Relationship Id="rIdT4ClickFrame41" Type="http://schemas.openxmlformats.org/officeDocument/2006/relationships/image" Target="../media/pam_r2_7c85eb0249055c0e_image482.png"/><Relationship Id="rIdT4ClickFrame42" Type="http://schemas.openxmlformats.org/officeDocument/2006/relationships/image" Target="../media/pam_r2_02b55e2897fbb4dc_t4_click_02b55e2897fbb4dccb8c7b9ff848e2714da95d7c68de20a12252849c53e8b28f.png"/><Relationship Id="rIdT4ClickFrame43" Type="http://schemas.openxmlformats.org/officeDocument/2006/relationships/image" Target="../media/pam_r2_d26b81f285b76c22_t4_click_d26b81f285b76c22440682cbb5b4457a6f042397082476d1fb9be1515742143c.png"/><Relationship Id="rIdT4ClickFrame44" Type="http://schemas.openxmlformats.org/officeDocument/2006/relationships/image" Target="../media/pam_r2_a5418a846c58a9f4_t4_click_a5418a846c58a9f43a256e8c44b3d425f5b7f115db2160f73e4a162c158bbb43.png"/><Relationship Id="rIdT4ClickFrame45" Type="http://schemas.openxmlformats.org/officeDocument/2006/relationships/image" Target="../media/pam_r2_bf564f8da86e3f41_t4_click_bf564f8da86e3f41d16c937f770071f75b9762418ede0deba0d9038278ab2d7e.png"/><Relationship Id="rIdT4ClickFrame46" Type="http://schemas.openxmlformats.org/officeDocument/2006/relationships/image" Target="../media/pam_r2_74144bbf19638f93_t4_click_74144bbf19638f934829c32fc60909479a8574f2c394c4cd484b6100b5a8cbb4.png"/><Relationship Id="rIdT4ClickFrame47" Type="http://schemas.openxmlformats.org/officeDocument/2006/relationships/image" Target="../media/pam_r2_c69205c5aed9338a_t4_click_c69205c5aed9338a5e3ebb2db9d7e8c306ca495fe1329122a90d3181053932a1.png"/><Relationship Id="rIdT4ClickFrame48" Type="http://schemas.openxmlformats.org/officeDocument/2006/relationships/image" Target="../media/pam_r2_7a90959462142c28_t4_click_7a90959462142c28ae6be6be359ad1eeade60f2ad5c342d1932a0667ee0eedf6.png"/><Relationship Id="rIdT4ClickFrame49" Type="http://schemas.openxmlformats.org/officeDocument/2006/relationships/image" Target="../media/pam_r2_acb505239ab3f2b7_t4_click_acb505239ab3f2b733daf2c603715e734671b4f884a4d2e707fecc133fe3b9fc.png"/><Relationship Id="rIdT4ClickFrame50" Type="http://schemas.openxmlformats.org/officeDocument/2006/relationships/image" Target="../media/pam_r2_a6a0e53fc54ab1bc_t4_click_a6a0e53fc54ab1bccffac0351e4f76150190a28239cbc9bda5a8824617e3c897.png"/><Relationship Id="rIdT4ClickFrame51" Type="http://schemas.openxmlformats.org/officeDocument/2006/relationships/image" Target="../media/pam_r2_e6e6e4cc87015023_t4_click_e6e6e4cc870150237b3e3116f26865de76241732956fa0de31e5e57a08fd170b.png"/><Relationship Id="rIdT4ClickFrame52" Type="http://schemas.openxmlformats.org/officeDocument/2006/relationships/image" Target="../media/pam_r2_9b25298f85cc56a3_t4_click_9b25298f85cc56a39ecec659bde39b427e5cd35dbc032fefa6854f98e9b09ad6.png"/><Relationship Id="rIdT4ClickFrame53" Type="http://schemas.openxmlformats.org/officeDocument/2006/relationships/image" Target="../media/pam_r2_81b0ef663dce39d9_t4_click_81b0ef663dce39d95ee1c47ceedb5d080c3d31ca77b5c6815e2f2121e5630285.png"/><Relationship Id="rIdT4ClickFrame54" Type="http://schemas.openxmlformats.org/officeDocument/2006/relationships/image" Target="../media/pam_r2_a03e94ffed9634ec_t4_click_a03e94ffed9634ec58807143a87a3c173cf2368db56b9bd2d83a2f1d3ce64a32.png"/><Relationship Id="rIdT4ClickFrame55" Type="http://schemas.openxmlformats.org/officeDocument/2006/relationships/image" Target="../media/pam_r2_8945fa287637c402_t4_click_8945fa287637c402e61cad8ea1f74dd0284e3463fa9e60ce298e56c96ef26ff7.png"/><Relationship Id="rIdT4ClickFrame56" Type="http://schemas.openxmlformats.org/officeDocument/2006/relationships/image" Target="../media/pam_r2_55be745739f10ece_t4_click_55be745739f10ece0365140ca585eb2cb7aa90cfe7fd0d9700ed76fc85a0e4bc.png"/><Relationship Id="rIdT4ClickFrame57" Type="http://schemas.openxmlformats.org/officeDocument/2006/relationships/image" Target="../media/pam_r2_3fcda9474233217c_image488.png"/></Relationships>
</file>

<file path=ppt/slides/_rels/signal_zoom_r4_6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6abe7b32e74e462e"/><Relationship Type="http://schemas.openxmlformats.org/officeDocument/2006/relationships/image" Target="../media/pam_r2_3fcda9474233217c_image488.png" Id="R8a8aa1e0d02e44f5"/><Relationship Type="http://schemas.openxmlformats.org/officeDocument/2006/relationships/image" Target="../media/pam_r2_c28b770095f3a1a0_image489.png" Id="Rbc1379c179e84f14"/><Relationship Type="http://schemas.openxmlformats.org/officeDocument/2006/relationships/image" Target="../media/pam_r2_b90aed70576bfcac_image490.png" Id="R411fff869e644d8a"/><Relationship Type="http://schemas.openxmlformats.org/officeDocument/2006/relationships/image" Target="../media/image66.png" Id="Rffd5d91f0ebd418d"/><Relationship Type="http://schemas.openxmlformats.org/officeDocument/2006/relationships/image" Target="../media/image11.png" Id="R48ed81dbb35f43ad"/><Relationship Type="http://schemas.openxmlformats.org/officeDocument/2006/relationships/image" Target="../media/pam_r2_857d9f5e1d86039e_image479.png" Id="Rf1196de6de814213"/><Relationship Type="http://schemas.openxmlformats.org/officeDocument/2006/relationships/image" Target="../media/pam_r2_d68cae69a4620c81_image253.png" Id="Rfbcb110258b94404"/><Relationship Type="http://schemas.openxmlformats.org/officeDocument/2006/relationships/image" Target="../media/pam_r2_509e60aed1033038_image558.png" Id="R385272a1f04b40eb"/><Relationship Type="http://schemas.openxmlformats.org/officeDocument/2006/relationships/image" Target="../media/pam_r2_c50e417aac10516b_image559.png" Id="Re061f34537e1463d"/><Relationship Type="http://schemas.openxmlformats.org/officeDocument/2006/relationships/image" Target="../media/pam_r2_881f1ad67281dcd1_image252.png" Id="R8da41ec0c7ab42e2"/><Relationship Type="http://schemas.openxmlformats.org/officeDocument/2006/relationships/image" Target="../media/pam_r2_d68cae69a4620c81_image253.png" Id="R97a479d744c24414"/><Relationship Type="http://schemas.openxmlformats.org/officeDocument/2006/relationships/image" Target="../media/pam_r2_a5280402c82ec839_image256.png" Id="Ra4647aed2a7247ec"/><Relationship Type="http://schemas.openxmlformats.org/officeDocument/2006/relationships/notesSlide" Target="../notesSlides/pam_r2_fd06293ffc40c472_notesSlide65.xml" Id="Radfd43bf93304c9e"/><Relationship Id="rIdMathSvg0" Type="http://schemas.openxmlformats.org/officeDocument/2006/relationships/image" Target="../media/pam_r2_c3fb69035428ca7b_t4_c3fb69035428ca7b38b37e0c.svg"/><Relationship Id="rIdMathSvg1" Type="http://schemas.openxmlformats.org/officeDocument/2006/relationships/image" Target="../media/pam_r2_e19f416ebac7b7dd_t4_e19f416ebac7b7dd4205b7a8.svg"/><Relationship Id="rIdMathSvg2" Type="http://schemas.openxmlformats.org/officeDocument/2006/relationships/image" Target="../media/pam_r2_3262254c173419ab_t4_3262254c173419abf1c2159c.svg"/><Relationship Id="rIdMathSvg3" Type="http://schemas.openxmlformats.org/officeDocument/2006/relationships/image" Target="../media/pam_r2_9c46c81cfe94ab38_t4_9c46c81cfe94ab38650a51c6.svg"/><Relationship Id="rIdMathSvg4" Type="http://schemas.openxmlformats.org/officeDocument/2006/relationships/image" Target="../media/pam_r2_487b4627ffd1d3a3_t4_487b4627ffd1d3a311e560c2.svg"/><Relationship Id="rIdMathSvg5" Type="http://schemas.openxmlformats.org/officeDocument/2006/relationships/image" Target="../media/pam_r2_df8aaf9053030f5e_t4_df8aaf9053030f5e6a0ab16d.svg"/><Relationship Id="rIdMathSvg6" Type="http://schemas.openxmlformats.org/officeDocument/2006/relationships/image" Target="../media/pam_r2_fbef6af8617fb380_t4_fbef6af8617fb380bd5f427e.svg"/><Relationship Id="rIdMathSvg7" Type="http://schemas.openxmlformats.org/officeDocument/2006/relationships/image" Target="../media/pam_r2_9c46c81cfe94ab38_t4_9c46c81cfe94ab38650a51c6.svg"/><Relationship Id="rIdMathSvg8" Type="http://schemas.openxmlformats.org/officeDocument/2006/relationships/image" Target="../media/pam_r2_c5f3d4bae80432dd_t4_c5f3d4bae80432dd13113bd4.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lide30.xml"/><Relationship Id="rIdNav3" Type="http://schemas.openxmlformats.org/officeDocument/2006/relationships/slide" Target="signal_zoom_r4_63.xml"/><Relationship Id="rIdNav4" Type="http://schemas.openxmlformats.org/officeDocument/2006/relationships/slide" Target="signal_zoom_r4_64.xml"/><Relationship Id="rIdNav5" Type="http://schemas.openxmlformats.org/officeDocument/2006/relationships/slide" Target="signal_zoom_r4_65.xml"/><Relationship Id="rIdNav6" Type="http://schemas.openxmlformats.org/officeDocument/2006/relationships/slide" Target="signal_zoom_r4_63.xml"/><Relationship Id="rIdNav7" Type="http://schemas.openxmlformats.org/officeDocument/2006/relationships/slide" Target="signal_zoom_r4_64.xml"/><Relationship Id="rIdNav8" Type="http://schemas.openxmlformats.org/officeDocument/2006/relationships/slide" Target="signal_zoom_r4_65.xml"/><Relationship Id="rIdT4ClickFrame1" Type="http://schemas.openxmlformats.org/officeDocument/2006/relationships/image" Target="../media/pam_r2_3fcda9474233217c_image488.png"/><Relationship Id="rIdT4ClickFrame2" Type="http://schemas.openxmlformats.org/officeDocument/2006/relationships/image" Target="../media/pam_r2_ed281b446746acae_t4_click_ed281b446746acae60ba52b9022c25d547ff760550b6de294629c87f27565154.png"/><Relationship Id="rIdT4ClickFrame3" Type="http://schemas.openxmlformats.org/officeDocument/2006/relationships/image" Target="../media/pam_r2_0be7d675f7ad4a43_t4_click_0be7d675f7ad4a439cdd042a8f9a5b430b85dd23f7400d2a4e1826dcce581aad.png"/><Relationship Id="rIdT4ClickFrame4" Type="http://schemas.openxmlformats.org/officeDocument/2006/relationships/image" Target="../media/pam_r2_f4f7acd30a107fd7_t4_click_f4f7acd30a107fd7286143ce133a94bbebbfd424977f12c289c6d524bb52941c.png"/><Relationship Id="rIdT4ClickFrame5" Type="http://schemas.openxmlformats.org/officeDocument/2006/relationships/image" Target="../media/pam_r2_b95014e112cc53e1_t4_click_b95014e112cc53e10073865c927bfd96e5bc0c9b3856e637a439bf3eae598127.png"/><Relationship Id="rIdT4ClickFrame6" Type="http://schemas.openxmlformats.org/officeDocument/2006/relationships/image" Target="../media/pam_r2_3198ef8756ee5a7b_t4_click_3198ef8756ee5a7b928cf9520760392320e5560ae458688cf2c4042984bbe69b.png"/><Relationship Id="rIdT4ClickFrame7" Type="http://schemas.openxmlformats.org/officeDocument/2006/relationships/image" Target="../media/pam_r2_e7328558cd52258f_t4_click_e7328558cd52258f4f0ddfdfa0114264cd76d8217f848d1a8107747298b8bad6.png"/><Relationship Id="rIdT4ClickFrame8" Type="http://schemas.openxmlformats.org/officeDocument/2006/relationships/image" Target="../media/pam_r2_a5c46ee8903e909f_t4_click_a5c46ee8903e909f44bd60155aa63ee3af88903b2ae2d2cbf3ad1e73e2d5d2a1.png"/><Relationship Id="rIdT4ClickFrame9" Type="http://schemas.openxmlformats.org/officeDocument/2006/relationships/image" Target="../media/pam_r2_db2475da996c67ba_t4_click_db2475da996c67baab7d3483fd57ba7b347d8342a929ebf329c102cf0792385b.png"/><Relationship Id="rIdT4ClickFrame10" Type="http://schemas.openxmlformats.org/officeDocument/2006/relationships/image" Target="../media/pam_r2_74557b442ad6b3ea_t4_click_74557b442ad6b3ea855e4db7a2bec70cf53ccbed83fd028b3e1226bc56178140.png"/><Relationship Id="rIdT4ClickFrame11" Type="http://schemas.openxmlformats.org/officeDocument/2006/relationships/image" Target="../media/pam_r2_77c295bf520002d6_t4_click_77c295bf520002d6e985f475dfd68f480c6b4c2ef489c355839543e3be725d0e.png"/><Relationship Id="rIdT4ClickFrame12" Type="http://schemas.openxmlformats.org/officeDocument/2006/relationships/image" Target="../media/pam_r2_e920271c4e56a649_t4_click_e920271c4e56a649bc6b1e16f5b7eeea768afe5f0d2d8742af114f9404e122cd.png"/><Relationship Id="rIdT4ClickFrame13" Type="http://schemas.openxmlformats.org/officeDocument/2006/relationships/image" Target="../media/pam_r2_68da053b41f902bd_t4_click_68da053b41f902bd967ed5a7cdc08311ef7fd10c8096ffb3d5cf89b0a99f4ed5.png"/><Relationship Id="rIdT4ClickFrame14" Type="http://schemas.openxmlformats.org/officeDocument/2006/relationships/image" Target="../media/pam_r2_ecfb3243d5d72474_t4_click_ecfb3243d5d7247481dc0c95c9b7f64aa75840c946a9b7d58a8a9ce6b6410804.png"/><Relationship Id="rIdT4ClickFrame15" Type="http://schemas.openxmlformats.org/officeDocument/2006/relationships/image" Target="../media/pam_r2_e24ca92b4f78ed5c_t4_click_e24ca92b4f78ed5c24a80a9e2fe1aeaffdee0a54908b574eb2e84792d2fd8d3d.png"/><Relationship Id="rIdT4ClickFrame16" Type="http://schemas.openxmlformats.org/officeDocument/2006/relationships/image" Target="../media/pam_r2_8c00262fbb1b970f_t4_click_8c00262fbb1b970f3bd7ac5d801a0ee9f7ecb295b3815841357b1ad26b7e857d.png"/><Relationship Id="rIdT4ClickFrame17" Type="http://schemas.openxmlformats.org/officeDocument/2006/relationships/image" Target="../media/pam_r2_b90aed70576bfcac_image490.png"/><Relationship Id="rIdT4ClickFrame18" Type="http://schemas.openxmlformats.org/officeDocument/2006/relationships/image" Target="../media/pam_r2_c28b770095f3a1a0_image489.png"/><Relationship Id="rIdT4ClickFrame19" Type="http://schemas.openxmlformats.org/officeDocument/2006/relationships/image" Target="../media/pam_r2_a82b922d9b5a515a_t4_click_a82b922d9b5a515a5a8a6367964b72ca75271b06457d013bb741c48ca63674ba.png"/><Relationship Id="rIdT4ClickFrame20" Type="http://schemas.openxmlformats.org/officeDocument/2006/relationships/image" Target="../media/pam_r2_559403f16bbd7499_t4_click_559403f16bbd74991d88d9d34c977f016515f964780d27dbe1d364dc76ccf090.png"/><Relationship Id="rIdT4ClickFrame21" Type="http://schemas.openxmlformats.org/officeDocument/2006/relationships/image" Target="../media/pam_r2_2eeeaa08960420e4_t4_click_2eeeaa08960420e409803fdeb54f7551d8dae0a18ff323b1b041c6ef0a969d51.png"/><Relationship Id="rIdT4ClickFrame22" Type="http://schemas.openxmlformats.org/officeDocument/2006/relationships/image" Target="../media/pam_r2_075b1a2dc45c0a36_t4_click_075b1a2dc45c0a36ba40cfdb6754ca407fd596c0532a1124055ff127050f6897.png"/><Relationship Id="rIdT4ClickFrame23" Type="http://schemas.openxmlformats.org/officeDocument/2006/relationships/image" Target="../media/pam_r2_ee539f343b2a47f4_t4_click_ee539f343b2a47f4986c97dffa4d6390da2687ce80fc7646074294aa726854f0.png"/><Relationship Id="rIdT4ClickFrame24" Type="http://schemas.openxmlformats.org/officeDocument/2006/relationships/image" Target="../media/pam_r2_6d56cb4af22a841d_t4_click_6d56cb4af22a841debcf31759f9c28583c2ba1b484a5c73b3b17eebe82f5cedd.png"/><Relationship Id="rIdT4ClickFrame25" Type="http://schemas.openxmlformats.org/officeDocument/2006/relationships/image" Target="../media/pam_r2_31ca51eb6f64bd47_t4_click_31ca51eb6f64bd4711c551315d789e3d9fda04bef9f8c2cc116d253d32cc5b7e.png"/><Relationship Id="rIdT4ClickFrame26" Type="http://schemas.openxmlformats.org/officeDocument/2006/relationships/image" Target="../media/pam_r2_9d4501ddd8081481_t4_click_9d4501ddd8081481a4d6833888980f98c7ae6428fe5b50f99f41f4cea7a18c16.png"/><Relationship Id="rIdT4ClickFrame27" Type="http://schemas.openxmlformats.org/officeDocument/2006/relationships/image" Target="../media/pam_r2_1829c661c1c758d5_t4_click_1829c661c1c758d5075cad426d4e5e31900f5076b22711ffabce223356723e5d.png"/><Relationship Id="rIdT4ClickFrame28" Type="http://schemas.openxmlformats.org/officeDocument/2006/relationships/image" Target="../media/pam_r2_455d8e398e76fa1d_t4_click_455d8e398e76fa1d47344a76e4fbc5355d7234441672f0fdfbf5a6836717d9a6.png"/><Relationship Id="rIdT4ClickFrame29" Type="http://schemas.openxmlformats.org/officeDocument/2006/relationships/image" Target="../media/pam_r2_492b99d1baf06d19_t4_click_492b99d1baf06d19b252597038e0cdb9fb26562b6e6f208499a1b03a5a98dc56.png"/><Relationship Id="rIdT4ClickFrame30" Type="http://schemas.openxmlformats.org/officeDocument/2006/relationships/image" Target="../media/pam_r2_825f46b5af802252_t4_click_825f46b5af8022529cc98c013b67c0cc9f9284009d3024d09bfc4dc8ca63fe38.png"/><Relationship Id="rIdT4ClickFrame31" Type="http://schemas.openxmlformats.org/officeDocument/2006/relationships/image" Target="../media/pam_r2_48f2ed167d22117c_t4_click_48f2ed167d22117c2a83dbd0cd1b8ebec2c3fa645f667a95b724fbf44ff8dc0a.png"/><Relationship Id="rIdT4ClickFrame32" Type="http://schemas.openxmlformats.org/officeDocument/2006/relationships/image" Target="../media/pam_r2_4cbeaca0caa924fb_t4_click_4cbeaca0caa924fba1d6274378c495f2db10d28065c23b3f4f21f7ad1c19b068.png"/><Relationship Id="rIdT4ClickFrame33" Type="http://schemas.openxmlformats.org/officeDocument/2006/relationships/image" Target="../media/pam_r2_f0b75f24360d9bfe_t4_click_f0b75f24360d9bfe64b70013a1e78750befa9ec0ca79a29c4f6e94312f1790fa.png"/><Relationship Id="rIdT4ClickFrame34" Type="http://schemas.openxmlformats.org/officeDocument/2006/relationships/image" Target="../media/pam_r2_f6ce2012f4eea2ab_t4_click_f6ce2012f4eea2ab6c6e8cb54281c2dd6adb4b46ae4e535b1ba7218db3c59e7b.png"/><Relationship Id="rIdT4ClickFrame35" Type="http://schemas.openxmlformats.org/officeDocument/2006/relationships/image" Target="../media/pam_r2_64cbb58d40088649_t4_click_64cbb58d40088649968b908b93887b365672b7d7c1dafccb7b521c083b48ce53.png"/><Relationship Id="rIdT4ClickFrame36" Type="http://schemas.openxmlformats.org/officeDocument/2006/relationships/image" Target="../media/pam_r2_701ba64caa23dbee_t4_click_701ba64caa23dbee86d00f662be47ec933fb83963aace7eb8e9a22c7940552b5.png"/><Relationship Id="rIdT4ClickFrame37" Type="http://schemas.openxmlformats.org/officeDocument/2006/relationships/image" Target="../media/pam_r2_4d967c03effeeda9_t4_click_4d967c03effeeda9dd291f4daae453536226b02f304991b71429418c400cbe38.png"/><Relationship Id="rIdT4ClickFrame38" Type="http://schemas.openxmlformats.org/officeDocument/2006/relationships/image" Target="../media/pam_r2_998d72239cfe13ed_t4_click_998d72239cfe13edb6dc49f4383a6c57c9b1e5ba98720c91b716e02d43f40f67.png"/><Relationship Id="rIdT4ClickFrame39" Type="http://schemas.openxmlformats.org/officeDocument/2006/relationships/image" Target="../media/pam_r2_cec364006c969f3b_t4_click_cec364006c969f3b2594c32e47c8574a819f5821a00363227fa914911633b320.png"/><Relationship Id="rIdT4ClickFrame40" Type="http://schemas.openxmlformats.org/officeDocument/2006/relationships/image" Target="../media/pam_r2_c25d0ebbaae02099_t4_click_c25d0ebbaae020996ac074830760ddda8df177b8ee645d33fe0bffcb0b68aa9f.png"/><Relationship Id="rIdT4ClickFrame41" Type="http://schemas.openxmlformats.org/officeDocument/2006/relationships/image" Target="../media/pam_r2_aee6cbf2a91c73bd_t4_click_aee6cbf2a91c73bd2545a1f6f574177fab5789113f7a887809b2b1ae5abf2495.png"/><Relationship Id="rIdT4ClickFrame42" Type="http://schemas.openxmlformats.org/officeDocument/2006/relationships/image" Target="../media/pam_r2_8a775db0b8a5d392_t4_click_8a775db0b8a5d3921da6a94463f01e8527219cf43677a88c46b7438193585c5a.png"/><Relationship Id="rIdT4ClickFrame43" Type="http://schemas.openxmlformats.org/officeDocument/2006/relationships/image" Target="../media/pam_r2_4fc266265daf9392_t4_click_4fc266265daf9392cd339a6ffbf2534654daa3bc8e0871f024ea9434467cbe47.png"/><Relationship Id="rIdT4ClickFrame44" Type="http://schemas.openxmlformats.org/officeDocument/2006/relationships/image" Target="../media/pam_r2_6bf5d14e8d354591_t4_click_6bf5d14e8d3545916dfc0b31c00fcab33dee609da05649f004fd586ab87dda4c.png"/><Relationship Id="rIdT4ClickFrame45" Type="http://schemas.openxmlformats.org/officeDocument/2006/relationships/image" Target="../media/pam_r2_1ff1c31ade3d4459_t4_click_1ff1c31ade3d4459a2d775d44f53bd257f20ebd1c986b814058b1d3556f36b11.png"/><Relationship Id="rIdT4ClickFrame46" Type="http://schemas.openxmlformats.org/officeDocument/2006/relationships/image" Target="../media/pam_r2_f28d77c36e669853_t4_click_f28d77c36e66985398a7afb1a64244c9cbebcac192db2391fb7ce861839428b9.png"/><Relationship Id="rIdT4ClickFrame47" Type="http://schemas.openxmlformats.org/officeDocument/2006/relationships/image" Target="../media/pam_r2_b8b92e2030562079_t4_click_b8b92e2030562079467f7ee5fe1359be8c2460c8ca40b11493db7f0c1bd51f88.png"/><Relationship Id="rIdT4ClickFrame48" Type="http://schemas.openxmlformats.org/officeDocument/2006/relationships/image" Target="../media/pam_r2_69225aac855f8681_t4_click_69225aac855f868160bed647361f78b92ee1d1bc7ecff2fe94a65ad465f8bcdd.png"/><Relationship Id="rIdT4ClickFrame49" Type="http://schemas.openxmlformats.org/officeDocument/2006/relationships/image" Target="../media/pam_r2_e854eef0f095e72f_t4_click_e854eef0f095e72fb3cb9a1d67c5c64fd2feba70a1a8453b1a3d81579a0b40f3.png"/><Relationship Id="rIdT4ClickFrame50" Type="http://schemas.openxmlformats.org/officeDocument/2006/relationships/image" Target="../media/pam_r2_ea8ff0f4c4cbdcb0_t4_click_ea8ff0f4c4cbdcb0cd5b5d0f5d2f7644aa6a2472da2618040ccc9987944d7fd9.png"/><Relationship Id="rIdT4ClickFrame51" Type="http://schemas.openxmlformats.org/officeDocument/2006/relationships/image" Target="../media/pam_r2_9b20c1c131e5d621_t4_click_9b20c1c131e5d6217cff6a43a32ddd60c0eba21916256b51264fb18b7e13a22a.png"/><Relationship Id="rIdT4ClickFrame52" Type="http://schemas.openxmlformats.org/officeDocument/2006/relationships/image" Target="../media/pam_r2_fea327b19a34d652_t4_click_fea327b19a34d65230d9698415910efdb0799f5de9b21892853c92281afb975c.png"/><Relationship Id="rIdT4ClickFrame53" Type="http://schemas.openxmlformats.org/officeDocument/2006/relationships/image" Target="../media/pam_r2_3d1c1c2615e3f9c1_t4_click_3d1c1c2615e3f9c102e9644b68f084028412c15c43f65d958c363f8ff39f8e3c.png"/><Relationship Id="rIdT4ClickFrame54" Type="http://schemas.openxmlformats.org/officeDocument/2006/relationships/image" Target="../media/pam_r2_1b83836daa71dc9a_t4_click_1b83836daa71dc9a6f206ff564924ef7a5ccf2418de1dc7b3fdb9b2407a5ccdc.png"/><Relationship Id="rIdT4ClickFrame55" Type="http://schemas.openxmlformats.org/officeDocument/2006/relationships/image" Target="../media/pam_r2_b90aed70576bfcac_image490.png"/><Relationship Id="rIdT4ClickFrame56" Type="http://schemas.openxmlformats.org/officeDocument/2006/relationships/image" Target="../media/pam_r2_8c00262fbb1b970f_t4_click_8c00262fbb1b970f3bd7ac5d801a0ee9f7ecb295b3815841357b1ad26b7e857d.png"/><Relationship Id="rIdT4ClickFrame57" Type="http://schemas.openxmlformats.org/officeDocument/2006/relationships/image" Target="../media/pam_r2_e24ca92b4f78ed5c_t4_click_e24ca92b4f78ed5c24a80a9e2fe1aeaffdee0a54908b574eb2e84792d2fd8d3d.png"/><Relationship Id="rIdT4ClickFrame58" Type="http://schemas.openxmlformats.org/officeDocument/2006/relationships/image" Target="../media/pam_r2_ecfb3243d5d72474_t4_click_ecfb3243d5d7247481dc0c95c9b7f64aa75840c946a9b7d58a8a9ce6b6410804.png"/><Relationship Id="rIdT4ClickFrame59" Type="http://schemas.openxmlformats.org/officeDocument/2006/relationships/image" Target="../media/pam_r2_68da053b41f902bd_t4_click_68da053b41f902bd967ed5a7cdc08311ef7fd10c8096ffb3d5cf89b0a99f4ed5.png"/><Relationship Id="rIdT4ClickFrame60" Type="http://schemas.openxmlformats.org/officeDocument/2006/relationships/image" Target="../media/pam_r2_e920271c4e56a649_t4_click_e920271c4e56a649bc6b1e16f5b7eeea768afe5f0d2d8742af114f9404e122cd.png"/><Relationship Id="rIdT4ClickFrame61" Type="http://schemas.openxmlformats.org/officeDocument/2006/relationships/image" Target="../media/pam_r2_77c295bf520002d6_t4_click_77c295bf520002d6e985f475dfd68f480c6b4c2ef489c355839543e3be725d0e.png"/><Relationship Id="rIdT4ClickFrame62" Type="http://schemas.openxmlformats.org/officeDocument/2006/relationships/image" Target="../media/pam_r2_74557b442ad6b3ea_t4_click_74557b442ad6b3ea855e4db7a2bec70cf53ccbed83fd028b3e1226bc56178140.png"/><Relationship Id="rIdT4ClickFrame63" Type="http://schemas.openxmlformats.org/officeDocument/2006/relationships/image" Target="../media/pam_r2_db2475da996c67ba_t4_click_db2475da996c67baab7d3483fd57ba7b347d8342a929ebf329c102cf0792385b.png"/><Relationship Id="rIdT4ClickFrame64" Type="http://schemas.openxmlformats.org/officeDocument/2006/relationships/image" Target="../media/pam_r2_a5c46ee8903e909f_t4_click_a5c46ee8903e909f44bd60155aa63ee3af88903b2ae2d2cbf3ad1e73e2d5d2a1.png"/><Relationship Id="rIdT4ClickFrame65" Type="http://schemas.openxmlformats.org/officeDocument/2006/relationships/image" Target="../media/pam_r2_e7328558cd52258f_t4_click_e7328558cd52258f4f0ddfdfa0114264cd76d8217f848d1a8107747298b8bad6.png"/><Relationship Id="rIdT4ClickFrame66" Type="http://schemas.openxmlformats.org/officeDocument/2006/relationships/image" Target="../media/pam_r2_3198ef8756ee5a7b_t4_click_3198ef8756ee5a7b928cf9520760392320e5560ae458688cf2c4042984bbe69b.png"/><Relationship Id="rIdT4ClickFrame67" Type="http://schemas.openxmlformats.org/officeDocument/2006/relationships/image" Target="../media/pam_r2_b95014e112cc53e1_t4_click_b95014e112cc53e10073865c927bfd96e5bc0c9b3856e637a439bf3eae598127.png"/><Relationship Id="rIdT4ClickFrame68" Type="http://schemas.openxmlformats.org/officeDocument/2006/relationships/image" Target="../media/pam_r2_f4f7acd30a107fd7_t4_click_f4f7acd30a107fd7286143ce133a94bbebbfd424977f12c289c6d524bb52941c.png"/><Relationship Id="rIdT4ClickFrame69" Type="http://schemas.openxmlformats.org/officeDocument/2006/relationships/image" Target="../media/pam_r2_0be7d675f7ad4a43_t4_click_0be7d675f7ad4a439cdd042a8f9a5b430b85dd23f7400d2a4e1826dcce581aad.png"/><Relationship Id="rIdT4ClickFrame70" Type="http://schemas.openxmlformats.org/officeDocument/2006/relationships/image" Target="../media/pam_r2_ed281b446746acae_t4_click_ed281b446746acae60ba52b9022c25d547ff760550b6de294629c87f27565154.png"/><Relationship Id="rIdT4ClickFrame71" Type="http://schemas.openxmlformats.org/officeDocument/2006/relationships/image" Target="../media/pam_r2_3fcda9474233217c_image488.png"/></Relationships>
</file>

<file path=ppt/slides/_rels/slide1.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methods_slideLayout1.xml" Id="R894d6b03a80149df"/><Relationship Type="http://schemas.openxmlformats.org/officeDocument/2006/relationships/notesSlide" Target="../notesSlides/t4_prefix_21c719580f8e_t4_prefix_a2f7aa9f0e46_notesSlide1.xml" Id="R6ba92be88b0f42f6"/><Relationship Id="rIdNav0" Type="http://schemas.openxmlformats.org/officeDocument/2006/relationships/slide" Target="pam_process_1.xml"/></Relationships>
</file>

<file path=ppt/slides/_rels/slide2.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slideLayout1.xml" Id="Rc9cc3d9ae9b0472c"/><Relationship Type="http://schemas.openxmlformats.org/officeDocument/2006/relationships/image" Target="../media/t4_prefix_21c719580f8e_t4_prefix_a2f7aa9f0e46_t3_reference_031906d2cac28adde7f89947.png" Id="R4925c9d800124bea"/><Relationship Type="http://schemas.openxmlformats.org/officeDocument/2006/relationships/image" Target="../media/t4_prefix_21c719580f8e_t4_prefix_a2f7aa9f0e46_t3_reference_bef5e7d33655c75a3185167d.png" Id="R92919328109b4ee2"/><Relationship Type="http://schemas.openxmlformats.org/officeDocument/2006/relationships/image" Target="../media/t4_prefix_21c719580f8e_t4_prefix_a2f7aa9f0e46_t3_reference_7edf5427da0b4edbf70dbd03.png" Id="Rbb79f116db4448ec"/><Relationship Type="http://schemas.openxmlformats.org/officeDocument/2006/relationships/image" Target="../media/t4_prefix_21c719580f8e_t4_prefix_a2f7aa9f0e46_t3_reference_031906d2cac28adde7f89947.png" Id="R13a354839d804482"/><Relationship Type="http://schemas.openxmlformats.org/officeDocument/2006/relationships/image" Target="../media/t4_prefix_21c719580f8e_t4_prefix_a2f7aa9f0e46_t3_reference_0eba8e38aff55bbdf5b5b3e3.png" Id="Rc8fa9ac29cd84330"/><Relationship Type="http://schemas.openxmlformats.org/officeDocument/2006/relationships/notesSlide" Target="../notesSlides/t4_prefix_21c719580f8e_t4_prefix_a2f7aa9f0e46_t3_reference_for_slide2.xml" Id="R926b89b8196d4448"/><Relationship Id="rIdLatex21" Type="http://schemas.openxmlformats.org/officeDocument/2006/relationships/image" Target="../media/t4_prefix_21c719580f8e_t4_prefix_a2f7aa9f0e46_t3_reference_26d3f16e60b6958268157040.svg"/><Relationship Id="rIdLatex2" Type="http://schemas.openxmlformats.org/officeDocument/2006/relationships/image" Target="../media/t4_prefix_21c719580f8e_t4_prefix_a2f7aa9f0e46_t3_reference_761ca645dc84de71c8d43c74.svg"/><Relationship Id="rIdLatex3" Type="http://schemas.openxmlformats.org/officeDocument/2006/relationships/image" Target="../media/t4_prefix_21c719580f8e_t4_prefix_a2f7aa9f0e46_t3_reference_511826433d63e2834ed93e16.svg"/><Relationship Id="rIdLatex4" Type="http://schemas.openxmlformats.org/officeDocument/2006/relationships/image" Target="../media/t4_prefix_21c719580f8e_t4_prefix_a2f7aa9f0e46_t3_reference_26d3f16e60b6958268157040.svg"/><Relationship Id="rIdLatex15" Type="http://schemas.openxmlformats.org/officeDocument/2006/relationships/image" Target="../media/t4_prefix_21c719580f8e_t4_prefix_a2f7aa9f0e46_t3_reference_96d4b2b1112e43e4b078c0ef.svg"/></Relationships>
</file>

<file path=ppt/slides/_rels/slide3.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slideLayout1.xml" Id="R259bec7b25e3421d"/><Relationship Type="http://schemas.openxmlformats.org/officeDocument/2006/relationships/image" Target="../media/t4_prefix_21c719580f8e_t4_prefix_a2f7aa9f0e46_t3_reference_031906d2cac28adde7f89947.png" Id="Rb951595dc83247cb"/><Relationship Type="http://schemas.openxmlformats.org/officeDocument/2006/relationships/image" Target="../media/t4_prefix_21c719580f8e_t4_prefix_a2f7aa9f0e46_t3_reference_bef5e7d33655c75a3185167d.png" Id="R6cc5d1d750464093"/><Relationship Type="http://schemas.openxmlformats.org/officeDocument/2006/relationships/image" Target="../media/t4_prefix_21c719580f8e_t4_prefix_a2f7aa9f0e46_t3_reference_7edf5427da0b4edbf70dbd03.png" Id="R8716de019fca4a98"/><Relationship Type="http://schemas.openxmlformats.org/officeDocument/2006/relationships/image" Target="../media/t4_prefix_21c719580f8e_t4_prefix_a2f7aa9f0e46_t3_reference_031906d2cac28adde7f89947.png" Id="R9494b625df204dcf"/><Relationship Type="http://schemas.openxmlformats.org/officeDocument/2006/relationships/notesSlide" Target="../notesSlides/t4_prefix_21c719580f8e_t4_prefix_a2f7aa9f0e46_t3_reference_for_slide3.xml" Id="Rd0f17640a5904cb9"/><Relationship Id="rIdLatex13" Type="http://schemas.openxmlformats.org/officeDocument/2006/relationships/image" Target="../media/t4_prefix_21c719580f8e_t4_prefix_a2f7aa9f0e46_t3_reference_26d3f16e60b6958268157040.svg"/><Relationship Id="rIdLatex2" Type="http://schemas.openxmlformats.org/officeDocument/2006/relationships/image" Target="../media/t4_prefix_21c719580f8e_t4_prefix_a2f7aa9f0e46_t3_reference_761ca645dc84de71c8d43c74.svg"/><Relationship Id="rIdLatex3" Type="http://schemas.openxmlformats.org/officeDocument/2006/relationships/image" Target="../media/t4_prefix_21c719580f8e_t4_prefix_a2f7aa9f0e46_t3_reference_511826433d63e2834ed93e16.svg"/><Relationship Id="rIdLatex4" Type="http://schemas.openxmlformats.org/officeDocument/2006/relationships/image" Target="../media/t4_prefix_21c719580f8e_t4_prefix_a2f7aa9f0e46_t3_reference_26d3f16e60b6958268157040.svg"/></Relationships>
</file>

<file path=ppt/slides/_rels/slide4.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slideLayout1.xml" Id="Rb08d97b390f74323"/><Relationship Type="http://schemas.openxmlformats.org/officeDocument/2006/relationships/image" Target="../media/t4_prefix_21c719580f8e_t4_prefix_a2f7aa9f0e46_t3_reference_bef5e7d33655c75a3185167d.png" Id="R43c9675d9fb14bb2"/><Relationship Type="http://schemas.openxmlformats.org/officeDocument/2006/relationships/image" Target="../media/t4_prefix_21c719580f8e_t4_prefix_a2f7aa9f0e46_t3_reference_031906d2cac28adde7f89947.png" Id="R6c33fe8690204575"/><Relationship Type="http://schemas.openxmlformats.org/officeDocument/2006/relationships/image" Target="../media/t4_prefix_21c719580f8e_t4_prefix_a2f7aa9f0e46_t3_reference_031906d2cac28adde7f89947.png" Id="Re6a39991428447d5"/><Relationship Type="http://schemas.openxmlformats.org/officeDocument/2006/relationships/image" Target="../media/t4_prefix_21c719580f8e_t4_prefix_a2f7aa9f0e46_t3_reference_30ed8fc11e3f95126e254723.png" Id="R81eaae8cb5ff4a78"/><Relationship Type="http://schemas.openxmlformats.org/officeDocument/2006/relationships/image" Target="../media/t4_prefix_21c719580f8e_t4_prefix_a2f7aa9f0e46_t3_reference_21be9c9c55cf70474f848f12.png" Id="Rd1e86a2e8e854418"/><Relationship Type="http://schemas.openxmlformats.org/officeDocument/2006/relationships/notesSlide" Target="../notesSlides/t4_prefix_21c719580f8e_t4_prefix_a2f7aa9f0e46_t3_reference_for_slide4.xml" Id="R3bd7aa62f43f4867"/><Relationship Id="rIdLatex2" Type="http://schemas.openxmlformats.org/officeDocument/2006/relationships/image" Target="../media/t4_prefix_21c719580f8e_t4_prefix_a2f7aa9f0e46_t3_reference_761ca645dc84de71c8d43c74.svg"/><Relationship Id="rIdLatex10" Type="http://schemas.openxmlformats.org/officeDocument/2006/relationships/image" Target="../media/t4_prefix_21c719580f8e_t4_prefix_a2f7aa9f0e46_t3_reference_39c9fa2bd7a3f8ad9e35db0d.svg"/><Relationship Id="rIdLatex11" Type="http://schemas.openxmlformats.org/officeDocument/2006/relationships/image" Target="../media/t4_prefix_21c719580f8e_t4_prefix_a2f7aa9f0e46_t3_reference_3519d41b4a364dc37d943e8f.svg"/><Relationship Id="rIdLatex58" Type="http://schemas.openxmlformats.org/officeDocument/2006/relationships/image" Target="../media/t4_prefix_21c719580f8e_t4_prefix_a2f7aa9f0e46_t3_reference_26d3f16e60b6958268157040.svg"/><Relationship Id="rIdLatex59" Type="http://schemas.openxmlformats.org/officeDocument/2006/relationships/image" Target="../media/t4_prefix_21c719580f8e_t4_prefix_a2f7aa9f0e46_t3_reference_26d3f16e60b6958268157040.svg"/><Relationship Type="http://schemas.openxmlformats.org/officeDocument/2006/relationships/image" Target="../media/image7.png" Id="rIdNote7Pulse13"/><Relationship Id="rIdNote7Pulse14" Type="http://schemas.openxmlformats.org/officeDocument/2006/relationships/image" Target="../media/t4_prefix_21c719580f8e_t4_prefix_a2f7aa9f0e46_t4_b68796db1ac3656bfebabb53.svg"/><Relationship Id="rIdNav0" Type="http://schemas.openxmlformats.org/officeDocument/2006/relationships/slide" Target="slide21.xml"/><Relationship Id="rIdNav1" Type="http://schemas.openxmlformats.org/officeDocument/2006/relationships/slide" Target="pam_process_1.xml"/><Relationship Id="rIdNav2" Type="http://schemas.openxmlformats.org/officeDocument/2006/relationships/slide" Target="slide21.xml"/><Relationship Id="rIdNav3" Type="http://schemas.openxmlformats.org/officeDocument/2006/relationships/slide" Target="slide21.xml"/><Relationship Id="rIdNav4" Type="http://schemas.openxmlformats.org/officeDocument/2006/relationships/slide" Target="pam_process_1.xml"/><Relationship Id="rIdNav5" Type="http://schemas.openxmlformats.org/officeDocument/2006/relationships/slide" Target="pam_process_1.xml"/></Relationships>
</file>

<file path=ppt/slides/_rels/slide5.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methods_slideLayout1.xml" Id="R706bfa546c9d46ef"/><Relationship Type="http://schemas.openxmlformats.org/officeDocument/2006/relationships/image" Target="../media/t4_prefix_21c719580f8e_t4_prefix_a2f7aa9f0e46_image2.png" Id="Rd2a3e41fa2c54d0c"/><Relationship Type="http://schemas.openxmlformats.org/officeDocument/2006/relationships/image" Target="../media/image71.png" Id="R4513d848b5cc4657"/><Relationship Type="http://schemas.openxmlformats.org/officeDocument/2006/relationships/image" Target="../media/image72.png" Id="R4ace19bdae154f93"/><Relationship Type="http://schemas.openxmlformats.org/officeDocument/2006/relationships/image" Target="../media/t4_prefix_21c719580f8e_t4_prefix_a2f7aa9f0e46_image5.png" Id="R64fd6c870f2342f3"/><Relationship Type="http://schemas.openxmlformats.org/officeDocument/2006/relationships/notesSlide" Target="../notesSlides/t4_prefix_21c719580f8e_t4_prefix_a2f7aa9f0e46_notesSlide5.xml" Id="Reef9d05ee88c4f75"/><Relationship Id="rIdMathSvg0" Type="http://schemas.openxmlformats.org/officeDocument/2006/relationships/image" Target="../media/t4_prefix_21c719580f8e_t4_prefix_a2f7aa9f0e46_t4_a01eb22b5ecdfd9a2f074396.svg"/><Relationship Id="rIdMathSvg1" Type="http://schemas.openxmlformats.org/officeDocument/2006/relationships/image" Target="../media/t4_prefix_21c719580f8e_t4_prefix_a2f7aa9f0e46_t4_0edcac1918780ba44e70a100.svg"/><Relationship Id="rIdMathSvg2" Type="http://schemas.openxmlformats.org/officeDocument/2006/relationships/image" Target="../media/t4_prefix_21c719580f8e_t4_prefix_a2f7aa9f0e46_t4_7d03e02e61500f86eb080b0d.svg"/><Relationship Id="rIdNav0" Type="http://schemas.openxmlformats.org/officeDocument/2006/relationships/slide" Target="pam_process_1.xml"/><Relationship Id="rIdNav1" Type="http://schemas.openxmlformats.org/officeDocument/2006/relationships/slide" Target="pam_process_1.xml"/><Relationship Id="rIdNav2" Type="http://schemas.openxmlformats.org/officeDocument/2006/relationships/slide" Target="pam_process_5.xml"/><Relationship Id="rIdNav3" Type="http://schemas.openxmlformats.org/officeDocument/2006/relationships/slide" Target="pam_process_11.xml"/><Relationship Id="rIdT4ClickFrame1" Type="http://schemas.openxmlformats.org/officeDocument/2006/relationships/image" Target="../media/t4_prefix_21c719580f8e_t4_prefix_a2f7aa9f0e46_image2.png"/><Relationship Id="rIdT4ClickFrame2" Type="http://schemas.openxmlformats.org/officeDocument/2006/relationships/image" Target="../media/t4_prefix_21c719580f8e_t4_prefix_a2f7aa9f0e46_t4_click_90933bef116f790737104ee8eb8af44272d9d4f1fa6c78b65d77ce9e690ee7f7.png"/><Relationship Id="rIdT4ClickFrame3" Type="http://schemas.openxmlformats.org/officeDocument/2006/relationships/image" Target="../media/t4_prefix_21c719580f8e_t4_prefix_a2f7aa9f0e46_t4_click_d72245a883baa8172d60ee38ca0d1d8b5234a6786748785c0cb7b37749fff014.png"/><Relationship Id="rIdT4ClickFrame4" Type="http://schemas.openxmlformats.org/officeDocument/2006/relationships/image" Target="../media/t4_prefix_21c719580f8e_t4_prefix_a2f7aa9f0e46_t4_click_2bfd31a3cc2bd3bd7add5ccc2ab5c6cef1ce503fdbf65816f980580d65ccbdde.png"/><Relationship Id="rIdT4ClickFrame5" Type="http://schemas.openxmlformats.org/officeDocument/2006/relationships/image" Target="../media/t4_prefix_21c719580f8e_t4_prefix_a2f7aa9f0e46_t4_click_97d89702690c06279e55d99db913622768c760f1ac66e46a4a65cc0725356e81.png"/><Relationship Id="rIdT4ClickFrame6" Type="http://schemas.openxmlformats.org/officeDocument/2006/relationships/image" Target="../media/t4_prefix_21c719580f8e_t4_prefix_a2f7aa9f0e46_t4_click_0c52b95f5d875d43b507a82968b01a7f2f2c8fbebe6b7141d7581000b83ae561.png"/><Relationship Id="rIdT4ClickFrame7" Type="http://schemas.openxmlformats.org/officeDocument/2006/relationships/image" Target="../media/t4_prefix_21c719580f8e_t4_prefix_a2f7aa9f0e46_t4_click_8a64b4ab671cd30a031d325db6beb42748414a1586b83e2e1d993cd66637022e.png"/><Relationship Id="rIdT4ClickFrame8" Type="http://schemas.openxmlformats.org/officeDocument/2006/relationships/image" Target="../media/t4_prefix_21c719580f8e_t4_prefix_a2f7aa9f0e46_t4_click_21f7deec1f597bc001d8e29598680cfdb97c5356f5980179434d449b8a689946.png"/><Relationship Id="rIdT4ClickFrame9" Type="http://schemas.openxmlformats.org/officeDocument/2006/relationships/image" Target="../media/t4_prefix_21c719580f8e_t4_prefix_a2f7aa9f0e46_t4_click_6c04239125c89ddc455a8ff414e0a4fa3a595073979aa05418a42fdc72bdb81d.png"/><Relationship Id="rIdT4ClickFrame10" Type="http://schemas.openxmlformats.org/officeDocument/2006/relationships/image" Target="../media/t4_prefix_21c719580f8e_t4_prefix_a2f7aa9f0e46_t4_click_83f55f21ca0abad74b17550f8648fa664da1d0eda51ff0d23b7c5b43542f4e27.png"/><Relationship Id="rIdT4ClickFrame11" Type="http://schemas.openxmlformats.org/officeDocument/2006/relationships/image" Target="../media/t4_prefix_21c719580f8e_t4_prefix_a2f7aa9f0e46_t4_click_ab18b9a8efcb049f6ce319c1a033b84eb931217b69615c97a35efb0878e989de.png"/><Relationship Id="rIdT4ClickFrame12" Type="http://schemas.openxmlformats.org/officeDocument/2006/relationships/image" Target="../media/t4_prefix_21c719580f8e_t4_prefix_a2f7aa9f0e46_t4_click_17f4c9dc30904074982a5c89bec623c5113fc2ed1bfdcbdffd323ae2318ba5c2.png"/><Relationship Id="rIdT4ClickFrame13" Type="http://schemas.openxmlformats.org/officeDocument/2006/relationships/image" Target="../media/t4_prefix_21c719580f8e_t4_prefix_a2f7aa9f0e46_t4_click_96f50d8697d2244d3d52fa2a1828797088eaec11e223b27a9dbe7cf3a42df801.png"/><Relationship Id="rIdT4ClickFrame14" Type="http://schemas.openxmlformats.org/officeDocument/2006/relationships/image" Target="../media/t4_prefix_21c719580f8e_t4_prefix_a2f7aa9f0e46_t4_click_265fd8eed4115c2aa5d986f5002c616e3b8a0fc4cf102cfe6dc0d7e70c85590c.png"/><Relationship Id="rIdT4ClickFrame15" Type="http://schemas.openxmlformats.org/officeDocument/2006/relationships/image" Target="../media/t4_prefix_21c719580f8e_t4_prefix_a2f7aa9f0e46_t4_click_550e107c3aa332d24bac962c0fa3a74031c36cab7919642f6346b6fe5df2c123.png"/><Relationship Id="rIdT4ClickFrame16" Type="http://schemas.openxmlformats.org/officeDocument/2006/relationships/image" Target="../media/t4_prefix_21c719580f8e_t4_prefix_a2f7aa9f0e46_t4_click_87c8f3fc3395c8370d6aafd350a9ba37b383e20bda53bdec8f2bb4f50b440107.png"/><Relationship Id="rIdT4ClickFrame17" Type="http://schemas.openxmlformats.org/officeDocument/2006/relationships/image" Target="../media/t4_prefix_21c719580f8e_t4_prefix_a2f7aa9f0e46_t4_click_07eaf5036fea288236d03019fa098ec5c3cd63d574415e513e396c1c750e8380.png"/><Relationship Id="rIdT4ClickFrame18" Type="http://schemas.openxmlformats.org/officeDocument/2006/relationships/image" Target="../media/t4_prefix_21c719580f8e_t4_prefix_a2f7aa9f0e46_t4_click_0ec27e9173989f704548ec93e19950da7586fae52de9d44ef6a4902b291f3b55.png"/><Relationship Id="rIdT4ClickFrame19" Type="http://schemas.openxmlformats.org/officeDocument/2006/relationships/image" Target="../media/t4_prefix_21c719580f8e_t4_prefix_a2f7aa9f0e46_t4_click_042444b46e2ef9953dd96dc7763be5419fbe152dbc31ceb880590a81aec92dbc.png"/><Relationship Id="rIdT4ClickFrame20" Type="http://schemas.openxmlformats.org/officeDocument/2006/relationships/image" Target="../media/t4_prefix_21c719580f8e_t4_prefix_a2f7aa9f0e46_t4_click_9b4a8aa57717fb994927e4a31074a1331c5ef849b605e4dd0dd15b4668d7e955.png"/><Relationship Id="rIdT4ClickFrame21" Type="http://schemas.openxmlformats.org/officeDocument/2006/relationships/image" Target="../media/t4_prefix_21c719580f8e_t4_prefix_a2f7aa9f0e46_t4_click_40ea714c745461330504f2852d46ae19e892bd94e93fdb3664f97029238ce8c7.png"/><Relationship Id="rIdT4ClickFrame22" Type="http://schemas.openxmlformats.org/officeDocument/2006/relationships/image" Target="../media/t4_prefix_21c719580f8e_t4_prefix_a2f7aa9f0e46_t4_click_24ea5bdd0f808fbb71de2c59eefd699cf748c67e5c77f798d83415e8878ecf08.png"/><Relationship Id="rIdT4ClickFrame23" Type="http://schemas.openxmlformats.org/officeDocument/2006/relationships/image" Target="../media/t4_prefix_21c719580f8e_t4_prefix_a2f7aa9f0e46_t4_click_15d935d6aa2bde6bf509eefb6c44f34fcff41dab0f121bc12b40632c93abbf91.png"/><Relationship Id="rIdT4ClickFrame24" Type="http://schemas.openxmlformats.org/officeDocument/2006/relationships/image" Target="../media/t4_prefix_21c719580f8e_t4_prefix_a2f7aa9f0e46_t4_click_0c48818783f1b33c5c47f4a180931f21e3f0821685ce7b5d3e21afc32e1c33a7.png"/><Relationship Id="rIdT4ClickFrame25" Type="http://schemas.openxmlformats.org/officeDocument/2006/relationships/image" Target="../media/t4_prefix_21c719580f8e_t4_prefix_a2f7aa9f0e46_t4_click_d6b3ae6e22723cd361ab0ada656665b5c0935cf74edd02f7e607d04fd2e29085.png"/><Relationship Id="rIdT4ClickFrame26" Type="http://schemas.openxmlformats.org/officeDocument/2006/relationships/image" Target="../media/t4_prefix_21c719580f8e_t4_prefix_a2f7aa9f0e46_t4_click_9a796c86942520af3290cfbe3fd7c8d06b7e02e2797cd288253df7455b5b6b92.png"/><Relationship Id="rIdT4ClickFrame27" Type="http://schemas.openxmlformats.org/officeDocument/2006/relationships/image" Target="../media/t4_prefix_21c719580f8e_t4_prefix_a2f7aa9f0e46_t4_click_30ae082256aea4471d9bb2c8ca95610dab6359654b25c536fd8378cf199d3193.png"/><Relationship Id="rIdT4ClickFrame28" Type="http://schemas.openxmlformats.org/officeDocument/2006/relationships/image" Target="../media/t4_prefix_21c719580f8e_t4_prefix_a2f7aa9f0e46_t4_click_3d0f2349b1f9e714bfdd5ad4eb5e315a4e35ce49a91dfef0907137cea3c24a9a.png"/><Relationship Id="rIdT4ClickFrame29" Type="http://schemas.openxmlformats.org/officeDocument/2006/relationships/image" Target="../media/t4_prefix_21c719580f8e_t4_prefix_a2f7aa9f0e46_t4_click_b1e7b08b6946b645a020575e79a37368cc7e827b985a7583b8cd59a33a6dc555.png"/></Relationships>
</file>

<file path=ppt/slides/_rels/slide6.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4093444d7da44c96"/><Relationship Type="http://schemas.openxmlformats.org/officeDocument/2006/relationships/image" Target="../media/pam_r2_6e3e82aa4eb87faf_image.png" Id="Rf7ca2f8723074d1f"/><Relationship Type="http://schemas.openxmlformats.org/officeDocument/2006/relationships/image" Target="../media/pam_r2_4530d4f55dec86f6_image2.png" Id="Re561d6c98bc34b46"/><Relationship Type="http://schemas.openxmlformats.org/officeDocument/2006/relationships/image" Target="../media/pam_r2_081c8474469d3477_image3.png" Id="R286c06766f04427c"/><Relationship Type="http://schemas.openxmlformats.org/officeDocument/2006/relationships/image" Target="../media/image71.png" Id="Rc77ed23f55994608"/><Relationship Type="http://schemas.openxmlformats.org/officeDocument/2006/relationships/image" Target="../media/image72.png" Id="R9100d760d7364c40"/><Relationship Type="http://schemas.openxmlformats.org/officeDocument/2006/relationships/image" Target="../media/pam_r2_b39fcffd130b98c0_image6.png" Id="R4cd8e36b61164667"/><Relationship Type="http://schemas.openxmlformats.org/officeDocument/2006/relationships/image" Target="../media/pam_r2_1cac3b386e11f0e9_image7.png" Id="Rb13254a33176484d"/><Relationship Type="http://schemas.openxmlformats.org/officeDocument/2006/relationships/image" Target="../media/pam_r2_03c1f69c4fd799c6_image8.png" Id="R31c75baacd464d7f"/><Relationship Type="http://schemas.openxmlformats.org/officeDocument/2006/relationships/image" Target="../media/pam_process_aee3e3741cefdf1f_image11.png" Id="R487172ddcbf4434a"/><Relationship Type="http://schemas.openxmlformats.org/officeDocument/2006/relationships/image" Target="../media/pam_r2_84fb154a7da8547e_image10.png" Id="Rb6f106466f254236"/><Relationship Type="http://schemas.openxmlformats.org/officeDocument/2006/relationships/image" Target="../media/pam_r2_85b01d88aafc586c_image9.png" Id="R72eb5d0a9242480b"/><Relationship Type="http://schemas.openxmlformats.org/officeDocument/2006/relationships/notesSlide" Target="../notesSlides/pam_r2_bbdea7b908aa7f46_notesSlide1.xml" Id="R5e2270eed9f047d1"/><Relationship Id="rIdMathSvg0" Type="http://schemas.openxmlformats.org/officeDocument/2006/relationships/image" Target="../media/pam_r2_235f65b617af0c92_t4_235f65b617af0c924d0ea316.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85a3ad982d2ccfca_t4_85a3ad982d2ccfca1d625c6a.svg"/><Relationship Id="rIdMathSvg5" Type="http://schemas.openxmlformats.org/officeDocument/2006/relationships/image" Target="../media/pam_r2_ae1b97d0030ce3a5_t4_ae1b97d0030ce3a5528086d5.svg"/><Relationship Id="rIdMathSvg6" Type="http://schemas.openxmlformats.org/officeDocument/2006/relationships/image" Target="../media/pam_r2_d2be92541b666dd9_t4_d2be92541b666dd9591843f7.svg"/><Relationship Id="rIdMathSvg7" Type="http://schemas.openxmlformats.org/officeDocument/2006/relationships/image" Target="../media/pam_r2_f1761009fab2804a_t4_f1761009fab2804a8381ad13.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T4ClickFrame1" Type="http://schemas.openxmlformats.org/officeDocument/2006/relationships/image" Target="../media/pam_r2_6e3e82aa4eb87faf_image.png"/><Relationship Id="rIdT4ClickFrame2" Type="http://schemas.openxmlformats.org/officeDocument/2006/relationships/image" Target="../media/pam_r2_5b174a2e8ff870cf_t4_click_5b174a2e8ff870cf580a8f6fc200e92c987552556225bed7468359e9f1a272a5.png"/><Relationship Id="rIdT4ClickFrame3" Type="http://schemas.openxmlformats.org/officeDocument/2006/relationships/image" Target="../media/pam_r2_5b174a2e8ff870cf_t4_click_5b174a2e8ff870cf580a8f6fc200e92c987552556225bed7468359e9f1a272a5.png"/><Relationship Id="rIdT4ClickFrame4" Type="http://schemas.openxmlformats.org/officeDocument/2006/relationships/image" Target="../media/pam_r2_5b174a2e8ff870cf_t4_click_5b174a2e8ff870cf580a8f6fc200e92c987552556225bed7468359e9f1a272a5.png"/><Relationship Id="rIdT4ClickFrame5" Type="http://schemas.openxmlformats.org/officeDocument/2006/relationships/image" Target="../media/pam_r2_5b174a2e8ff870cf_t4_click_5b174a2e8ff870cf580a8f6fc200e92c987552556225bed7468359e9f1a272a5.png"/><Relationship Id="rIdT4ClickFrame6" Type="http://schemas.openxmlformats.org/officeDocument/2006/relationships/image" Target="../media/pam_r2_5b174a2e8ff870cf_t4_click_5b174a2e8ff870cf580a8f6fc200e92c987552556225bed7468359e9f1a272a5.png"/><Relationship Id="rIdT4ClickFrame7" Type="http://schemas.openxmlformats.org/officeDocument/2006/relationships/image" Target="../media/pam_r2_567c85bd8d8b659a_t4_click_567c85bd8d8b659abb7ee68b9fd6994c2711d1b43a377d22c338e77327607cff.png"/><Relationship Id="rIdT4ClickFrame8" Type="http://schemas.openxmlformats.org/officeDocument/2006/relationships/image" Target="../media/pam_r2_567c85bd8d8b659a_t4_click_567c85bd8d8b659abb7ee68b9fd6994c2711d1b43a377d22c338e77327607cff.png"/><Relationship Id="rIdT4ClickFrame9" Type="http://schemas.openxmlformats.org/officeDocument/2006/relationships/image" Target="../media/pam_r2_567c85bd8d8b659a_t4_click_567c85bd8d8b659abb7ee68b9fd6994c2711d1b43a377d22c338e77327607cff.png"/><Relationship Id="rIdT4ClickFrame10" Type="http://schemas.openxmlformats.org/officeDocument/2006/relationships/image" Target="../media/pam_r2_567c85bd8d8b659a_t4_click_567c85bd8d8b659abb7ee68b9fd6994c2711d1b43a377d22c338e77327607cff.png"/><Relationship Id="rIdT4ClickFrame11" Type="http://schemas.openxmlformats.org/officeDocument/2006/relationships/image" Target="../media/pam_r2_567c85bd8d8b659a_t4_click_567c85bd8d8b659abb7ee68b9fd6994c2711d1b43a377d22c338e77327607cff.png"/><Relationship Id="rIdT4ClickFrame12" Type="http://schemas.openxmlformats.org/officeDocument/2006/relationships/image" Target="../media/pam_r2_671bebd6066535b2_t4_click_671bebd6066535b26b4278625dc5bae682b6abe5cdd44dac9393b68ef644209c.png"/><Relationship Id="rIdT4ClickFrame13" Type="http://schemas.openxmlformats.org/officeDocument/2006/relationships/image" Target="../media/pam_r2_671bebd6066535b2_t4_click_671bebd6066535b26b4278625dc5bae682b6abe5cdd44dac9393b68ef644209c.png"/><Relationship Id="rIdT4ClickFrame14" Type="http://schemas.openxmlformats.org/officeDocument/2006/relationships/image" Target="../media/pam_r2_671bebd6066535b2_t4_click_671bebd6066535b26b4278625dc5bae682b6abe5cdd44dac9393b68ef644209c.png"/><Relationship Id="rIdT4ClickFrame15" Type="http://schemas.openxmlformats.org/officeDocument/2006/relationships/image" Target="../media/pam_r2_671bebd6066535b2_t4_click_671bebd6066535b26b4278625dc5bae682b6abe5cdd44dac9393b68ef644209c.png"/><Relationship Id="rIdT4ClickFrame16" Type="http://schemas.openxmlformats.org/officeDocument/2006/relationships/image" Target="../media/pam_r2_671bebd6066535b2_t4_click_671bebd6066535b26b4278625dc5bae682b6abe5cdd44dac9393b68ef644209c.png"/><Relationship Id="rIdT4ClickFrame17" Type="http://schemas.openxmlformats.org/officeDocument/2006/relationships/image" Target="../media/pam_r2_22a20b083a230b1a_t4_click_22a20b083a230b1a6a7a97381651b2f85899e4312657257a0dd4574bd987658c.png"/><Relationship Id="rIdT4ClickFrame18" Type="http://schemas.openxmlformats.org/officeDocument/2006/relationships/image" Target="../media/pam_r2_22a20b083a230b1a_t4_click_22a20b083a230b1a6a7a97381651b2f85899e4312657257a0dd4574bd987658c.png"/><Relationship Id="rIdT4ClickFrame19" Type="http://schemas.openxmlformats.org/officeDocument/2006/relationships/image" Target="../media/pam_r2_22a20b083a230b1a_t4_click_22a20b083a230b1a6a7a97381651b2f85899e4312657257a0dd4574bd987658c.png"/><Relationship Id="rIdT4ClickFrame20" Type="http://schemas.openxmlformats.org/officeDocument/2006/relationships/image" Target="../media/pam_r2_22a20b083a230b1a_t4_click_22a20b083a230b1a6a7a97381651b2f85899e4312657257a0dd4574bd987658c.png"/><Relationship Id="rIdT4ClickFrame21" Type="http://schemas.openxmlformats.org/officeDocument/2006/relationships/image" Target="../media/pam_r2_22a20b083a230b1a_t4_click_22a20b083a230b1a6a7a97381651b2f85899e4312657257a0dd4574bd987658c.png"/><Relationship Id="rIdT4ClickFrame22" Type="http://schemas.openxmlformats.org/officeDocument/2006/relationships/image" Target="../media/pam_r2_5c5f751d25909e87_t4_click_5c5f751d25909e87b95475b697e0c0cc2895b9d25197f077d3573f44b2e2734c.png"/><Relationship Id="rIdT4ClickFrame23" Type="http://schemas.openxmlformats.org/officeDocument/2006/relationships/image" Target="../media/pam_r2_5c5f751d25909e87_t4_click_5c5f751d25909e87b95475b697e0c0cc2895b9d25197f077d3573f44b2e2734c.png"/><Relationship Id="rIdT4ClickFrame24" Type="http://schemas.openxmlformats.org/officeDocument/2006/relationships/image" Target="../media/pam_r2_5c5f751d25909e87_t4_click_5c5f751d25909e87b95475b697e0c0cc2895b9d25197f077d3573f44b2e2734c.png"/><Relationship Id="rIdT4ClickFrame25" Type="http://schemas.openxmlformats.org/officeDocument/2006/relationships/image" Target="../media/pam_r2_5c5f751d25909e87_t4_click_5c5f751d25909e87b95475b697e0c0cc2895b9d25197f077d3573f44b2e2734c.png"/><Relationship Id="rIdT4ClickFrame26" Type="http://schemas.openxmlformats.org/officeDocument/2006/relationships/image" Target="../media/pam_r2_5c5f751d25909e87_t4_click_5c5f751d25909e87b95475b697e0c0cc2895b9d25197f077d3573f44b2e2734c.png"/><Relationship Id="rIdT4ClickFrame27" Type="http://schemas.openxmlformats.org/officeDocument/2006/relationships/image" Target="../media/pam_r2_4530d4f55dec86f6_image2.png"/><Relationship Id="rIdT4ClickFrame28" Type="http://schemas.openxmlformats.org/officeDocument/2006/relationships/image" Target="../media/pam_r2_9ec29cdebc173715_t4_click_9ec29cdebc173715566a4824db212fe6091ba3d92572cbe3345bb20481c4b0b7.png"/><Relationship Id="rIdT4ClickFrame29" Type="http://schemas.openxmlformats.org/officeDocument/2006/relationships/image" Target="../media/pam_r2_83dc45d9d90d04da_t4_click_83dc45d9d90d04da5f6685d266d749e80dd417f3d2a0fa2a1e9834de6e38bfe4.png"/><Relationship Id="rIdT4ClickFrame30" Type="http://schemas.openxmlformats.org/officeDocument/2006/relationships/image" Target="../media/pam_r2_03e58b6b43a950d9_t4_click_03e58b6b43a950d9cea2653600b0c08e4759b918212eb1f55ba565290cb77499.png"/><Relationship Id="rIdT4ClickFrame31" Type="http://schemas.openxmlformats.org/officeDocument/2006/relationships/image" Target="../media/pam_r2_0eb0d8a7a5337569_t4_click_0eb0d8a7a533756911765f94c397c26b9e80c96c55b43ba5faeed8241a7f1167.png"/><Relationship Id="rIdT4ClickFrame32" Type="http://schemas.openxmlformats.org/officeDocument/2006/relationships/image" Target="../media/pam_r2_58d083107b8d07de_t4_click_58d083107b8d07de45bbce64b5666a6d345cfe41128273667ce2aabacffda7a1.png"/><Relationship Id="rIdT4ClickFrame33" Type="http://schemas.openxmlformats.org/officeDocument/2006/relationships/image" Target="../media/pam_r2_14ddbca92ca361d0_t4_click_14ddbca92ca361d006ca4d80ed3829ad8d80194b4b2e876114474ccaef176de6.png"/><Relationship Id="rIdT4ClickFrame34" Type="http://schemas.openxmlformats.org/officeDocument/2006/relationships/image" Target="../media/pam_r2_66314abf22c7f6d1_t4_click_66314abf22c7f6d103eb9967aa9445476f5a9768dc894ba66a045ba5eb11c3d2.png"/><Relationship Id="rIdT4ClickFrame35" Type="http://schemas.openxmlformats.org/officeDocument/2006/relationships/image" Target="../media/pam_r2_d5c7d0d3dfbac3bc_t4_click_d5c7d0d3dfbac3bc05fd1427b4a8f8cc683eeb67c19f709a111b2aaac2acf40f.png"/><Relationship Id="rIdT4ClickFrame36" Type="http://schemas.openxmlformats.org/officeDocument/2006/relationships/image" Target="../media/pam_r2_7d7d6a7f435d0bb2_t4_click_7d7d6a7f435d0bb2916c0fda2daf0ec6a11a37a080ef7156a4fa8a031c2bdf98.png"/><Relationship Id="rIdT4ClickFrame37" Type="http://schemas.openxmlformats.org/officeDocument/2006/relationships/image" Target="../media/pam_r2_7e2e11d906ed2b59_t4_click_7e2e11d906ed2b594d1c2836767fc992a6def413327316dea6111d85dbf357b9.png"/><Relationship Id="rIdT4ClickFrame38" Type="http://schemas.openxmlformats.org/officeDocument/2006/relationships/image" Target="../media/pam_r2_bca4e5a58b8528a0_t4_click_bca4e5a58b8528a017cfd4535b3ad9e71c8d5a4b32d89b17c02bcd17d9fb2914.png"/><Relationship Id="rIdT4ClickFrame39" Type="http://schemas.openxmlformats.org/officeDocument/2006/relationships/image" Target="../media/pam_r2_09ee617fe13e48ce_t4_click_09ee617fe13e48ce8e2f8a512fbbb83d0590b60b262b7b0b4e236a8a871c287c.png"/><Relationship Id="rIdT4ClickFrame40" Type="http://schemas.openxmlformats.org/officeDocument/2006/relationships/image" Target="../media/pam_r2_1cd4a31dcb9acb4c_t4_click_1cd4a31dcb9acb4c32e272005e1dd6723549f6c72998fcfccd36cdf08bfd5ddf.png"/><Relationship Id="rIdT4ClickFrame41" Type="http://schemas.openxmlformats.org/officeDocument/2006/relationships/image" Target="../media/pam_r2_ccd01eb73917629f_t4_click_ccd01eb73917629f21672c838bffe43619cd68b6290b080f8b5898daa83deadc.png"/><Relationship Id="rIdT4ClickFrame42" Type="http://schemas.openxmlformats.org/officeDocument/2006/relationships/image" Target="../media/pam_r2_c474855b18febf20_t4_click_c474855b18febf20f6385efb5c4e6acf1cc9dc8d280644189ccffa40bc16dc4f.png"/><Relationship Id="rIdT4ClickFrame43" Type="http://schemas.openxmlformats.org/officeDocument/2006/relationships/image" Target="../media/pam_r2_d9281e3e27d7e8d2_t4_click_d9281e3e27d7e8d210f5ff7430402ae9579531dc52f60ba152599ee65d317d12.png"/><Relationship Id="rIdT4ClickFrame44" Type="http://schemas.openxmlformats.org/officeDocument/2006/relationships/image" Target="../media/pam_r2_90e5df5aa0e31f50_t4_click_90e5df5aa0e31f5048302afbe3656cbf424ddfbab19472bffbbe495a51d6c71b.png"/><Relationship Id="rIdT4ClickFrame45" Type="http://schemas.openxmlformats.org/officeDocument/2006/relationships/image" Target="../media/pam_r2_d91a62b1a6e95b58_t4_click_d91a62b1a6e95b586fc21ce9aeeaebd91e54a6229cbe36295e7ce86abd8b2edb.png"/><Relationship Id="rIdT4ClickFrame46" Type="http://schemas.openxmlformats.org/officeDocument/2006/relationships/image" Target="../media/pam_r2_d011961dea4d2e63_t4_click_d011961dea4d2e6364272093a1d06155d0cbc941a83736f1ae3ab71680d94207.png"/><Relationship Id="rIdT4ClickFrame47" Type="http://schemas.openxmlformats.org/officeDocument/2006/relationships/image" Target="../media/pam_r2_9a437fcd0bc3b4a0_t4_click_9a437fcd0bc3b4a035d0c8f23160957be6acea6ea3dc4a8b21585ff82be3f571.png"/><Relationship Id="rIdT4ClickFrame48" Type="http://schemas.openxmlformats.org/officeDocument/2006/relationships/image" Target="../media/pam_r2_0b524a1f0f89d679_t4_click_0b524a1f0f89d679d0c1c4f2fc700ade87664e98cd0a40b401b9a93e9d9c3b69.png"/><Relationship Id="rIdT4ClickFrame49" Type="http://schemas.openxmlformats.org/officeDocument/2006/relationships/image" Target="../media/pam_r2_480bb630768cc251_t4_click_480bb630768cc25158441e9c9b72972f4c5de07bce61ad9ddb03b8eb443a0015.png"/><Relationship Id="rIdT4ClickFrame50" Type="http://schemas.openxmlformats.org/officeDocument/2006/relationships/image" Target="../media/pam_r2_9ebc66b0bb93059b_t4_click_9ebc66b0bb93059bccfd494193ffb5c700d05fd4f14f50014b63433284c4384e.png"/><Relationship Id="rIdT4ClickFrame51" Type="http://schemas.openxmlformats.org/officeDocument/2006/relationships/image" Target="../media/pam_r2_365726c12e26c853_t4_click_365726c12e26c8530235cad89fb2b96e973cbaa446252cb176194e55d37ad3ad.png"/><Relationship Id="rIdT4ClickFrame52" Type="http://schemas.openxmlformats.org/officeDocument/2006/relationships/image" Target="../media/pam_r2_01170bba5e82eb5b_t4_click_01170bba5e82eb5ba04770d879157ee8d38e5b0f599415c03e29dbcaab2d6fc4.png"/><Relationship Id="rIdT4ClickFrame53" Type="http://schemas.openxmlformats.org/officeDocument/2006/relationships/image" Target="../media/pam_r2_09309d4107a6dcbf_t4_click_09309d4107a6dcbfb6985bf882a8b3a0af33d3acf068da53649bffcbd6db7d8c.png"/><Relationship Id="rIdT4ClickFrame54" Type="http://schemas.openxmlformats.org/officeDocument/2006/relationships/image" Target="../media/pam_r2_7aebbcc1dbe924ab_t4_click_7aebbcc1dbe924ab777736eb9172c0a954cd8addaa6a1845449413ca3f75aac2.png"/><Relationship Id="rIdT4ClickFrame55" Type="http://schemas.openxmlformats.org/officeDocument/2006/relationships/image" Target="../media/pam_r2_3fb1a4cfb545c87b_t4_click_3fb1a4cfb545c87b7593a5b267f7c597a287bbc4f46bb1f66f14709ac9334870.png"/><Relationship Id="rIdT4ClickFrame56" Type="http://schemas.openxmlformats.org/officeDocument/2006/relationships/image" Target="../media/pam_r2_aec899bf34083ae7_t4_click_aec899bf34083ae729f6b3d9923c11eaee5bc109a18543b91154d4052ad6cced.png"/><Relationship Id="rIdT4ClickFrame57" Type="http://schemas.openxmlformats.org/officeDocument/2006/relationships/image" Target="../media/pam_r2_a587a523b70b53ca_t4_click_a587a523b70b53ca8d87f8e514dca340100acccbe2e0c8cf31f5f89afade03dd.png"/><Relationship Id="rIdT4ClickFrame58" Type="http://schemas.openxmlformats.org/officeDocument/2006/relationships/image" Target="../media/pam_r2_92ef3f290d6c65f1_t4_click_92ef3f290d6c65f1becd24a128271733f86f4d383e3f1c7997cdcf1a7baebcb6.png"/><Relationship Id="rIdT4ClickFrame59" Type="http://schemas.openxmlformats.org/officeDocument/2006/relationships/image" Target="../media/pam_r2_f83af69852cab32e_t4_click_f83af69852cab32eb1093bb4003dce690ce945e7bd26eeaf4f8828df89c20057.png"/><Relationship Id="rIdT4ClickFrame60" Type="http://schemas.openxmlformats.org/officeDocument/2006/relationships/image" Target="../media/pam_r2_fb382954d7492eab_t4_click_fb382954d7492eabce1262e8b878c3ec0404af5ae1ada6a9ca6b396961c6df38.png"/><Relationship Id="rIdT4ClickFrame61" Type="http://schemas.openxmlformats.org/officeDocument/2006/relationships/image" Target="../media/pam_r2_081c8474469d3477_image3.png"/><Relationship Id="rIdT4ClickFrame62" Type="http://schemas.openxmlformats.org/officeDocument/2006/relationships/image" Target="../media/pam_r2_9adb72c4032824f9_t4_click_9adb72c4032824f9d5bb2e7bb9527f5fc698a1d1ffb065f9f56440547e9b3c0f.png"/><Relationship Id="rIdT4ClickFrame63" Type="http://schemas.openxmlformats.org/officeDocument/2006/relationships/image" Target="../media/pam_r2_f09166fab00f5fd8_t4_click_f09166fab00f5fd822b63e98e208a3a30756beee305eb4341c69a5b7190d9cc5.png"/><Relationship Id="rIdT4ClickFrame64" Type="http://schemas.openxmlformats.org/officeDocument/2006/relationships/image" Target="../media/pam_r2_501ca7b107cea07c_t4_click_501ca7b107cea07cd659bf54b4794ccba69504dec4b6feae776fed443ea02159.png"/><Relationship Id="rIdT4ClickFrame65" Type="http://schemas.openxmlformats.org/officeDocument/2006/relationships/image" Target="../media/pam_r2_78bc7655ca0682e0_t4_click_78bc7655ca0682e07b5652ce2d7fb8910f88701279c8f9e77801206c0dffc33e.png"/><Relationship Id="rIdT4ClickFrame66" Type="http://schemas.openxmlformats.org/officeDocument/2006/relationships/image" Target="../media/pam_r2_b76bdd97b2d606c1_t4_click_b76bdd97b2d606c143c513a3c01c7221b3100e5e48d44a7ff51d282cb0ba3ebd.png"/><Relationship Id="rIdT4ClickFrame67" Type="http://schemas.openxmlformats.org/officeDocument/2006/relationships/image" Target="../media/pam_r2_9648676414be693b_t4_click_9648676414be693b64ac310d0c009223a6034f9b5224582cbb0a2658649c1e7e.png"/><Relationship Id="rIdT4ClickFrame68" Type="http://schemas.openxmlformats.org/officeDocument/2006/relationships/image" Target="../media/pam_r2_957a03f880828519_t4_click_957a03f880828519cb6a2258d3c1fa986ead51688f5fbae7e46974fa3be1b794.png"/><Relationship Id="rIdT4ClickFrame69" Type="http://schemas.openxmlformats.org/officeDocument/2006/relationships/image" Target="../media/pam_r2_08f626f846418440_t4_click_08f626f84641844051450e0b8db0f127edf245fb78b2e5a06d5a737bf99de939.png"/><Relationship Id="rIdT4ClickFrame70" Type="http://schemas.openxmlformats.org/officeDocument/2006/relationships/image" Target="../media/pam_r2_de3f286dd0c9931b_t4_click_de3f286dd0c9931b1be90e540190e8b84954e9c6219a6a49c30fcf1ca0154d30.png"/><Relationship Id="rIdT4ClickFrame71" Type="http://schemas.openxmlformats.org/officeDocument/2006/relationships/image" Target="../media/pam_r2_55c9998ecb9eb62f_t4_click_55c9998ecb9eb62fd3baddd57c85583a5180c0fc91673048c629c5ea3226a36f.png"/><Relationship Id="rIdT4ClickFrame72" Type="http://schemas.openxmlformats.org/officeDocument/2006/relationships/image" Target="../media/pam_r2_ac0ca13c5eb735d8_t4_click_ac0ca13c5eb735d84b1c80370017fc9c7ccb64740acc91eded231a5790527d77.png"/><Relationship Id="rIdT4ClickFrame73" Type="http://schemas.openxmlformats.org/officeDocument/2006/relationships/image" Target="../media/pam_r2_4e3fe6e05b56e02e_t4_click_4e3fe6e05b56e02ebad795f2dcfc30d9d7b965865dc0ed8ea3440eeca8e0e61c.png"/><Relationship Id="rIdT4ClickFrame74" Type="http://schemas.openxmlformats.org/officeDocument/2006/relationships/image" Target="../media/pam_r2_14eb105596a191fd_t4_click_14eb105596a191fd1f6fdf6079b6a18d8dfc9eb4072dbcb3a58b4fa33ab52d05.png"/><Relationship Id="rIdT4ClickFrame75" Type="http://schemas.openxmlformats.org/officeDocument/2006/relationships/image" Target="../media/pam_r2_5bdf090258bdf7af_t4_click_5bdf090258bdf7af88900b5e57dd2735be41a27c64164c011d50193e2c85c0fe.png"/><Relationship Id="rIdT4ClickFrame76" Type="http://schemas.openxmlformats.org/officeDocument/2006/relationships/image" Target="../media/pam_r2_96df8b08e885b069_t4_click_96df8b08e885b069be36550bf05d9b51e3cbb2cfa98b29fb8056ca7a23f48a67.png"/><Relationship Id="rIdT4ClickFrame77" Type="http://schemas.openxmlformats.org/officeDocument/2006/relationships/image" Target="../media/pam_r2_03698bfab88721b0_t4_click_03698bfab88721b0cbac5c161949280dc7357075fa5ba095c8d85983a3a73530.png"/><Relationship Id="rIdT4ClickFrame78" Type="http://schemas.openxmlformats.org/officeDocument/2006/relationships/image" Target="../media/pam_r2_80cc23ec1535da66_t4_click_80cc23ec1535da663070e1b25adb94dcb68166ac8c841eabb1e1c0a4972b7fed.png"/><Relationship Id="rIdT4ClickFrame79" Type="http://schemas.openxmlformats.org/officeDocument/2006/relationships/image" Target="../media/pam_r2_87ec15e0211b6144_t4_click_87ec15e0211b61443dc36350953843a46e360e3a0f0f0380190e803e80c4aaf1.png"/><Relationship Id="rIdT4ClickFrame80" Type="http://schemas.openxmlformats.org/officeDocument/2006/relationships/image" Target="../media/pam_r2_c96a44911ba26965_t4_click_c96a44911ba26965e0a9439c87097fb55a7741a05d127004f4aee6a4cfd8de4c.png"/><Relationship Id="rIdT4ClickFrame81" Type="http://schemas.openxmlformats.org/officeDocument/2006/relationships/image" Target="../media/pam_r2_dfcff312f2c9383d_t4_click_dfcff312f2c9383d3aa7cad4ac5b47620d170a5fe0ebfbda4aca0307d24af6c5.png"/><Relationship Id="rIdT4ClickFrame82" Type="http://schemas.openxmlformats.org/officeDocument/2006/relationships/image" Target="../media/pam_r2_ba37c302a9f4a3d0_t4_click_ba37c302a9f4a3d08324524d0716b33cbb91ab65ae1946a65da61c24de4f0d7c.png"/><Relationship Id="rIdT4ClickFrame83" Type="http://schemas.openxmlformats.org/officeDocument/2006/relationships/image" Target="../media/pam_r2_0a14af123cc61e08_t4_click_0a14af123cc61e083718249d0862f0f9af3144fac47b9a4ffd815d7b98c5c0b8.png"/><Relationship Id="rIdT4ClickFrame84" Type="http://schemas.openxmlformats.org/officeDocument/2006/relationships/image" Target="../media/pam_r2_d0dea12d72ee252a_t4_click_d0dea12d72ee252a4211ba28040249fecacdeda6af02c97b2e32a7d2eae9f15f.png"/><Relationship Id="rIdT4ClickFrame85" Type="http://schemas.openxmlformats.org/officeDocument/2006/relationships/image" Target="../media/pam_r2_ffd6f61388dda579_t4_click_ffd6f61388dda5794ef6bf97918437316b48d1bf3bc92dae0e6606080a018db5.png"/><Relationship Id="rIdT4ClickFrame86" Type="http://schemas.openxmlformats.org/officeDocument/2006/relationships/image" Target="../media/pam_r2_bc83729b4360cb4a_t4_click_bc83729b4360cb4aba53c3021fa3d219b1d084529fb5cc5c8fa13f0b332a93fc.png"/><Relationship Id="rIdT4ClickFrame87" Type="http://schemas.openxmlformats.org/officeDocument/2006/relationships/image" Target="../media/pam_r2_092e185821d5e48b_t4_click_092e185821d5e48b34e78c9c352a5ba3e17de99056359191816176cf9d62aac8.png"/><Relationship Id="rIdT4ClickFrame88" Type="http://schemas.openxmlformats.org/officeDocument/2006/relationships/image" Target="../media/pam_r2_1e0a83fe669f73ca_t4_click_1e0a83fe669f73ca2ebaa9dbedfd7c601f33c32828c4896c85ae7aa1b723c163.png"/><Relationship Id="rIdT4ClickFrame89" Type="http://schemas.openxmlformats.org/officeDocument/2006/relationships/image" Target="../media/pam_r2_1d8b27506489a7c3_t4_click_1d8b27506489a7c3d18e81624d84dd290b3c72b496f99d00366bc87e8967a7ef.png"/><Relationship Id="rIdT4ClickFrame90" Type="http://schemas.openxmlformats.org/officeDocument/2006/relationships/image" Target="../media/pam_r2_39d1b85d5142484e_t4_click_39d1b85d5142484e6f33456b00f0ae90f8069e2c7b19760bbd29901eba97de7f.png"/></Relationships>
</file>

<file path=ppt/slides/_rels/slide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e26e9b10444a40aa"/><Relationship Type="http://schemas.openxmlformats.org/officeDocument/2006/relationships/image" Target="../media/pam_process_aee3e3741cefdf1f_image11.png" Id="R4e8bbbf5c5914e52"/><Relationship Type="http://schemas.openxmlformats.org/officeDocument/2006/relationships/image" Target="../media/pam_process_3d4b1f7af188cef0_image18.png" Id="R4bfcbcba61b14c82"/><Relationship Type="http://schemas.openxmlformats.org/officeDocument/2006/relationships/image" Target="../media/pam_process_4c068c9ea0e0f6e0_image19.png" Id="R3b1d6ac900534df1"/><Relationship Type="http://schemas.openxmlformats.org/officeDocument/2006/relationships/image" Target="../media/t4_prefix_21c719580f8e_t4_prefix_a2f7aa9f0e46_image21.png" Id="R722e7f592b1740ab"/><Relationship Type="http://schemas.openxmlformats.org/officeDocument/2006/relationships/image" Target="../media/pam_process_a54febadb59e6ed0_image21.png" Id="Rc515b0ae6deb4cd8"/><Relationship Type="http://schemas.openxmlformats.org/officeDocument/2006/relationships/image" Target="../media/t4_prefix_21c719580f8e_t4_prefix_a2f7aa9f0e46_image22.png" Id="R588cf53b83fd4bac"/><Relationship Type="http://schemas.openxmlformats.org/officeDocument/2006/relationships/image" Target="../media/pam_process_3ea9a9c955f60d7d_image23.png" Id="R424748db40474077"/><Relationship Type="http://schemas.openxmlformats.org/officeDocument/2006/relationships/image" Target="../media/image7.png" Id="R51a4c6cd42b34997"/><Relationship Type="http://schemas.openxmlformats.org/officeDocument/2006/relationships/notesSlide" Target="../notesSlides/pam_r2_a011e3186666ea3f_notesSlide2.xml" Id="Ra6a2f0b54a8c4d51"/><Relationship Id="rIdMathSvg0" Type="http://schemas.openxmlformats.org/officeDocument/2006/relationships/image" Target="../media/pam_r2_ae1b97d0030ce3a5_t4_ae1b97d0030ce3a5528086d5.svg"/><Relationship Id="rIdMathSvg1" Type="http://schemas.openxmlformats.org/officeDocument/2006/relationships/image" Target="../media/pam_r2_63c0cf8ced823639_t4_63c0cf8ced823639fd295747.svg"/><Relationship Id="rIdMathSvg2" Type="http://schemas.openxmlformats.org/officeDocument/2006/relationships/image" Target="../media/pam_r2_ac0f7ab605cfce7c_t4_ac0f7ab605cfce7c189e6fed.svg"/><Relationship Id="rIdMathSvg3" Type="http://schemas.openxmlformats.org/officeDocument/2006/relationships/image" Target="../media/pam_r2_fa9a798d0eb2e52e_t4_fa9a798d0eb2e52eef4cd77d.svg"/><Relationship Id="rIdMathSvg4" Type="http://schemas.openxmlformats.org/officeDocument/2006/relationships/image" Target="../media/pam_r2_914d89b0c39b521b_t4_914d89b0c39b521b34d2d6bb.svg"/><Relationship Id="rIdMathSvg5" Type="http://schemas.openxmlformats.org/officeDocument/2006/relationships/image" Target="../media/pam_r2_de15249505b2477b_t4_de15249505b2477b5cc9c43e.svg"/><Relationship Id="rIdMathSvg6" Type="http://schemas.openxmlformats.org/officeDocument/2006/relationships/image" Target="../media/pam_r2_8bc52911fb30fa79_t4_8bc52911fb30fa796a19401d.svg"/><Relationship Id="rIdMathSvg7" Type="http://schemas.openxmlformats.org/officeDocument/2006/relationships/image" Target="../media/pam_r2_5d41f7628eb2dec3_t4_5d41f7628eb2dec399ceda55.svg"/><Relationship Id="rIdNav0" Type="http://schemas.openxmlformats.org/officeDocument/2006/relationships/slide" Target="pam_process_1.xml"/><Relationship Id="rIdNav1" Type="http://schemas.openxmlformats.org/officeDocument/2006/relationships/slide" Target="pam_process_5.xml"/></Relationships>
</file>

<file path=ppt/slides/_rels/slide8.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1d0922d613454225"/><Relationship Type="http://schemas.openxmlformats.org/officeDocument/2006/relationships/image" Target="../media/pam_r2_0677df3a48cfc011_image38.png" Id="R4a54fe9c3374476e"/><Relationship Type="http://schemas.openxmlformats.org/officeDocument/2006/relationships/image" Target="../media/pam_r2_39e984c1b60476ba_image33.png" Id="Rb5c5c076dff040a5"/><Relationship Type="http://schemas.openxmlformats.org/officeDocument/2006/relationships/image" Target="../media/pam_r2_af24f18b04ad7a6f_image34.png" Id="Rb9b4a74c24f045f1"/><Relationship Type="http://schemas.openxmlformats.org/officeDocument/2006/relationships/image" Target="../media/pam_r2_5b994a237cea4e55_image35.png" Id="Rf6a2fd2519e74b59"/><Relationship Type="http://schemas.openxmlformats.org/officeDocument/2006/relationships/image" Target="../media/pam_r2_63b98d44101448c2_image36.png" Id="Rd8a32bc331d04c12"/><Relationship Type="http://schemas.openxmlformats.org/officeDocument/2006/relationships/image" Target="../media/pam_r2_1aea9d116598f4aa_image37.png" Id="Rc299a667bece4303"/><Relationship Type="http://schemas.openxmlformats.org/officeDocument/2006/relationships/image" Target="../media/pam_r2_b62bbd6aa07a4e0e_image38.png" Id="Rcb48a2adff1d49ca"/><Relationship Type="http://schemas.openxmlformats.org/officeDocument/2006/relationships/image" Target="../media/pam_r2_0648431ca5a84c81_image31.png" Id="Ra929eb1dc31f407a"/><Relationship Type="http://schemas.openxmlformats.org/officeDocument/2006/relationships/notesSlide" Target="../notesSlides/pam_r2_514f1d2b8e9d3df2_notesSlide6.xml" Id="Rc1a7fc6f9a3d4ece"/><Relationship Id="rIdMathSvg0" Type="http://schemas.openxmlformats.org/officeDocument/2006/relationships/image" Target="../media/pam_r2_c0c999c9eebe0344_t4_c0c999c9eebe034476c6f544.svg"/><Relationship Id="rIdMathSvg1" Type="http://schemas.openxmlformats.org/officeDocument/2006/relationships/image" Target="../media/pam_r2_6f0a7a69bf4f0716_t4_6f0a7a69bf4f0716558fa4cd.svg"/><Relationship Id="rIdMathSvg2" Type="http://schemas.openxmlformats.org/officeDocument/2006/relationships/image" Target="../media/pam_r2_979567938db2efd3_t4_979567938db2efd31ac22fd5.svg"/><Relationship Id="rIdMathSvg3" Type="http://schemas.openxmlformats.org/officeDocument/2006/relationships/image" Target="../media/pam_r2_3190f53868fc7ad3_t4_3190f53868fc7ad377eb0ccd.svg"/><Relationship Id="rIdMathSvg4" Type="http://schemas.openxmlformats.org/officeDocument/2006/relationships/image" Target="../media/pam_r2_a30ce878b89e42bc_t4_a30ce878b89e42bc1a298398.svg"/><Relationship Id="rIdMathSvg5" Type="http://schemas.openxmlformats.org/officeDocument/2006/relationships/image" Target="../media/pam_r2_a509981731491c29_t4_a509981731491c2982ac78f0.svg"/><Relationship Id="rIdMathSvg6" Type="http://schemas.openxmlformats.org/officeDocument/2006/relationships/image" Target="../media/pam_r2_b7f92b45b7578874_t4_b7f92b45b757887490c9b7b6.svg"/><Relationship Id="rIdMathSvg7" Type="http://schemas.openxmlformats.org/officeDocument/2006/relationships/image" Target="../media/pam_r2_886b039d6368eca0_t4_886b039d6368eca0e6ed9571.svg"/><Relationship Id="rIdNav0" Type="http://schemas.openxmlformats.org/officeDocument/2006/relationships/slide" Target="pam_process_1.xml"/><Relationship Id="rIdNav1" Type="http://schemas.openxmlformats.org/officeDocument/2006/relationships/slide" Target="slide9.xml"/><Relationship Id="rIdNav2" Type="http://schemas.openxmlformats.org/officeDocument/2006/relationships/slide" Target="pam_process_5.xml"/></Relationships>
</file>

<file path=ppt/slides/_rels/slide9.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4252c1a33b1d4ff5"/><Relationship Type="http://schemas.openxmlformats.org/officeDocument/2006/relationships/image" Target="../media/pam_r2_526692d8ab510c84_image58.png" Id="R50be400dd2384512"/><Relationship Type="http://schemas.openxmlformats.org/officeDocument/2006/relationships/image" Target="../media/pam_r2_f98ac59c5616039f_image59.png" Id="Ra7d656f6c66f4295"/><Relationship Type="http://schemas.openxmlformats.org/officeDocument/2006/relationships/image" Target="../media/pam_r2_b39fcffd130b98c0_image6.png" Id="R757a58342d0e42df"/><Relationship Type="http://schemas.openxmlformats.org/officeDocument/2006/relationships/image" Target="../media/image72.png" Id="R8da88af4de794738"/><Relationship Type="http://schemas.openxmlformats.org/officeDocument/2006/relationships/image" Target="../media/pam_r2_b39fcffd130b98c0_image6.png" Id="Rcf90c235aec5498a"/><Relationship Type="http://schemas.openxmlformats.org/officeDocument/2006/relationships/image" Target="../media/pam_r2_1cac3b386e11f0e9_image7.png" Id="R291bbfa8de3e41f6"/><Relationship Type="http://schemas.openxmlformats.org/officeDocument/2006/relationships/image" Target="../media/pam_r2_85c12f5c79c478a9_image25.png" Id="Rad505df3179e496c"/><Relationship Type="http://schemas.openxmlformats.org/officeDocument/2006/relationships/image" Target="../media/pam_r2_c98db7069a040be0_image44.png" Id="Ra4f705e7ef8b45d6"/><Relationship Type="http://schemas.openxmlformats.org/officeDocument/2006/relationships/image" Target="../media/pam_r2_0677df3a48cfc011_image38.png" Id="R022e358575c04018"/><Relationship Type="http://schemas.openxmlformats.org/officeDocument/2006/relationships/image" Target="../media/pam_r2_08522946100003f0_image32.png" Id="R04655e0ba9a4468a"/><Relationship Type="http://schemas.openxmlformats.org/officeDocument/2006/relationships/image" Target="../media/pam_r2_c95d1d29e1b08a1b_image46.png" Id="Rc9818b213275458f"/><Relationship Type="http://schemas.openxmlformats.org/officeDocument/2006/relationships/image" Target="../media/pam_r2_375972008773ad4d_image21.png" Id="R7b44d6e1b400473d"/><Relationship Type="http://schemas.openxmlformats.org/officeDocument/2006/relationships/notesSlide" Target="../notesSlides/pam_r2_69afd0355267864c_notesSlide7.xml" Id="R04542cbd083c4d18"/><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308e8932e1cee54c_t4_308e8932e1cee54c6cc8f87c.svg"/><Relationship Id="rIdMathSvg6" Type="http://schemas.openxmlformats.org/officeDocument/2006/relationships/image" Target="../media/pam_r2_c0c999c9eebe0344_t4_c0c999c9eebe034476c6f544.svg"/><Relationship Id="rIdMathSvg7" Type="http://schemas.openxmlformats.org/officeDocument/2006/relationships/image" Target="../media/pam_r2_a7adb60f4e15492d_t4_a7adb60f4e15492d74d4756e.svg"/><Relationship Id="rIdMathSvg8" Type="http://schemas.openxmlformats.org/officeDocument/2006/relationships/image" Target="../media/pam_r2_1edca3057f3c48b6_t4_1edca3057f3c48b6d451abf7.svg"/><Relationship Id="rIdMathSvg9" Type="http://schemas.openxmlformats.org/officeDocument/2006/relationships/image" Target="../media/pam_r2_05b5da761cdc68d8_t4_05b5da761cdc68d8607a09ae.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slide10.xml"/><Relationship Id="rIdNav6" Type="http://schemas.openxmlformats.org/officeDocument/2006/relationships/slide" Target="pam_process_5.xml"/><Relationship Id="rIdT4ClickFrame1" Type="http://schemas.openxmlformats.org/officeDocument/2006/relationships/image" Target="../media/pam_r2_526692d8ab510c84_image58.png"/><Relationship Id="rIdT4ClickFrame2" Type="http://schemas.openxmlformats.org/officeDocument/2006/relationships/image" Target="../media/pam_r2_993287993555dc4b_t4_click_993287993555dc4b1def1342d99c9cae30c7d2906c33c0a62cc36a327f14a918.png"/><Relationship Id="rIdT4ClickFrame3" Type="http://schemas.openxmlformats.org/officeDocument/2006/relationships/image" Target="../media/pam_r2_3125fefa02206691_t4_click_3125fefa022066916d40d2c881481d5e3081fa9b9544c0f78f6b1218d137293d.png"/><Relationship Id="rIdT4ClickFrame4" Type="http://schemas.openxmlformats.org/officeDocument/2006/relationships/image" Target="../media/pam_r2_af2d44292dbe625a_t4_click_af2d44292dbe625af1d57b3c3453fb13d2f416b81dda9debfd751e9dfcf439a9.png"/><Relationship Id="rIdT4ClickFrame5" Type="http://schemas.openxmlformats.org/officeDocument/2006/relationships/image" Target="../media/pam_r2_35c86b5b807d2fb2_t4_click_35c86b5b807d2fb26f7498291f15f6ccc46b974dbf972e40f31a6210bebfd1c8.png"/><Relationship Id="rIdT4ClickFrame6" Type="http://schemas.openxmlformats.org/officeDocument/2006/relationships/image" Target="../media/pam_r2_7d7ed1c960af6c87_t4_click_7d7ed1c960af6c8772e9b943e24f04ea7782e7fddc154a36f34ae974e6f7b474.png"/><Relationship Id="rIdT4ClickFrame7" Type="http://schemas.openxmlformats.org/officeDocument/2006/relationships/image" Target="../media/pam_r2_af83ff220d420e29_t4_click_af83ff220d420e294482b8d5138d5c761b2964913a97b0cf792527bf31c5fef5.png"/><Relationship Id="rIdT4ClickFrame8" Type="http://schemas.openxmlformats.org/officeDocument/2006/relationships/image" Target="../media/pam_r2_a873dd6fb07b4e3c_t4_click_a873dd6fb07b4e3c2009ef74570d2da4d0e6d48bae29d4f11c7268fc2df3cb59.png"/><Relationship Id="rIdT4ClickFrame9" Type="http://schemas.openxmlformats.org/officeDocument/2006/relationships/image" Target="../media/pam_r2_224584a91c77d035_t4_click_224584a91c77d0353e9281766b1e034ed5a1d11d56319215e98995804eaa014e.png"/><Relationship Id="rIdT4ClickFrame10" Type="http://schemas.openxmlformats.org/officeDocument/2006/relationships/image" Target="../media/pam_r2_01d5e7715fa750eb_t4_click_01d5e7715fa750ebbd475c04d0c12c3e58d1e0771819aa99f8d62df23ca44a6e.png"/><Relationship Id="rIdT4ClickFrame11" Type="http://schemas.openxmlformats.org/officeDocument/2006/relationships/image" Target="../media/pam_r2_cc950ff92f94f031_t4_click_cc950ff92f94f031cbdbc374ee30af3cc1779e68d61e8eaadd1fd8daab771d13.png"/><Relationship Id="rIdT4ClickFrame12" Type="http://schemas.openxmlformats.org/officeDocument/2006/relationships/image" Target="../media/pam_r2_0d44ab9f115e57c3_t4_click_0d44ab9f115e57c38ac4f14109c985c9a38e7e7a00e4a85f3ca2e193f79e5760.png"/><Relationship Id="rIdT4ClickFrame13" Type="http://schemas.openxmlformats.org/officeDocument/2006/relationships/image" Target="../media/pam_r2_c4ffa21bf6a2429c_t4_click_c4ffa21bf6a2429c939451d2ec73a90b6a76ec12d0afa47404f1b52338473661.png"/><Relationship Id="rIdT4ClickFrame14" Type="http://schemas.openxmlformats.org/officeDocument/2006/relationships/image" Target="../media/pam_r2_0cfaa60667bf63af_t4_click_0cfaa60667bf63af36fb4997e18319e5bcbca7474171f78a012c038768884ab1.png"/><Relationship Id="rIdT4ClickFrame15" Type="http://schemas.openxmlformats.org/officeDocument/2006/relationships/image" Target="../media/pam_r2_5db9bea9130453e7_t4_click_5db9bea9130453e7777d238f6e15d40df8732d9de5d37e406f9f00a655435ced.png"/><Relationship Id="rIdT4ClickFrame16" Type="http://schemas.openxmlformats.org/officeDocument/2006/relationships/image" Target="../media/pam_r2_a4caf51b92f60485_t4_click_a4caf51b92f604850e3e54a881dce28ad963b5f1c44e3f8d90c10a75ced6dd0d.png"/><Relationship Id="rIdT4ClickFrame17" Type="http://schemas.openxmlformats.org/officeDocument/2006/relationships/image" Target="../media/pam_r2_a2e0cc402db40507_t4_click_a2e0cc402db405079f3a952efb2b8fa4d693124c0e4c91b7e9f27013d0d48238.png"/><Relationship Id="rIdT4ClickFrame18" Type="http://schemas.openxmlformats.org/officeDocument/2006/relationships/image" Target="../media/pam_r2_dc79ff68614f4bac_t4_click_dc79ff68614f4bac5a1839e7f5c9c0af8f79538fc9f16ac5611fd4c4d33d0ca2.png"/><Relationship Id="rIdT4ClickFrame19" Type="http://schemas.openxmlformats.org/officeDocument/2006/relationships/image" Target="../media/pam_r2_96bb9db8eebc9562_t4_click_96bb9db8eebc9562bebe8f15746134151b034e3541e6f63eca45fce608edccf8.png"/><Relationship Id="rIdT4ClickFrame20" Type="http://schemas.openxmlformats.org/officeDocument/2006/relationships/image" Target="../media/pam_r2_3a83ab19a43e7273_t4_click_3a83ab19a43e72739dd60e0aebbd14354c18f4c20dce3a08907bb1b89f374fcb.png"/><Relationship Id="rIdT4ClickFrame21" Type="http://schemas.openxmlformats.org/officeDocument/2006/relationships/image" Target="../media/pam_r2_ff0d22abce0af2b1_t4_click_ff0d22abce0af2b13472a80a5ccfeccfe6991d3d4cc9398bd212877cba036a81.png"/><Relationship Id="rIdT4ClickFrame22" Type="http://schemas.openxmlformats.org/officeDocument/2006/relationships/image" Target="../media/pam_r2_4cd8b0bd48feb87b_t4_click_4cd8b0bd48feb87b151509aacaa8b0796866b9c22e96c9285f6587af979e6300.png"/><Relationship Id="rIdT4ClickFrame23" Type="http://schemas.openxmlformats.org/officeDocument/2006/relationships/image" Target="../media/pam_r2_700a8b233684a346_t4_click_700a8b233684a346a6ec5b5c391e413ccb49e4af9b4dc190821d6ca75eff6f83.png"/><Relationship Id="rIdT4ClickFrame24" Type="http://schemas.openxmlformats.org/officeDocument/2006/relationships/image" Target="../media/pam_r2_7e648c0147995ecb_t4_click_7e648c0147995ecb199eb0b59d522709c8f5128a402439a015f11022341a95c3.png"/><Relationship Id="rIdT4ClickFrame25" Type="http://schemas.openxmlformats.org/officeDocument/2006/relationships/image" Target="../media/pam_r2_57b0f9c922e989c9_t4_click_57b0f9c922e989c9658df0e3ce105139661307ce7d5a86c870c24e5b50d7b51d.png"/><Relationship Id="rIdT4ClickFrame26" Type="http://schemas.openxmlformats.org/officeDocument/2006/relationships/image" Target="../media/pam_r2_a437d4c35a78401a_t4_click_a437d4c35a78401afb9216128a18b29d63f275a4586e2dc442904af89daf2ddb.png"/><Relationship Id="rIdT4ClickFrame27" Type="http://schemas.openxmlformats.org/officeDocument/2006/relationships/image" Target="../media/pam_r2_dfd6647c7fd3a384_t4_click_dfd6647c7fd3a3842b3d3659b5bbfd07b8091afe139782344b4d4d481db82a6d.png"/><Relationship Id="rIdT4ClickFrame28" Type="http://schemas.openxmlformats.org/officeDocument/2006/relationships/image" Target="../media/pam_r2_2e6346dfc7bf02ac_t4_click_2e6346dfc7bf02ac23a4e092974e143a1fb3a5ee3416dbbf850dc9bda64fe065.png"/><Relationship Id="rIdT4ClickFrame29" Type="http://schemas.openxmlformats.org/officeDocument/2006/relationships/image" Target="../media/pam_r2_e0b2405447b5b41e_t4_click_e0b2405447b5b41ea526e59df53ceb4efd49a29a31420eef8b23657c17b2c91f.png"/><Relationship Id="rIdT4ClickFrame30" Type="http://schemas.openxmlformats.org/officeDocument/2006/relationships/image" Target="../media/pam_r2_f98ac59c5616039f_image59.png"/><Relationship Id="rIdT4ClickFrame31" Type="http://schemas.openxmlformats.org/officeDocument/2006/relationships/image" Target="../media/pam_r2_d2be9720e6f7a7a1_t4_click_d2be9720e6f7a7a1e10ca70bf95abc852d8da834a372fa73ebc1a0e2102f51bb.png"/><Relationship Id="rIdT4ClickFrame32" Type="http://schemas.openxmlformats.org/officeDocument/2006/relationships/image" Target="../media/pam_r2_6af285fc04b29add_t4_click_6af285fc04b29addb2195f4ec9762676e4e5fb2fa825eb7e92c4441c2f01daa8.png"/><Relationship Id="rIdT4ClickFrame33" Type="http://schemas.openxmlformats.org/officeDocument/2006/relationships/image" Target="../media/pam_r2_13a9ab5212e0b3f3_t4_click_13a9ab5212e0b3f36854f0be789a02b57c9c514ce07641002d429138dc4a86ab.png"/><Relationship Id="rIdT4ClickFrame34" Type="http://schemas.openxmlformats.org/officeDocument/2006/relationships/image" Target="../media/pam_r2_f9badfd63cb91329_t4_click_f9badfd63cb91329d5ed9d5f1b598dfcb9403a577ed36b37a5e8c03885b029da.png"/><Relationship Id="rIdT4ClickFrame35" Type="http://schemas.openxmlformats.org/officeDocument/2006/relationships/image" Target="../media/pam_r2_39a6cef2dffbb432_t4_click_39a6cef2dffbb43240df22427c380c9ced72d389a2e89ab1e55e5ff4aeb3db12.png"/><Relationship Id="rIdT4ClickFrame36" Type="http://schemas.openxmlformats.org/officeDocument/2006/relationships/image" Target="../media/pam_r2_bc5478412c2755c0_t4_click_bc5478412c2755c02029c440acbc0400ce3226a171c6ed3a0b010daec59b3cd9.png"/><Relationship Id="rIdT4ClickFrame37" Type="http://schemas.openxmlformats.org/officeDocument/2006/relationships/image" Target="../media/pam_r2_efbf32e5e9fa967c_t4_click_efbf32e5e9fa967cba69cf19730c9c8dc4e9a66e49c10d12ad06bd52a0d5287a.png"/><Relationship Id="rIdT4ClickFrame38" Type="http://schemas.openxmlformats.org/officeDocument/2006/relationships/image" Target="../media/pam_r2_8364bda9a994a06d_t4_click_8364bda9a994a06da4dd72adcab777d1e7349d7ff82336dead60511077bf67a1.png"/><Relationship Id="rIdT4ClickFrame39" Type="http://schemas.openxmlformats.org/officeDocument/2006/relationships/image" Target="../media/pam_r2_6031690f3d8e692a_t4_click_6031690f3d8e692ae4207fb3c4ecdc3a81ca983a81dc580b0fb6ed0046cffe68.png"/><Relationship Id="rIdT4ClickFrame40" Type="http://schemas.openxmlformats.org/officeDocument/2006/relationships/image" Target="../media/pam_r2_d466129e3ef8e41e_t4_click_d466129e3ef8e41ef113e3a519c4ec159eae1cf01eaa36aaca600e0b50c923b6.png"/><Relationship Id="rIdT4ClickFrame41" Type="http://schemas.openxmlformats.org/officeDocument/2006/relationships/image" Target="../media/pam_r2_dadf161119cc0d52_t4_click_dadf161119cc0d5228679479adc93a7934df92def2d0c3cf0897a9bdb138c1ca.png"/><Relationship Id="rIdT4ClickFrame42" Type="http://schemas.openxmlformats.org/officeDocument/2006/relationships/image" Target="../media/pam_r2_14b26d429d35dc15_t4_click_14b26d429d35dc1552d2ded5949829fd376c1aae4aa85e5b59d3c75ebfe3aa7c.png"/><Relationship Id="rIdT4ClickFrame43" Type="http://schemas.openxmlformats.org/officeDocument/2006/relationships/image" Target="../media/pam_r2_8155db1ce1e317ff_t4_click_8155db1ce1e317ffa74bf641cc97c843dcad52cfd9998274094df7befaea7960.png"/><Relationship Id="rIdT4ClickFrame44" Type="http://schemas.openxmlformats.org/officeDocument/2006/relationships/image" Target="../media/pam_r2_ca3003b4f4ccb8d6_t4_click_ca3003b4f4ccb8d6579bb4e56b3acd7966ac791cde6311d17823096e53e870d1.png"/><Relationship Id="rIdT4ClickFrame45" Type="http://schemas.openxmlformats.org/officeDocument/2006/relationships/image" Target="../media/pam_r2_e7a1d99536d5d625_t4_click_e7a1d99536d5d625040ac5d9d92f3ead00e875cb9f39d7c97590bb4fbcf5b798.png"/><Relationship Id="rIdT4ClickFrame46" Type="http://schemas.openxmlformats.org/officeDocument/2006/relationships/image" Target="../media/pam_r2_f12be8cb58c11793_t4_click_f12be8cb58c11793315ff55b78c3a5985a646c9f6d709138be7c5ff9d7513110.png"/><Relationship Id="rIdT4ClickFrame47" Type="http://schemas.openxmlformats.org/officeDocument/2006/relationships/image" Target="../media/pam_r2_01e6b67dc3cda7d7_t4_click_01e6b67dc3cda7d71cdbb567ab9aa18ced22abfb193919de133132e95ea371c8.png"/><Relationship Id="rIdT4ClickFrame48" Type="http://schemas.openxmlformats.org/officeDocument/2006/relationships/image" Target="../media/pam_r2_42ae9756a22e8d4c_t4_click_42ae9756a22e8d4c268eab61d5204f5e6f3a1ab4d4d8407fa9c7ef74dcf34084.png"/><Relationship Id="rIdT4ClickFrame49" Type="http://schemas.openxmlformats.org/officeDocument/2006/relationships/image" Target="../media/pam_r2_41c23033e55c0f52_t4_click_41c23033e55c0f520aa44eb35bb50ec4254a5ab78dd03f12fdf957d5e29472fa.png"/><Relationship Id="rIdT4ClickFrame50" Type="http://schemas.openxmlformats.org/officeDocument/2006/relationships/image" Target="../media/pam_r2_67b786944c85ffc4_t4_click_67b786944c85ffc4b45b472330829a8684a3e2dbbfeae2502250475d87ee4e7b.png"/><Relationship Id="rIdT4ClickFrame51" Type="http://schemas.openxmlformats.org/officeDocument/2006/relationships/image" Target="../media/pam_r2_c9ccd9475a2e6791_t4_click_c9ccd9475a2e6791dc62d9f5de944d81467efb35ae6746cde260b0fb882fcfb8.png"/><Relationship Id="rIdT4ClickFrame52" Type="http://schemas.openxmlformats.org/officeDocument/2006/relationships/image" Target="../media/pam_r2_34a3902b856ecb52_t4_click_34a3902b856ecb5268d57c2370d04da23eb56d6656dcd5fa2d165a85c430cc3b.png"/><Relationship Id="rIdT4ClickFrame53" Type="http://schemas.openxmlformats.org/officeDocument/2006/relationships/image" Target="../media/pam_r2_c46ebf870ac8d05a_t4_click_c46ebf870ac8d05a0a2669ab09d0b67fbf94c02e685f7820e1941c89471798b9.png"/><Relationship Id="rIdT4ClickFrame54" Type="http://schemas.openxmlformats.org/officeDocument/2006/relationships/image" Target="../media/pam_r2_af6bc8fbdb39cf80_t4_click_af6bc8fbdb39cf80a145afae6b0027c17dbf6cc31c9219b802da1af210d7fed9.png"/><Relationship Id="rIdT4ClickFrame55" Type="http://schemas.openxmlformats.org/officeDocument/2006/relationships/image" Target="../media/pam_r2_942b291c373aaceb_t4_click_942b291c373aaceb357020c5a3443ba43932a487bc0cadfadb0948119a772d9a.png"/><Relationship Id="rIdT4ClickFrame56" Type="http://schemas.openxmlformats.org/officeDocument/2006/relationships/image" Target="../media/pam_r2_36c04f5f442d34d1_t4_click_36c04f5f442d34d10b59aa72e7157aca5633b48dffee21f9e8b94cc43bfc5ec5.png"/><Relationship Id="rIdT4ClickFrame57" Type="http://schemas.openxmlformats.org/officeDocument/2006/relationships/image" Target="../media/pam_r2_5262e669a8065c87_t4_click_5262e669a8065c8782dbd3858c03a5dc0134fd69582c9058b41f9eb38cd9a1cf.png"/><Relationship Id="rIdT4ClickFrame58" Type="http://schemas.openxmlformats.org/officeDocument/2006/relationships/image" Target="../media/pam_r2_c867ab43a6c79db1_t4_click_c867ab43a6c79db1004fbf47f59987f59d128782c1bb4c81c763ad088b90dd23.png"/></Relationships>
</file>

<file path=ppt/slides/_rels/slide10.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1d28803552464131"/><Relationship Type="http://schemas.openxmlformats.org/officeDocument/2006/relationships/image" Target="../media/t4_prefix_21c719580f8e_t4_prefix_a2f7aa9f0e46_image42.png" Id="R816e674863ec4481"/><Relationship Type="http://schemas.openxmlformats.org/officeDocument/2006/relationships/image" Target="../media/t4_prefix_21c719580f8e_t4_prefix_a2f7aa9f0e46_image43.png" Id="R8ca1a2fd056a4063"/><Relationship Type="http://schemas.openxmlformats.org/officeDocument/2006/relationships/image" Target="../media/pam_r2_b39fcffd130b98c0_image6.png" Id="Rfd335a6dfa334b32"/><Relationship Type="http://schemas.openxmlformats.org/officeDocument/2006/relationships/image" Target="../media/image72.png" Id="Rb99397e20ecf41d6"/><Relationship Type="http://schemas.openxmlformats.org/officeDocument/2006/relationships/image" Target="../media/pam_r2_b39fcffd130b98c0_image6.png" Id="R431ed85de612424a"/><Relationship Type="http://schemas.openxmlformats.org/officeDocument/2006/relationships/image" Target="../media/pam_r2_1cac3b386e11f0e9_image7.png" Id="Rc43af948f9e74c7e"/><Relationship Type="http://schemas.openxmlformats.org/officeDocument/2006/relationships/image" Target="../media/pam_r2_85c12f5c79c478a9_image25.png" Id="R8421d2850a504650"/><Relationship Type="http://schemas.openxmlformats.org/officeDocument/2006/relationships/image" Target="../media/pam_r2_c98db7069a040be0_image44.png" Id="Rca143bf7d01b48bd"/><Relationship Type="http://schemas.openxmlformats.org/officeDocument/2006/relationships/image" Target="../media/pam_r2_0677df3a48cfc011_image38.png" Id="Rb457ab4c5cd14e53"/><Relationship Type="http://schemas.openxmlformats.org/officeDocument/2006/relationships/image" Target="../media/pam_r2_4143406fc29ae895_image85.png" Id="R8201daf04da54485"/><Relationship Type="http://schemas.openxmlformats.org/officeDocument/2006/relationships/image" Target="../media/pam_process_508b52a5b8f54b2a_image51.png" Id="R12587c6d15dd4bbf"/><Relationship Type="http://schemas.openxmlformats.org/officeDocument/2006/relationships/image" Target="../media/t4_prefix_21c719580f8e_t4_prefix_a2f7aa9f0e46_image123.png" Id="Rcf0dc604c55649b5"/><Relationship Type="http://schemas.openxmlformats.org/officeDocument/2006/relationships/notesSlide" Target="../notesSlides/pam_r2_a700e06728285029_notesSlide9.xml" Id="R2504b6e5c9af4a0d"/><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308e8932e1cee54c_t4_308e8932e1cee54c6cc8f87c.svg"/><Relationship Id="rIdMathSvg6" Type="http://schemas.openxmlformats.org/officeDocument/2006/relationships/image" Target="../media/pam_r2_c0c999c9eebe0344_t4_c0c999c9eebe034476c6f544.svg"/><Relationship Id="rIdMathSvg7" Type="http://schemas.openxmlformats.org/officeDocument/2006/relationships/image" Target="../media/pam_r2_8ac6d99a3af8af3a_t4_8ac6d99a3af8af3a0d6a6f5c.svg"/><Relationship Id="rIdMathSvg8" Type="http://schemas.openxmlformats.org/officeDocument/2006/relationships/image" Target="../media/pam_r2_f373651a18a4de1a_t4_f373651a18a4de1a4b058fc6.svg"/><Relationship Id="rIdMathSvg9" Type="http://schemas.openxmlformats.org/officeDocument/2006/relationships/image" Target="../media/pam_r2_25fb6191cea5db6e_t4_25fb6191cea5db6ea812fc79.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T4ClickFrame1" Type="http://schemas.openxmlformats.org/officeDocument/2006/relationships/image" Target="../media/t4_prefix_21c719580f8e_t4_prefix_a2f7aa9f0e46_image42.png"/><Relationship Id="rIdT4ClickFrame2" Type="http://schemas.openxmlformats.org/officeDocument/2006/relationships/image" Target="../media/t4_prefix_21c719580f8e_t4_prefix_a2f7aa9f0e46_t4_click_48668cacc76ff4e98d8d8f47fb31ad023df51f507fcccb430356858e74d7a7a9.png"/><Relationship Id="rIdT4ClickFrame3" Type="http://schemas.openxmlformats.org/officeDocument/2006/relationships/image" Target="../media/t4_prefix_21c719580f8e_t4_prefix_a2f7aa9f0e46_t4_click_185cdd5475185fdfe63b9303f2cc534e4653d5de81e396989e73c2bdcf292e2d.png"/><Relationship Id="rIdT4ClickFrame4" Type="http://schemas.openxmlformats.org/officeDocument/2006/relationships/image" Target="../media/t4_prefix_21c719580f8e_t4_prefix_a2f7aa9f0e46_t4_click_22f4475fedd492189f4c877ab840eaec296ad1328fc3d1a4e29c031be96e04cc.png"/><Relationship Id="rIdT4ClickFrame5" Type="http://schemas.openxmlformats.org/officeDocument/2006/relationships/image" Target="../media/t4_prefix_21c719580f8e_t4_prefix_a2f7aa9f0e46_t4_click_6204a3ad0146a0b3b2c35894f2391411289859acfbe019a8e270f09b722c86d7.png"/><Relationship Id="rIdT4ClickFrame6" Type="http://schemas.openxmlformats.org/officeDocument/2006/relationships/image" Target="../media/t4_prefix_21c719580f8e_t4_prefix_a2f7aa9f0e46_t4_click_b204be9123ab637cc3ea9d3c15dcc627285504034f0a604c93fad17415ea680b.png"/><Relationship Id="rIdT4ClickFrame7" Type="http://schemas.openxmlformats.org/officeDocument/2006/relationships/image" Target="../media/t4_prefix_21c719580f8e_t4_prefix_a2f7aa9f0e46_t4_click_c4ce079fe8d66de3b8884da521962de71d1f815247ee678db1b2d40f66927f92.png"/><Relationship Id="rIdT4ClickFrame8" Type="http://schemas.openxmlformats.org/officeDocument/2006/relationships/image" Target="../media/t4_prefix_21c719580f8e_t4_prefix_a2f7aa9f0e46_t4_click_64a659fc7e4a18020895970da5c376d3f638db631e184529692c1595b066639c.png"/><Relationship Id="rIdT4ClickFrame9" Type="http://schemas.openxmlformats.org/officeDocument/2006/relationships/image" Target="../media/t4_prefix_21c719580f8e_t4_prefix_a2f7aa9f0e46_t4_click_8e9fdb93a276c234a5764b5c408c87b56eae26f98280b072ef16a81c3a15a337.png"/><Relationship Id="rIdT4ClickFrame10" Type="http://schemas.openxmlformats.org/officeDocument/2006/relationships/image" Target="../media/t4_prefix_21c719580f8e_t4_prefix_a2f7aa9f0e46_t4_click_b8c1e6be676156d20bb8b65f4a154906847a14e55bdd9482a9766e9abc89d0a1.png"/><Relationship Id="rIdT4ClickFrame11" Type="http://schemas.openxmlformats.org/officeDocument/2006/relationships/image" Target="../media/t4_prefix_21c719580f8e_t4_prefix_a2f7aa9f0e46_t4_click_0bb9cdd4487a1ece62a79a0be446b848321577a6cd34ef76585adade0f64a729.png"/><Relationship Id="rIdT4ClickFrame12" Type="http://schemas.openxmlformats.org/officeDocument/2006/relationships/image" Target="../media/t4_prefix_21c719580f8e_t4_prefix_a2f7aa9f0e46_t4_click_ba39d5ce77b19fb2e49a62ff497c2a0e2f05179a46cda480663733c1bbf8c136.png"/><Relationship Id="rIdT4ClickFrame13" Type="http://schemas.openxmlformats.org/officeDocument/2006/relationships/image" Target="../media/t4_prefix_21c719580f8e_t4_prefix_a2f7aa9f0e46_t4_click_a554c94f5f883a192b9a6303cb53ceb6b7e0843694196bc3260e42da2ce054f3.png"/><Relationship Id="rIdT4ClickFrame14" Type="http://schemas.openxmlformats.org/officeDocument/2006/relationships/image" Target="../media/t4_prefix_21c719580f8e_t4_prefix_a2f7aa9f0e46_t4_click_65ffe508a27dcf55615cdacf06339f73b05236817770cb6de1b528159d7b10ce.png"/><Relationship Id="rIdT4ClickFrame15" Type="http://schemas.openxmlformats.org/officeDocument/2006/relationships/image" Target="../media/t4_prefix_21c719580f8e_t4_prefix_a2f7aa9f0e46_t4_click_dff0e37077e0e6389726328dd48bb04fb6ed963510f90a624704e33b8726d219.png"/><Relationship Id="rIdT4ClickFrame16" Type="http://schemas.openxmlformats.org/officeDocument/2006/relationships/image" Target="../media/t4_prefix_21c719580f8e_t4_prefix_a2f7aa9f0e46_t4_click_babb1aab8d46a931eabb68eca089580d929f1467acaa61c87b8b2295bb3a476d.png"/><Relationship Id="rIdT4ClickFrame17" Type="http://schemas.openxmlformats.org/officeDocument/2006/relationships/image" Target="../media/t4_prefix_21c719580f8e_t4_prefix_a2f7aa9f0e46_t4_click_566532c65de176cc408e26c2e8560eb1e6ef7b2cd1b10e17f3ee2e3b417ba955.png"/><Relationship Id="rIdT4ClickFrame18" Type="http://schemas.openxmlformats.org/officeDocument/2006/relationships/image" Target="../media/t4_prefix_21c719580f8e_t4_prefix_a2f7aa9f0e46_t4_click_ea25652ff9418ca366cdad70f728aaeb714bce97493bc29e4bbea53f02056d51.png"/><Relationship Id="rIdT4ClickFrame19" Type="http://schemas.openxmlformats.org/officeDocument/2006/relationships/image" Target="../media/t4_prefix_21c719580f8e_t4_prefix_a2f7aa9f0e46_t4_click_a044847dd5d54ea8e1381c7bfdec8af7a3cdd92f11a9a3e6af316d6335957218.png"/><Relationship Id="rIdT4ClickFrame20" Type="http://schemas.openxmlformats.org/officeDocument/2006/relationships/image" Target="../media/t4_prefix_21c719580f8e_t4_prefix_a2f7aa9f0e46_t4_click_247086a43ed086245860006bb96502ef78602c8deb034b0b744207099ae58fa0.png"/><Relationship Id="rIdT4ClickFrame21" Type="http://schemas.openxmlformats.org/officeDocument/2006/relationships/image" Target="../media/t4_prefix_21c719580f8e_t4_prefix_a2f7aa9f0e46_t4_click_5513c1bedbef886a113f6b7395c474c99ae0f6342d01d8b6d25474f5bf796846.png"/><Relationship Id="rIdT4ClickFrame22" Type="http://schemas.openxmlformats.org/officeDocument/2006/relationships/image" Target="../media/t4_prefix_21c719580f8e_t4_prefix_a2f7aa9f0e46_t4_click_c3d0eb6b22a13127ea6391384d85ff8bc857ce0823f6fbdbf9b44eb0aeefde6d.png"/><Relationship Id="rIdT4ClickFrame23" Type="http://schemas.openxmlformats.org/officeDocument/2006/relationships/image" Target="../media/t4_prefix_21c719580f8e_t4_prefix_a2f7aa9f0e46_image43.png"/><Relationship Id="rIdT4ClickFrame24" Type="http://schemas.openxmlformats.org/officeDocument/2006/relationships/image" Target="../media/t4_prefix_21c719580f8e_t4_prefix_a2f7aa9f0e46_image43.png"/><Relationship Id="rIdT4ClickFrame25" Type="http://schemas.openxmlformats.org/officeDocument/2006/relationships/image" Target="../media/t4_prefix_21c719580f8e_t4_prefix_a2f7aa9f0e46_image43.png"/><Relationship Id="rIdT4ClickFrame26" Type="http://schemas.openxmlformats.org/officeDocument/2006/relationships/image" Target="../media/t4_prefix_21c719580f8e_t4_prefix_a2f7aa9f0e46_image43.png"/><Relationship Id="rIdT4ClickFrame27" Type="http://schemas.openxmlformats.org/officeDocument/2006/relationships/image" Target="../media/t4_prefix_21c719580f8e_t4_prefix_a2f7aa9f0e46_image43.png"/><Relationship Id="rIdT4ClickFrame28" Type="http://schemas.openxmlformats.org/officeDocument/2006/relationships/image" Target="../media/t4_prefix_21c719580f8e_t4_prefix_a2f7aa9f0e46_image43.png"/><Relationship Id="rIdT4ClickFrame29" Type="http://schemas.openxmlformats.org/officeDocument/2006/relationships/image" Target="../media/t4_prefix_21c719580f8e_t4_prefix_a2f7aa9f0e46_image43.png"/><Relationship Id="rIdT4ClickFrame30" Type="http://schemas.openxmlformats.org/officeDocument/2006/relationships/image" Target="../media/t4_prefix_21c719580f8e_t4_prefix_a2f7aa9f0e46_image43.png"/><Relationship Id="rIdT4ClickFrame31" Type="http://schemas.openxmlformats.org/officeDocument/2006/relationships/image" Target="../media/t4_prefix_21c719580f8e_t4_prefix_a2f7aa9f0e46_image43.png"/><Relationship Id="rIdT4ClickFrame32" Type="http://schemas.openxmlformats.org/officeDocument/2006/relationships/image" Target="../media/t4_prefix_21c719580f8e_t4_prefix_a2f7aa9f0e46_image43.png"/><Relationship Id="rIdT4ClickFrame33" Type="http://schemas.openxmlformats.org/officeDocument/2006/relationships/image" Target="../media/t4_prefix_21c719580f8e_t4_prefix_a2f7aa9f0e46_image43.png"/><Relationship Id="rIdT4ClickFrame34" Type="http://schemas.openxmlformats.org/officeDocument/2006/relationships/image" Target="../media/t4_prefix_21c719580f8e_t4_prefix_a2f7aa9f0e46_image43.png"/><Relationship Id="rIdT4ClickFrame35" Type="http://schemas.openxmlformats.org/officeDocument/2006/relationships/image" Target="../media/t4_prefix_21c719580f8e_t4_prefix_a2f7aa9f0e46_image43.png"/><Relationship Id="rIdT4ClickFrame36" Type="http://schemas.openxmlformats.org/officeDocument/2006/relationships/image" Target="../media/t4_prefix_21c719580f8e_t4_prefix_a2f7aa9f0e46_image43.png"/><Relationship Id="rIdT4ClickFrame37" Type="http://schemas.openxmlformats.org/officeDocument/2006/relationships/image" Target="../media/t4_prefix_21c719580f8e_t4_prefix_a2f7aa9f0e46_image43.png"/><Relationship Id="rIdT4ClickFrame38" Type="http://schemas.openxmlformats.org/officeDocument/2006/relationships/image" Target="../media/t4_prefix_21c719580f8e_t4_prefix_a2f7aa9f0e46_image43.png"/><Relationship Id="rIdT4ClickFrame39" Type="http://schemas.openxmlformats.org/officeDocument/2006/relationships/image" Target="../media/t4_prefix_21c719580f8e_t4_prefix_a2f7aa9f0e46_t4_click_b810c67b52bb6f8027196061894b500423f7d08edcdafebb02256c196017c79b.png"/><Relationship Id="rIdT4ClickFrame40" Type="http://schemas.openxmlformats.org/officeDocument/2006/relationships/image" Target="../media/t4_prefix_21c719580f8e_t4_prefix_a2f7aa9f0e46_t4_click_97471041815b78e7a824a8b456718a61736b477aee8580cb54b495f8496e9d76.png"/><Relationship Id="rIdT4ClickFrame41" Type="http://schemas.openxmlformats.org/officeDocument/2006/relationships/image" Target="../media/t4_prefix_21c719580f8e_t4_prefix_a2f7aa9f0e46_t4_click_00a4807e3abd89fd7b8452e5d139a5f86f176e2302876469d4ee7db7267d23a3.png"/><Relationship Id="rIdT4ClickFrame42" Type="http://schemas.openxmlformats.org/officeDocument/2006/relationships/image" Target="../media/t4_prefix_21c719580f8e_t4_prefix_a2f7aa9f0e46_t4_click_fd8b74c7471a49b5595455f6404887e588c60c5705c57b3c263591bc84dcbedb.png"/><Relationship Id="rIdT4ClickFrame43" Type="http://schemas.openxmlformats.org/officeDocument/2006/relationships/image" Target="../media/t4_prefix_21c719580f8e_t4_prefix_a2f7aa9f0e46_t4_click_fd5b4827d0b0355cdb024855c2dd893b1fceb7cdc7881a45e20346de8ee7f859.png"/><Relationship Id="rIdT4ClickFrame44" Type="http://schemas.openxmlformats.org/officeDocument/2006/relationships/image" Target="../media/t4_prefix_21c719580f8e_t4_prefix_a2f7aa9f0e46_t4_click_1f3f78b587277e30d9cbbeb2c0bb0a8d041970ac3a37456c8695c0167db40a1c.png"/><Relationship Id="rIdT4ClickFrame45" Type="http://schemas.openxmlformats.org/officeDocument/2006/relationships/image" Target="../media/t4_prefix_21c719580f8e_t4_prefix_a2f7aa9f0e46_t4_click_1a6badd295fe38266731d249d1ae264d355213ad3a278a6d970bacfef25cacd8.png"/><Relationship Id="rIdT4ClickFrame46" Type="http://schemas.openxmlformats.org/officeDocument/2006/relationships/image" Target="../media/t4_prefix_21c719580f8e_t4_prefix_a2f7aa9f0e46_t4_click_6dbb73f6a2b3500e7dc8737fb757bf41ae8197c87202f0aef9ee291d9728e0c2.png"/><Relationship Id="rIdT4ClickFrame47" Type="http://schemas.openxmlformats.org/officeDocument/2006/relationships/image" Target="../media/t4_prefix_21c719580f8e_t4_prefix_a2f7aa9f0e46_t4_click_070758ac552c3d0408778a92eb30061de55e0d1985da92ba8e713b89b541e01f.png"/><Relationship Id="rIdT4ClickFrame48" Type="http://schemas.openxmlformats.org/officeDocument/2006/relationships/image" Target="../media/t4_prefix_21c719580f8e_t4_prefix_a2f7aa9f0e46_t4_click_41b12ae85c84e0547f9d5b9359df1d2c9aa64232b20134a5eb6614ecbfdec04f.png"/><Relationship Id="rIdT4ClickFrame49" Type="http://schemas.openxmlformats.org/officeDocument/2006/relationships/image" Target="../media/t4_prefix_21c719580f8e_t4_prefix_a2f7aa9f0e46_t4_click_7c2da9955c5b034bfd7327c9349eb04ef469334b3ec583be3619fee90ca1793e.png"/><Relationship Id="rIdT4ClickFrame50" Type="http://schemas.openxmlformats.org/officeDocument/2006/relationships/image" Target="../media/t4_prefix_21c719580f8e_t4_prefix_a2f7aa9f0e46_t4_click_c7744e9eb3f1542b7f7056e3406f51f77a9a67e816f5e3264eda7a6d72ad074d.png"/><Relationship Id="rIdT4ClickFrame51" Type="http://schemas.openxmlformats.org/officeDocument/2006/relationships/image" Target="../media/t4_prefix_21c719580f8e_t4_prefix_a2f7aa9f0e46_t4_click_e627022f9da894e11ead5062e0ceedbfa1f45031b4a8dbac470811baf8a1ee92.png"/><Relationship Id="rIdT4ClickFrame52" Type="http://schemas.openxmlformats.org/officeDocument/2006/relationships/image" Target="../media/t4_prefix_21c719580f8e_t4_prefix_a2f7aa9f0e46_t4_click_f517857ae5a615f33e94e47f8d3737df13d50791b34ef7351842f1c193b9d78c.png"/><Relationship Id="rIdT4ClickFrame53" Type="http://schemas.openxmlformats.org/officeDocument/2006/relationships/image" Target="../media/t4_prefix_21c719580f8e_t4_prefix_a2f7aa9f0e46_t4_click_e8995a7bf114e11673179aa33cfd40598c261dab825eaf963d2bf14f54f4f65e.png"/><Relationship Id="rIdT4ClickFrame54" Type="http://schemas.openxmlformats.org/officeDocument/2006/relationships/image" Target="../media/t4_prefix_21c719580f8e_t4_prefix_a2f7aa9f0e46_t4_click_599c37e318db67d544e3ed9088feec08ec8c5de135d06efc73343a3d323a74a5.png"/><Relationship Id="rIdT4ClickFrame55" Type="http://schemas.openxmlformats.org/officeDocument/2006/relationships/image" Target="../media/t4_prefix_21c719580f8e_t4_prefix_a2f7aa9f0e46_t4_click_5950192189e8accd02983027f9682dceb3d4bcf13d97e7b2afee0d3c0c9c1ea5.png"/><Relationship Id="rIdT4ClickFrame56" Type="http://schemas.openxmlformats.org/officeDocument/2006/relationships/image" Target="../media/t4_prefix_21c719580f8e_t4_prefix_a2f7aa9f0e46_t4_click_89806f8286e35e35c2146c3dafd27984c77e3a8d969d8f0fda7295b9aea52ba1.png"/><Relationship Id="rIdT4ClickFrame57" Type="http://schemas.openxmlformats.org/officeDocument/2006/relationships/image" Target="../media/t4_prefix_21c719580f8e_t4_prefix_a2f7aa9f0e46_t4_click_deec230322a54cde3e3de28d184500e25ccfdf7dc8dabd967fb82c6596770028.png"/><Relationship Id="rIdT4ClickFrame58" Type="http://schemas.openxmlformats.org/officeDocument/2006/relationships/image" Target="../media/t4_prefix_21c719580f8e_t4_prefix_a2f7aa9f0e46_image42.png"/></Relationships>
</file>

<file path=ppt/slides/_rels/slide11.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36cba41eb2e44ea7"/><Relationship Type="http://schemas.openxmlformats.org/officeDocument/2006/relationships/image" Target="../media/pam_r2_0677df3a48cfc011_image38.png" Id="Ra72bfb7934944756"/><Relationship Type="http://schemas.openxmlformats.org/officeDocument/2006/relationships/image" Target="../media/t4_prefix_21c719580f8e_t4_prefix_a2f7aa9f0e46_image17.png" Id="R993038da999447ac"/><Relationship Type="http://schemas.openxmlformats.org/officeDocument/2006/relationships/image" Target="../media/pam_process_ab4a450fc91d852f_image57.png" Id="R2c904e785d614b80"/><Relationship Type="http://schemas.openxmlformats.org/officeDocument/2006/relationships/image" Target="../media/pam_process_c4dbf0bde2aa528e_image58.png" Id="R4e7316d56b804cb8"/><Relationship Type="http://schemas.openxmlformats.org/officeDocument/2006/relationships/image" Target="../media/t4_prefix_21c719580f8e_t4_prefix_a2f7aa9f0e46_image57.png" Id="Rcf7232e18cfc4da5"/><Relationship Type="http://schemas.openxmlformats.org/officeDocument/2006/relationships/image" Target="../media/pam_process_edb1b3544180da39_image60.png" Id="R0bacd97026e54ff2"/><Relationship Type="http://schemas.openxmlformats.org/officeDocument/2006/relationships/image" Target="../media/pam_process_1cb7d5b6690b0745_image61.png" Id="R98a9912b97234038"/><Relationship Type="http://schemas.openxmlformats.org/officeDocument/2006/relationships/image" Target="../media/pam_process_973bf90fdf73c588_image62.png" Id="R42ec170e656c4542"/><Relationship Type="http://schemas.openxmlformats.org/officeDocument/2006/relationships/notesSlide" Target="../notesSlides/pam_r2_747c61a836c946e0_notesSlide13.xml" Id="R3ee2f5d5ed384e66"/><Relationship Id="rIdMathSvg0" Type="http://schemas.openxmlformats.org/officeDocument/2006/relationships/image" Target="../media/pam_r2_c0c999c9eebe0344_t4_c0c999c9eebe034476c6f544.svg"/><Relationship Id="rIdMathSvg1" Type="http://schemas.openxmlformats.org/officeDocument/2006/relationships/image" Target="../media/pam_r2_6fb7f4e5d6d6afa8_t4_6fb7f4e5d6d6afa8a3468e57.svg"/><Relationship Id="rIdMathSvg2" Type="http://schemas.openxmlformats.org/officeDocument/2006/relationships/image" Target="../media/pam_r2_289ca33094586f29_t4_289ca33094586f29cc49bee4.svg"/><Relationship Id="rIdMathSvg3" Type="http://schemas.openxmlformats.org/officeDocument/2006/relationships/image" Target="../media/pam_r2_9d3447ddfc0be8f0_t4_9d3447ddfc0be8f0c67c1dac.svg"/><Relationship Id="rIdMathSvg4" Type="http://schemas.openxmlformats.org/officeDocument/2006/relationships/image" Target="../media/pam_r2_39ec6a254fff6215_t4_39ec6a254fff6215a33d766c.svg"/><Relationship Id="rIdMathSvg5" Type="http://schemas.openxmlformats.org/officeDocument/2006/relationships/image" Target="../media/pam_r2_2a3f8de99cbf9b7e_t4_2a3f8de99cbf9b7e5475a696.svg"/><Relationship Id="rIdMathSvg6" Type="http://schemas.openxmlformats.org/officeDocument/2006/relationships/image" Target="../media/pam_r2_574708c5649ae61e_t4_574708c5649ae61e3704934a.svg"/><Relationship Id="rIdMathSvg7" Type="http://schemas.openxmlformats.org/officeDocument/2006/relationships/image" Target="../media/pam_r2_fe0641c53f469011_t4_fe0641c53f469011b7588e66.svg"/><Relationship Id="rIdNav0" Type="http://schemas.openxmlformats.org/officeDocument/2006/relationships/slide" Target="pam_process_1.xml"/><Relationship Id="rIdNav1" Type="http://schemas.openxmlformats.org/officeDocument/2006/relationships/slide" Target="signal_zoom_r4_14.xml"/><Relationship Id="rIdNav2" Type="http://schemas.openxmlformats.org/officeDocument/2006/relationships/slide" Target="pam_process_5.xml"/></Relationships>
</file>

<file path=ppt/slides/_rels/slide12.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a1607959d45c4ef5"/><Relationship Type="http://schemas.openxmlformats.org/officeDocument/2006/relationships/image" Target="../media/pam_r2_3f6864272bab29bf_image139.png" Id="R07fedd93ab29409a"/><Relationship Type="http://schemas.openxmlformats.org/officeDocument/2006/relationships/image" Target="../media/pam_r2_b39fcffd130b98c0_image6.png" Id="R4ec414c8a0714409"/><Relationship Type="http://schemas.openxmlformats.org/officeDocument/2006/relationships/image" Target="../media/image72.png" Id="R6f03390676ef44c9"/><Relationship Type="http://schemas.openxmlformats.org/officeDocument/2006/relationships/image" Target="../media/pam_r2_b39fcffd130b98c0_image6.png" Id="R0a4d574036b341f7"/><Relationship Type="http://schemas.openxmlformats.org/officeDocument/2006/relationships/image" Target="../media/pam_r2_1cac3b386e11f0e9_image7.png" Id="Rc249ba1587fc404b"/><Relationship Type="http://schemas.openxmlformats.org/officeDocument/2006/relationships/image" Target="../media/pam_r2_85c12f5c79c478a9_image25.png" Id="Rb904da3958c94a2f"/><Relationship Type="http://schemas.openxmlformats.org/officeDocument/2006/relationships/image" Target="../media/pam_r2_273ec0583bccb125_image138.png" Id="R69f9ec9136bf4f6c"/><Relationship Type="http://schemas.openxmlformats.org/officeDocument/2006/relationships/image" Target="../media/pam_r2_0677df3a48cfc011_image38.png" Id="Rc44bc4bc7ef04d87"/><Relationship Type="http://schemas.openxmlformats.org/officeDocument/2006/relationships/image" Target="../media/pam_r2_292755b40b5a8e2e_image139.png" Id="Rf6759ac2bcb045f7"/><Relationship Type="http://schemas.openxmlformats.org/officeDocument/2006/relationships/notesSlide" Target="../notesSlides/pam_r2_b73a5af91ccd81e5_notesSlide15.xml" Id="Rb7bbf83a71234631"/><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51914669bda71930_t4_51914669bda71930301884d2.svg"/><Relationship Id="rIdMathSvg3" Type="http://schemas.openxmlformats.org/officeDocument/2006/relationships/image" Target="../media/pam_r2_2cf38e6aa9ffc28a_t4_2cf38e6aa9ffc28a913a1c9e.svg"/><Relationship Id="rIdMathSvg4" Type="http://schemas.openxmlformats.org/officeDocument/2006/relationships/image" Target="../media/pam_r2_265ad054929d1fd6_t4_265ad054929d1fd6984c0b8b.svg"/><Relationship Id="rIdMathSvg5" Type="http://schemas.openxmlformats.org/officeDocument/2006/relationships/image" Target="../media/pam_r2_f6dc7faf3cc8bea0_t4_f6dc7faf3cc8bea01fc64d15.svg"/><Relationship Id="rIdMathSvg6" Type="http://schemas.openxmlformats.org/officeDocument/2006/relationships/image" Target="../media/pam_r2_c0c999c9eebe0344_t4_c0c999c9eebe034476c6f544.svg"/><Relationship Id="rIdMathSvg7" Type="http://schemas.openxmlformats.org/officeDocument/2006/relationships/image" Target="../media/pam_r2_688a8f2f5cf2d1d9_t4_688a8f2f5cf2d1d9f7b44e17.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5.xml"/><Relationship Id="rIdT4ClickFrame1" Type="http://schemas.openxmlformats.org/officeDocument/2006/relationships/image" Target="../media/pam_r2_3f6864272bab29bf_image139.png"/><Relationship Id="rIdT4ClickFrame2" Type="http://schemas.openxmlformats.org/officeDocument/2006/relationships/image" Target="../media/pam_r2_db9db68e2196c756_t4_click_db9db68e2196c756583a43edd161db2c1f5517f09ea809306b4cc9205b2235b0.png"/><Relationship Id="rIdT4ClickFrame3" Type="http://schemas.openxmlformats.org/officeDocument/2006/relationships/image" Target="../media/pam_r2_7e7eb86ee5bcff5f_t4_click_7e7eb86ee5bcff5f80ecd1e7037ff0cc61c34ba76fd81b16a645fddcae30e01e.png"/><Relationship Id="rIdT4ClickFrame4" Type="http://schemas.openxmlformats.org/officeDocument/2006/relationships/image" Target="../media/pam_r2_e432b2abaf888e5a_t4_click_e432b2abaf888e5af63d7ecfa392a8e0b8b27d0092b44c02fe1c2af887cde8f2.png"/><Relationship Id="rIdT4ClickFrame5" Type="http://schemas.openxmlformats.org/officeDocument/2006/relationships/image" Target="../media/pam_r2_7cb133cd24585d72_t4_click_7cb133cd24585d728e61037daf6a673a92dc64f6b8dbd2d5deca7f4c5029bb88.png"/><Relationship Id="rIdT4ClickFrame6" Type="http://schemas.openxmlformats.org/officeDocument/2006/relationships/image" Target="../media/pam_r2_4acc94524a1a1fbc_t4_click_4acc94524a1a1fbc73ae5175f2cf68958d1dfba5106094e4ea4b1fc7296f4653.png"/><Relationship Id="rIdT4ClickFrame7" Type="http://schemas.openxmlformats.org/officeDocument/2006/relationships/image" Target="../media/pam_r2_43cc8d64b59dc638_t4_click_43cc8d64b59dc638b786268a64a0f90f1669bf2eae18d718dad9dcfe32f83df0.png"/><Relationship Id="rIdT4ClickFrame8" Type="http://schemas.openxmlformats.org/officeDocument/2006/relationships/image" Target="../media/pam_r2_cce063663be965b5_t4_click_cce063663be965b562a7aead9f969525e79760056fc192cff2ac1f1138061517.png"/><Relationship Id="rIdT4ClickFrame9" Type="http://schemas.openxmlformats.org/officeDocument/2006/relationships/image" Target="../media/pam_r2_2b870d4d310053b1_t4_click_2b870d4d310053b11a25d2e5989df19ee116272423544f8fb0cbb05a504c8fab.png"/><Relationship Id="rIdT4ClickFrame10" Type="http://schemas.openxmlformats.org/officeDocument/2006/relationships/image" Target="../media/pam_r2_edc6b59bf5b8c672_t4_click_edc6b59bf5b8c67265a8c2bfd28444f654d583af94c055b8972efed2024739c4.png"/><Relationship Id="rIdT4ClickFrame11" Type="http://schemas.openxmlformats.org/officeDocument/2006/relationships/image" Target="../media/pam_r2_f61a5fe8967c6915_t4_click_f61a5fe8967c6915683d155e2f5320a41ea40ce77a7a412639ead42e1f519c79.png"/><Relationship Id="rIdT4ClickFrame12" Type="http://schemas.openxmlformats.org/officeDocument/2006/relationships/image" Target="../media/pam_r2_fb252406ac0ba664_t4_click_fb252406ac0ba6644027516734dc219d42c0552792ad8693315c56b32c5049bd.png"/><Relationship Id="rIdT4ClickFrame13" Type="http://schemas.openxmlformats.org/officeDocument/2006/relationships/image" Target="../media/pam_r2_efc9637dcfb445df_t4_click_efc9637dcfb445df86422a6cf9148cfb77cd5e2f2b2cfb20cd37903d8378670a.png"/><Relationship Id="rIdT4ClickFrame14" Type="http://schemas.openxmlformats.org/officeDocument/2006/relationships/image" Target="../media/pam_r2_d4cb42b214dae826_t4_click_d4cb42b214dae826932eeb5994b547b31082716b3339695cf7edd3d60f557996.png"/><Relationship Id="rIdT4ClickFrame15" Type="http://schemas.openxmlformats.org/officeDocument/2006/relationships/image" Target="../media/pam_r2_afd93b22c5c8b5b1_t4_click_afd93b22c5c8b5b1570f830dcabfbbb88c657e2844965a302436cacffe780ffb.png"/><Relationship Id="rIdT4ClickFrame16" Type="http://schemas.openxmlformats.org/officeDocument/2006/relationships/image" Target="../media/pam_r2_dc171af4677c2d95_t4_click_dc171af4677c2d955496553d82e7086e36ed49a6ef300c75cb9c3da37cf3f8f6.png"/><Relationship Id="rIdT4ClickFrame17" Type="http://schemas.openxmlformats.org/officeDocument/2006/relationships/image" Target="../media/pam_r2_562968c9d7ec53af_t4_click_562968c9d7ec53afeb6c3e79f4c7f137c3f1ff7bcae8efc4c4ca58a16bd30795.png"/><Relationship Id="rIdT4ClickFrame18" Type="http://schemas.openxmlformats.org/officeDocument/2006/relationships/image" Target="../media/pam_r2_cdedb72468429761_t4_click_cdedb724684297616e689688f2a07e74212967ffea128da053f6c2e620116304.png"/><Relationship Id="rIdT4ClickFrame19" Type="http://schemas.openxmlformats.org/officeDocument/2006/relationships/image" Target="../media/pam_r2_724d115b64f13dae_t4_click_724d115b64f13daed29829ed24614236c2278ae09af1a455e5d6582228dedfa3.png"/><Relationship Id="rIdT4ClickFrame20" Type="http://schemas.openxmlformats.org/officeDocument/2006/relationships/image" Target="../media/pam_r2_62e7bd42edbc758c_t4_click_62e7bd42edbc758c8d469eb78c2576dabbd25477aa9cc59b0cadfd4a8cfed951.png"/><Relationship Id="rIdT4ClickFrame21" Type="http://schemas.openxmlformats.org/officeDocument/2006/relationships/image" Target="../media/pam_r2_f5719d0b0c49a710_t4_click_f5719d0b0c49a71027cd0c002f3b57166c1bb6a6eb898708c83a9652c5407da2.png"/><Relationship Id="rIdT4ClickFrame22" Type="http://schemas.openxmlformats.org/officeDocument/2006/relationships/image" Target="../media/pam_r2_4a5e0844da86360e_t4_click_4a5e0844da86360e51cb0693370ac0ea4168924f88bb308ccb07bbd9715d0356.png"/><Relationship Id="rIdT4ClickFrame23" Type="http://schemas.openxmlformats.org/officeDocument/2006/relationships/image" Target="../media/pam_r2_ef47f43d9ee4fd3a_t4_click_ef47f43d9ee4fd3aeed3f4d674f79cdbcfa309f1dc94190cad798ddc25f42080.png"/><Relationship Id="rIdT4ClickFrame24" Type="http://schemas.openxmlformats.org/officeDocument/2006/relationships/image" Target="../media/pam_r2_b722bb376e8a8a43_t4_click_b722bb376e8a8a43a2cff21b988e584975bf54839fa9654f9da09e36369b3318.png"/><Relationship Id="rIdT4ClickFrame25" Type="http://schemas.openxmlformats.org/officeDocument/2006/relationships/image" Target="../media/pam_r2_cad8d87845d4fa71_t4_click_cad8d87845d4fa71ce427c98394692bbba495caf71001eaa1aa90e898907e234.png"/><Relationship Id="rIdT4ClickFrame26" Type="http://schemas.openxmlformats.org/officeDocument/2006/relationships/image" Target="../media/pam_r2_7fbab83a54ec9ea5_t4_click_7fbab83a54ec9ea5d19fdc6a1c9df99b141e41181322282c4ff5f91a3a6ad7f2.png"/><Relationship Id="rIdT4ClickFrame27" Type="http://schemas.openxmlformats.org/officeDocument/2006/relationships/image" Target="../media/pam_r2_5151873158af4ce3_t4_click_5151873158af4ce32d108f66b661936fd03bbd7a60bea7e3eec685f852cb69da.png"/><Relationship Id="rIdT4ClickFrame28" Type="http://schemas.openxmlformats.org/officeDocument/2006/relationships/image" Target="../media/pam_r2_12ae0205c7034cfb_t4_click_12ae0205c7034cfbfb39d85e1b770f49b6f6496b9a6fab221451f2bcefa7e182.png"/><Relationship Id="rIdT4ClickFrame29" Type="http://schemas.openxmlformats.org/officeDocument/2006/relationships/image" Target="../media/pam_r2_1b121a27ef73d7ca_t4_click_1b121a27ef73d7caf2ea0ccc5e9d2c9236d97517faf5873171e2aeeffa4f665c.png"/></Relationships>
</file>

<file path=ppt/slides/_rels/slide13.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e2182da5a49e415c"/><Relationship Type="http://schemas.openxmlformats.org/officeDocument/2006/relationships/image" Target="../media/pam_r2_73d6c0f127c5bebb_image166.png" Id="R42945923dc6c461f"/><Relationship Type="http://schemas.openxmlformats.org/officeDocument/2006/relationships/image" Target="../media/pam_r2_b39fcffd130b98c0_image6.png" Id="Ra04355185e8e41d5"/><Relationship Type="http://schemas.openxmlformats.org/officeDocument/2006/relationships/image" Target="../media/image72.png" Id="R0f7d0ffb369347ec"/><Relationship Type="http://schemas.openxmlformats.org/officeDocument/2006/relationships/image" Target="../media/image71.png" Id="R825bdcca9e4e441d"/><Relationship Type="http://schemas.openxmlformats.org/officeDocument/2006/relationships/image" Target="../media/pam_r2_1cac3b386e11f0e9_image7.png" Id="R985c988bb8c143a7"/><Relationship Type="http://schemas.openxmlformats.org/officeDocument/2006/relationships/image" Target="../media/pam_r2_03c1f69c4fd799c6_image8.png" Id="R743d73370d5b4da3"/><Relationship Type="http://schemas.openxmlformats.org/officeDocument/2006/relationships/image" Target="../media/pam_r2_4c7869561ce5f980_image165.png" Id="R3238d9fb20084ea5"/><Relationship Type="http://schemas.openxmlformats.org/officeDocument/2006/relationships/image" Target="../media/pam_r2_33944f21c31f15f7_image173.png" Id="Rf6f527a2bc2e4e1b"/><Relationship Type="http://schemas.openxmlformats.org/officeDocument/2006/relationships/image" Target="../media/pam_r2_1bb89e0b3300c1c6_image174.png" Id="R1209eb6b8d8240cb"/><Relationship Type="http://schemas.openxmlformats.org/officeDocument/2006/relationships/notesSlide" Target="../notesSlides/pam_r2_7df4f7cf7376851a_notesSlide18.xml" Id="R63a89defdade4407"/><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235f65b617af0c92_t4_235f65b617af0c924d0ea316.svg"/><Relationship Id="rIdMathSvg3" Type="http://schemas.openxmlformats.org/officeDocument/2006/relationships/image" Target="../media/pam_r2_2cf38e6aa9ffc28a_t4_2cf38e6aa9ffc28a913a1c9e.svg"/><Relationship Id="rIdMathSvg4" Type="http://schemas.openxmlformats.org/officeDocument/2006/relationships/image" Target="../media/pam_r2_85a3ad982d2ccfca_t4_85a3ad982d2ccfca1d625c6a.svg"/><Relationship Id="rIdMathSvg5" Type="http://schemas.openxmlformats.org/officeDocument/2006/relationships/image" Target="../media/pam_r2_863d3077b04580e7_t4_863d3077b04580e717fe3127.svg"/><Relationship Id="rIdMathSvg6" Type="http://schemas.openxmlformats.org/officeDocument/2006/relationships/image" Target="../media/pam_r2_c60ee86c07a75656_t4_c60ee86c07a75656dcad2cda.svg"/><Relationship Id="rIdMathSvg7" Type="http://schemas.openxmlformats.org/officeDocument/2006/relationships/image" Target="../media/pam_r2_e8662212d5900c13_t4_e8662212d5900c13b3f698d1.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pam_r2_73d6c0f127c5bebb_image166.png"/><Relationship Id="rIdT4ClickFrame2" Type="http://schemas.openxmlformats.org/officeDocument/2006/relationships/image" Target="../media/pam_r2_15af5a70eeda656d_t4_click_15af5a70eeda656dd10006fc508d63965d0908b9f8a1532a7f65436f00a09fd2.png"/><Relationship Id="rIdT4ClickFrame3" Type="http://schemas.openxmlformats.org/officeDocument/2006/relationships/image" Target="../media/pam_r2_d61fd2bc195a9c12_t4_click_d61fd2bc195a9c127c4f22dc8bd8166856bd351c43b0915f0bf8f27e0d9c65cf.png"/><Relationship Id="rIdT4ClickFrame4" Type="http://schemas.openxmlformats.org/officeDocument/2006/relationships/image" Target="../media/pam_r2_9fa9edc92a91f584_t4_click_9fa9edc92a91f584634b39bc00152d20e5a9fe44b9cad369a8c4ad39a6df6c6c.png"/><Relationship Id="rIdT4ClickFrame5" Type="http://schemas.openxmlformats.org/officeDocument/2006/relationships/image" Target="../media/pam_r2_663403c0d2a7871c_t4_click_663403c0d2a7871c4a3de5b049424f6cf84eb3f12cd577cf4ebe87bb74b335d9.png"/><Relationship Id="rIdT4ClickFrame6" Type="http://schemas.openxmlformats.org/officeDocument/2006/relationships/image" Target="../media/pam_r2_fe2454208c42d404_t4_click_fe2454208c42d4046126d72cf903a6c927a9ab7d0d7585bcedce04b588d71b42.png"/><Relationship Id="rIdT4ClickFrame7" Type="http://schemas.openxmlformats.org/officeDocument/2006/relationships/image" Target="../media/pam_r2_75c0d719eae171e6_t4_click_75c0d719eae171e6a36f2e44f9479822494f5805f7ff4c5f3ca19020b39335de.png"/><Relationship Id="rIdT4ClickFrame8" Type="http://schemas.openxmlformats.org/officeDocument/2006/relationships/image" Target="../media/pam_r2_2018527cd02d551d_t4_click_2018527cd02d551d20d82d897e37f331f86ad3401829cb13b8df83750d6bc4dc.png"/><Relationship Id="rIdT4ClickFrame9" Type="http://schemas.openxmlformats.org/officeDocument/2006/relationships/image" Target="../media/pam_r2_577d052d484c333c_t4_click_577d052d484c333c954b368dd43faa39451c57bcff037c0dbf831736698a9501.png"/><Relationship Id="rIdT4ClickFrame10" Type="http://schemas.openxmlformats.org/officeDocument/2006/relationships/image" Target="../media/pam_r2_32a9d7d4fb2c31e4_t4_click_32a9d7d4fb2c31e46a537aafd7719b1aec1c552e7de3654791cb45563dac651a.png"/><Relationship Id="rIdT4ClickFrame11" Type="http://schemas.openxmlformats.org/officeDocument/2006/relationships/image" Target="../media/pam_r2_38012ef8469fc6cc_t4_click_38012ef8469fc6ccfbeced2a7d47b79180fa70a54c0e813e1c8629eb5ea9f98a.png"/><Relationship Id="rIdT4ClickFrame12" Type="http://schemas.openxmlformats.org/officeDocument/2006/relationships/image" Target="../media/pam_r2_67a44f802e9e4447_t4_click_67a44f802e9e4447d1e2cdddafe63809f851ba029c1f4c65e3cff94107d1e5bb.png"/><Relationship Id="rIdT4ClickFrame13" Type="http://schemas.openxmlformats.org/officeDocument/2006/relationships/image" Target="../media/pam_r2_4b77872345cecdd7_t4_click_4b77872345cecdd7ab4b38abd08ee02a3a78f044f291de94730fd4f2c0ad4b52.png"/><Relationship Id="rIdT4ClickFrame14" Type="http://schemas.openxmlformats.org/officeDocument/2006/relationships/image" Target="../media/pam_r2_dbb2be7f91b695f9_t4_click_dbb2be7f91b695f91dca865382ffa5879d79838afe85fec0ef1eb3e98b3c804c.png"/><Relationship Id="rIdT4ClickFrame15" Type="http://schemas.openxmlformats.org/officeDocument/2006/relationships/image" Target="../media/pam_r2_fcdb17dc8e9b9360_t4_click_fcdb17dc8e9b9360ae9da8603c0d2730e67c968e6a43b584bcec5820b1758ab4.png"/><Relationship Id="rIdT4ClickFrame16" Type="http://schemas.openxmlformats.org/officeDocument/2006/relationships/image" Target="../media/pam_r2_912607b68e39369c_t4_click_912607b68e39369c3c55cf8525f7a1168593f3c793d7ee8a7b312d5be556702b.png"/><Relationship Id="rIdT4ClickFrame17" Type="http://schemas.openxmlformats.org/officeDocument/2006/relationships/image" Target="../media/pam_r2_0f9001b532c17a6a_t4_click_0f9001b532c17a6aeb6cab3afde02fe591c7d8624ec0e06bebde131ab21a1d28.png"/><Relationship Id="rIdT4ClickFrame18" Type="http://schemas.openxmlformats.org/officeDocument/2006/relationships/image" Target="../media/pam_r2_af5aad8db6dd859d_t4_click_af5aad8db6dd859da969fa901aebe9489f43a6b2c7b9fcc7e27e18d10eb0d6b9.png"/><Relationship Id="rIdT4ClickFrame19" Type="http://schemas.openxmlformats.org/officeDocument/2006/relationships/image" Target="../media/pam_r2_07a426fade691ca9_t4_click_07a426fade691ca91018a55d7d888aaca2a511976169fd53e0f3ca8d76d922e8.png"/><Relationship Id="rIdT4ClickFrame20" Type="http://schemas.openxmlformats.org/officeDocument/2006/relationships/image" Target="../media/pam_r2_9bbc744b55b110d4_t4_click_9bbc744b55b110d4eb0cfa33dbd743ba4bd2a3e14d89393b5205058a423f6dba.png"/><Relationship Id="rIdT4ClickFrame21" Type="http://schemas.openxmlformats.org/officeDocument/2006/relationships/image" Target="../media/pam_r2_1a797c56357eb022_t4_click_1a797c56357eb0225ee8b9cfe6c69ed017d815e1392c937d29cf173e91236718.png"/><Relationship Id="rIdT4ClickFrame22" Type="http://schemas.openxmlformats.org/officeDocument/2006/relationships/image" Target="../media/pam_r2_cbf294fe1399d108_t4_click_cbf294fe1399d10877b333a1127492047b57f7cd2260616076897c7d16d18eb8.png"/><Relationship Id="rIdT4ClickFrame23" Type="http://schemas.openxmlformats.org/officeDocument/2006/relationships/image" Target="../media/pam_r2_c86c695fd949bede_t4_click_c86c695fd949bede9653b193ca4bb7d54f9bf374d95d3c97311c814b8c307019.png"/><Relationship Id="rIdT4ClickFrame24" Type="http://schemas.openxmlformats.org/officeDocument/2006/relationships/image" Target="../media/pam_r2_db58395a3289a094_t4_click_db58395a3289a09433fcb49b8e6141e41ad5871f3a9ef4653a7e6db500748554.png"/><Relationship Id="rIdT4ClickFrame25" Type="http://schemas.openxmlformats.org/officeDocument/2006/relationships/image" Target="../media/pam_r2_2e2258ddeaad9d3e_t4_click_2e2258ddeaad9d3e78872d2a7293a46bef92729721412fa60dd06ba7ac8aa36e.png"/><Relationship Id="rIdT4ClickFrame26" Type="http://schemas.openxmlformats.org/officeDocument/2006/relationships/image" Target="../media/pam_r2_c896eeaaa57b79a5_t4_click_c896eeaaa57b79a5ed854f8942f672b78c03ea1e90aaebd76a5e549e37df7327.png"/><Relationship Id="rIdT4ClickFrame27" Type="http://schemas.openxmlformats.org/officeDocument/2006/relationships/image" Target="../media/pam_r2_29d7ae172042aa16_t4_click_29d7ae172042aa16dcdf413a38c997021436b5d530244a47a3115488142783bb.png"/><Relationship Id="rIdT4ClickFrame28" Type="http://schemas.openxmlformats.org/officeDocument/2006/relationships/image" Target="../media/pam_r2_5808c6e099ed3e9e_t4_click_5808c6e099ed3e9e946c7b2a6c8d8e24103c3ccc34c15c16de1934f00f6ac3f7.png"/><Relationship Id="rIdT4ClickFrame29" Type="http://schemas.openxmlformats.org/officeDocument/2006/relationships/image" Target="../media/pam_r2_daed0b51a7c62771_t4_click_daed0b51a7c62771763b88f80768a3eb115e0035c566a40464a98702ebc6228a.png"/><Relationship Id="rIdT4ClickFrame30" Type="http://schemas.openxmlformats.org/officeDocument/2006/relationships/image" Target="../media/pam_r2_225637d28b46588e_t4_click_225637d28b46588ea01976e952d0566c9825be9540d8e4e535f9bb0a5a0e0539.png"/><Relationship Id="rIdT4ClickFrame31" Type="http://schemas.openxmlformats.org/officeDocument/2006/relationships/image" Target="../media/pam_r2_c6f635b5fc38905f_t4_click_c6f635b5fc38905f707882bd3872f753c87bc90e4f334082e0ecd31c95832eb4.png"/></Relationships>
</file>

<file path=ppt/slides/_rels/slide14.xml.rels><?xml version='1.0' encoding='UTF-8' standalone='yes'?>
<Relationships xmlns="http://schemas.openxmlformats.org/package/2006/relationships"><Relationship Type="http://schemas.openxmlformats.org/officeDocument/2006/relationships/slideLayout" Target="../slideLayouts/recovery_r10_2300fbb688968eeb_t3_reference_methods_slideLayout1.xml" Id="Re65c9efa9866481b"/><Relationship Type="http://schemas.openxmlformats.org/officeDocument/2006/relationships/image" Target="../media/recovery_r10_d8ff2e03a554308b_image21.png" Id="R60464364bc7d4280"/><Relationship Type="http://schemas.openxmlformats.org/officeDocument/2006/relationships/image" Target="../media/recovery_r10_0a52509b5aff1e4a_image22.png" Id="Rdb7d074f604a47fb"/><Relationship Type="http://schemas.openxmlformats.org/officeDocument/2006/relationships/image" Target="../media/recovery_r10_7e04dd7bcca512ea_image23.png" Id="Ra0efcaf77314407d"/><Relationship Type="http://schemas.openxmlformats.org/officeDocument/2006/relationships/image" Target="../media/pam_r2_b39fcffd130b98c0_image6.png" Id="Rdbd013c6ecff4869"/><Relationship Type="http://schemas.openxmlformats.org/officeDocument/2006/relationships/image" Target="../media/image72.png" Id="R41749cf218eb494b"/><Relationship Type="http://schemas.openxmlformats.org/officeDocument/2006/relationships/image" Target="../media/image71.png" Id="R725422919bd343b9"/><Relationship Type="http://schemas.openxmlformats.org/officeDocument/2006/relationships/image" Target="../media/pam_r2_1cac3b386e11f0e9_image7.png" Id="Rc4beb7f8cf884b6d"/><Relationship Type="http://schemas.openxmlformats.org/officeDocument/2006/relationships/image" Target="../media/pam_r2_03c1f69c4fd799c6_image8.png" Id="R104ca6fe095f4e85"/><Relationship Type="http://schemas.openxmlformats.org/officeDocument/2006/relationships/image" Target="../media/pam_r2_4c7869561ce5f980_image165.png" Id="R3f5dd06664d54f4a"/><Relationship Type="http://schemas.openxmlformats.org/officeDocument/2006/relationships/image" Target="../media/recovery_r10_2ca80b6e68e01d9f_image30.png" Id="Rd704a238b8a0468f"/><Relationship Type="http://schemas.openxmlformats.org/officeDocument/2006/relationships/image" Target="../media/recovery_r10_eb375ed2d91fe12b_image31.png" Id="R753d30d831c94bd6"/><Relationship Type="http://schemas.openxmlformats.org/officeDocument/2006/relationships/image" Target="../media/pam_r2_7214e22109b051dd_image192.png" Id="R8ecd18cbdbc44c15"/><Relationship Type="http://schemas.openxmlformats.org/officeDocument/2006/relationships/notesSlide" Target="../notesSlides/recovery_r10_109e1be4b52b8f1f_notesSlide3.xml" Id="R2a2da4d1c4794cd7"/><Relationship Id="rIdMathSvg0" Type="http://schemas.openxmlformats.org/officeDocument/2006/relationships/image" Target="../media/recovery_r10_7d6ca37ce81a28e5_t4_7d6ca37ce81a28e5a0d2d53c.svg"/><Relationship Id="rIdMathSvg1" Type="http://schemas.openxmlformats.org/officeDocument/2006/relationships/image" Target="../media/recovery_r10_2559dbf1da5af3f8_t4_2559dbf1da5af3f8de490dad.svg"/><Relationship Id="rIdMathSvg2" Type="http://schemas.openxmlformats.org/officeDocument/2006/relationships/image" Target="../media/recovery_r10_2d52b4b1e75b9e49_t4_2d52b4b1e75b9e49803923df.svg"/><Relationship Id="rIdMathSvg3" Type="http://schemas.openxmlformats.org/officeDocument/2006/relationships/image" Target="../media/recovery_r10_a9ce819f5de606b4_t4_a9ce819f5de606b46f3b3179.svg"/><Relationship Id="rIdMathSvg4" Type="http://schemas.openxmlformats.org/officeDocument/2006/relationships/image" Target="../media/recovery_r10_db44cfd1fc52e745_t4_db44cfd1fc52e7456e403f5e.svg"/><Relationship Id="rIdMathSvg5" Type="http://schemas.openxmlformats.org/officeDocument/2006/relationships/image" Target="../media/recovery_r10_860b59e477ca1070_t4_860b59e477ca10708c998dd9.svg"/><Relationship Id="rIdMathSvg6" Type="http://schemas.openxmlformats.org/officeDocument/2006/relationships/image" Target="../media/recovery_r10_49d586c6d955d1af_t4_49d586c6d955d1afe96a5e09.svg"/><Relationship Id="rIdMathSvg7" Type="http://schemas.openxmlformats.org/officeDocument/2006/relationships/image" Target="../media/recovery_r10_dd093ab6d4654e1c_t4_dd093ab6d4654e1c1b63e3b0.svg"/><Relationship Id="rIdMathSvg8" Type="http://schemas.openxmlformats.org/officeDocument/2006/relationships/image" Target="../media/recovery_r10_4f93bdc2f7918535_t4_4f93bdc2f79185356cd21d02.svg"/><Relationship Id="rIdNav0" Type="http://schemas.openxmlformats.org/officeDocument/2006/relationships/slide" Target="pam_process_1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recovery_r10_d8ff2e03a554308b_image21.png"/><Relationship Id="rIdT4ClickFrame2" Type="http://schemas.openxmlformats.org/officeDocument/2006/relationships/image" Target="../media/recovery_r10_26571c4d79d6107f_t4_click_26571c4d79d6107f84fe45421ab8af0958ce536def15c2b0645b29ba01bcca27.png"/><Relationship Id="rIdT4ClickFrame3" Type="http://schemas.openxmlformats.org/officeDocument/2006/relationships/image" Target="../media/recovery_r10_974571f74c8c63c0_t4_click_974571f74c8c63c0f69d4d0a17a6524334080b9b33acdd67fd61bcab1d5340f5.png"/><Relationship Id="rIdT4ClickFrame4" Type="http://schemas.openxmlformats.org/officeDocument/2006/relationships/image" Target="../media/recovery_r10_8006c3b185a77bab_t4_click_8006c3b185a77bab57feebe8093642b5bf24391a7473dee6e063ffbd988e50a4.png"/><Relationship Id="rIdT4ClickFrame5" Type="http://schemas.openxmlformats.org/officeDocument/2006/relationships/image" Target="../media/recovery_r10_d7b1cd0245619499_t4_click_d7b1cd0245619499b1c5e7fc131fe10df4898930968a47ba7a39839db384bde6.png"/><Relationship Id="rIdT4ClickFrame6" Type="http://schemas.openxmlformats.org/officeDocument/2006/relationships/image" Target="../media/recovery_r10_75e93829e1af6050_t4_click_75e93829e1af6050520afe54cbeca32d15c429f892f6134d722b18fe6b6b80ae.png"/><Relationship Id="rIdT4ClickFrame7" Type="http://schemas.openxmlformats.org/officeDocument/2006/relationships/image" Target="../media/recovery_r10_19d132715f336838_t4_click_19d132715f336838de40c6ddabd8b31a38022641590610bae1d7db17e81d06d9.png"/><Relationship Id="rIdT4ClickFrame8" Type="http://schemas.openxmlformats.org/officeDocument/2006/relationships/image" Target="../media/recovery_r10_4c2a204661489b6e_t4_click_4c2a204661489b6e125d99864d7c920c53de5f5f928d3ae8e98990565b79b14b.png"/><Relationship Id="rIdT4ClickFrame9" Type="http://schemas.openxmlformats.org/officeDocument/2006/relationships/image" Target="../media/recovery_r10_743f717442525268_t4_click_743f717442525268c40a9f921acbb1cd952b445506184388cea55dfaaf0cb602.png"/><Relationship Id="rIdT4ClickFrame10" Type="http://schemas.openxmlformats.org/officeDocument/2006/relationships/image" Target="../media/recovery_r10_49982a588a9f6a7c_t4_click_49982a588a9f6a7c2e7addc2a2bb763f4fc103786886d87e341a8075ec7037b2.png"/><Relationship Id="rIdT4ClickFrame11" Type="http://schemas.openxmlformats.org/officeDocument/2006/relationships/image" Target="../media/recovery_r10_fae0de05cd238181_t4_click_fae0de05cd238181c6840fd87bf58b3907000563f1a714a62faa5f6cdc026dec.png"/><Relationship Id="rIdT4ClickFrame12" Type="http://schemas.openxmlformats.org/officeDocument/2006/relationships/image" Target="../media/recovery_r10_d1f1fe13a4ea36a1_t4_click_d1f1fe13a4ea36a1fc1e0d62bd4950ca6a5a2ac47dacba56632893649aa0d0b5.png"/><Relationship Id="rIdT4ClickFrame13" Type="http://schemas.openxmlformats.org/officeDocument/2006/relationships/image" Target="../media/recovery_r10_a16b52a83ddf0aba_t4_click_a16b52a83ddf0aba3d92f8a16e5c7587159c3374438810ad44f190ba36b774ca.png"/><Relationship Id="rIdT4ClickFrame14" Type="http://schemas.openxmlformats.org/officeDocument/2006/relationships/image" Target="../media/recovery_r10_f051072b17a2ec9f_t4_click_f051072b17a2ec9f41d7cf98c0cfaf98319232e853e4d3c257931e5a2407f958.png"/><Relationship Id="rIdT4ClickFrame15" Type="http://schemas.openxmlformats.org/officeDocument/2006/relationships/image" Target="../media/recovery_r10_af4a32796e350858_t4_click_af4a32796e350858ecfcc6c43ed23f05b715f5e8d6bf8efb0821da778694d419.png"/><Relationship Id="rIdT4ClickFrame16" Type="http://schemas.openxmlformats.org/officeDocument/2006/relationships/image" Target="../media/recovery_r10_c805a6c49fb565ac_t4_click_c805a6c49fb565ac7be539096aeb5e07b45f024804747bb5ae57c2ef6f54e273.png"/><Relationship Id="rIdT4ClickFrame17" Type="http://schemas.openxmlformats.org/officeDocument/2006/relationships/image" Target="../media/recovery_r10_b7e25db3c297ea47_t4_click_b7e25db3c297ea4747cae91020c685f476c4a8dc1406dd3e5d6ec066c1668317.png"/><Relationship Id="rIdT4ClickFrame18" Type="http://schemas.openxmlformats.org/officeDocument/2006/relationships/image" Target="../media/recovery_r10_79370eaf983e7a8d_t4_click_79370eaf983e7a8db9b6d1efdfd6403655c1f3174fede7a8475bf9e3ce637094.png"/><Relationship Id="rIdT4ClickFrame19" Type="http://schemas.openxmlformats.org/officeDocument/2006/relationships/image" Target="../media/recovery_r10_5a071405ea223432_t4_click_5a071405ea223432e9662820e0950bec4377bf16841b2f9766bc17ba7e056a68.png"/><Relationship Id="rIdT4ClickFrame20" Type="http://schemas.openxmlformats.org/officeDocument/2006/relationships/image" Target="../media/recovery_r10_8b99df94c359733c_t4_click_8b99df94c359733c9bf41d7e73bca23df81ceb060f8da604061538df215f687c.png"/><Relationship Id="rIdT4ClickFrame21" Type="http://schemas.openxmlformats.org/officeDocument/2006/relationships/image" Target="../media/recovery_r10_0a52509b5aff1e4a_image22.png"/><Relationship Id="rIdT4ClickFrame22" Type="http://schemas.openxmlformats.org/officeDocument/2006/relationships/image" Target="../media/recovery_r10_0a52509b5aff1e4a_image22.png"/><Relationship Id="rIdT4ClickFrame23" Type="http://schemas.openxmlformats.org/officeDocument/2006/relationships/image" Target="../media/recovery_r10_7f3aeae7248af155_t4_click_7f3aeae7248af1552adf43a8cc20bdb9cbe11b74da69371a528f278221a0f370.png"/><Relationship Id="rIdT4ClickFrame24" Type="http://schemas.openxmlformats.org/officeDocument/2006/relationships/image" Target="../media/recovery_r10_afd80bca4c0eccaf_t4_click_afd80bca4c0eccaf6845cb919f817aa005b32504960fc2ae688776b8f5e56bb4.png"/><Relationship Id="rIdT4ClickFrame25" Type="http://schemas.openxmlformats.org/officeDocument/2006/relationships/image" Target="../media/recovery_r10_0aa22dce6538833a_t4_click_0aa22dce6538833ae79114fb58c8f663959ec9b2b632c21701fbc3fd83119a40.png"/><Relationship Id="rIdT4ClickFrame26" Type="http://schemas.openxmlformats.org/officeDocument/2006/relationships/image" Target="../media/recovery_r10_37e8ce87ec837172_t4_click_37e8ce87ec837172e222cf00ac2032769ed2e07a1aaf29b6abcaee4e726c51b8.png"/><Relationship Id="rIdT4ClickFrame27" Type="http://schemas.openxmlformats.org/officeDocument/2006/relationships/image" Target="../media/recovery_r10_9f403b197287b848_t4_click_9f403b197287b848817b42f740213ec355005f264c2501b87739abf9ed2d451a.png"/><Relationship Id="rIdT4ClickFrame28" Type="http://schemas.openxmlformats.org/officeDocument/2006/relationships/image" Target="../media/recovery_r10_d7e8381c77467ed7_t4_click_d7e8381c77467ed744b5883460fbfbd36d510013f8674a24f55f499a9175abf7.png"/><Relationship Id="rIdT4ClickFrame29" Type="http://schemas.openxmlformats.org/officeDocument/2006/relationships/image" Target="../media/recovery_r10_7265b47a1761ca9a_t4_click_7265b47a1761ca9a7a635fe70c4f6faec36fb10d1a7f4a945823b6758767d15c.png"/><Relationship Id="rIdT4ClickFrame30" Type="http://schemas.openxmlformats.org/officeDocument/2006/relationships/image" Target="../media/recovery_r10_ae382ad9e939ab81_t4_click_ae382ad9e939ab81642d03d97bf9e57696f64158ffe544a8df19f4087c7b6a37.png"/><Relationship Id="rIdT4ClickFrame31" Type="http://schemas.openxmlformats.org/officeDocument/2006/relationships/image" Target="../media/recovery_r10_e71ee8a37d523314_t4_click_e71ee8a37d523314fa70593787eb22371a365215268579e43ba6477113d08673.png"/><Relationship Id="rIdT4ClickFrame32" Type="http://schemas.openxmlformats.org/officeDocument/2006/relationships/image" Target="../media/recovery_r10_1287606361faa7f1_t4_click_1287606361faa7f1a3a686f6ada6590fa8f8c2bd8ceda4f54e673050470cc55a.png"/><Relationship Id="rIdT4ClickFrame33" Type="http://schemas.openxmlformats.org/officeDocument/2006/relationships/image" Target="../media/recovery_r10_1d15ef51b1e6d7c8_t4_click_1d15ef51b1e6d7c8115ce1a3e4e78c99037cc6e545eb7204d9250f8854438061.png"/><Relationship Id="rIdT4ClickFrame34" Type="http://schemas.openxmlformats.org/officeDocument/2006/relationships/image" Target="../media/recovery_r10_d3dab9e97a111585_t4_click_d3dab9e97a1115853f07bd0a15a3c89d115d80d872436cc207b0b439f2234d6a.png"/><Relationship Id="rIdT4ClickFrame35" Type="http://schemas.openxmlformats.org/officeDocument/2006/relationships/image" Target="../media/recovery_r10_8bfcd6158eb37959_t4_click_8bfcd6158eb37959b623bf8f4c289aa65d5504c93afca00324dff6014080a942.png"/><Relationship Id="rIdT4ClickFrame36" Type="http://schemas.openxmlformats.org/officeDocument/2006/relationships/image" Target="../media/recovery_r10_8276503213453465_t4_click_8276503213453465b7eb58c25162355f427bae3511c847dc1079657e018590cd.png"/><Relationship Id="rIdT4ClickFrame37" Type="http://schemas.openxmlformats.org/officeDocument/2006/relationships/image" Target="../media/recovery_r10_db3db54af049504c_t4_click_db3db54af049504c7b469a173fcd19f2fe63c1acfb89e150e2ba331b29c373ba.png"/><Relationship Id="rIdT4ClickFrame38" Type="http://schemas.openxmlformats.org/officeDocument/2006/relationships/image" Target="../media/recovery_r10_04ce72398632cd6b_t4_click_04ce72398632cd6b6038e0636d24937f3c3528e26075bd4e4d1b1d4def2b0d25.png"/><Relationship Id="rIdT4ClickFrame39" Type="http://schemas.openxmlformats.org/officeDocument/2006/relationships/image" Target="../media/recovery_r10_70c40704b6b8ac41_t4_click_70c40704b6b8ac41cd6b1a1c8484f2dcb04f3eaeafb788a947a7d1df5fb9fd8e.png"/><Relationship Id="rIdT4ClickFrame40" Type="http://schemas.openxmlformats.org/officeDocument/2006/relationships/image" Target="../media/recovery_r10_c80194bfa60acb79_t4_click_c80194bfa60acb79dfaef7d33f99d61fa3bc5d3a9b884b00e0b1bec87822ebe7.png"/><Relationship Id="rIdT4ClickFrame41" Type="http://schemas.openxmlformats.org/officeDocument/2006/relationships/image" Target="../media/recovery_r10_e93d619369cc1670_t4_click_e93d619369cc1670b18a3aa360e9fb603b7ac8e4a58a7d1d3ee06a4679da9fd9.png"/><Relationship Id="rIdT4ClickFrame42" Type="http://schemas.openxmlformats.org/officeDocument/2006/relationships/image" Target="../media/recovery_r10_7e04dd7bcca512ea_image23.png"/><Relationship Id="rIdT4ClickFrame43" Type="http://schemas.openxmlformats.org/officeDocument/2006/relationships/image" Target="../media/recovery_r10_7e04dd7bcca512ea_image23.png"/><Relationship Id="rIdT4ClickFrame44" Type="http://schemas.openxmlformats.org/officeDocument/2006/relationships/image" Target="../media/recovery_r10_6c9b57715bb0b523_t4_click_6c9b57715bb0b523d323f786b6e7efc62bbae49268451b14e33bb70be61d16a4.png"/><Relationship Id="rIdT4ClickFrame45" Type="http://schemas.openxmlformats.org/officeDocument/2006/relationships/image" Target="../media/recovery_r10_c1a2603487e43996_t4_click_c1a2603487e43996a065538caf56bac5e8de6c1d9b2d3c12c2467ea1b1d99416.png"/><Relationship Id="rIdT4ClickFrame46" Type="http://schemas.openxmlformats.org/officeDocument/2006/relationships/image" Target="../media/recovery_r10_b2bbeab91174070f_t4_click_b2bbeab91174070ffc4f96b8c84ad9041498a0605cdaa5939e771e06dcdc73f9.png"/><Relationship Id="rIdT4ClickFrame47" Type="http://schemas.openxmlformats.org/officeDocument/2006/relationships/image" Target="../media/recovery_r10_427650d74a843634_t4_click_427650d74a84363496fa41913660bcd1e382d9f9bcf691c935345c41b956af32.png"/><Relationship Id="rIdT4ClickFrame48" Type="http://schemas.openxmlformats.org/officeDocument/2006/relationships/image" Target="../media/recovery_r10_dba9d819fdf90caa_t4_click_dba9d819fdf90caa3d51730a2667e880c2576d6be5ce984d07c8c267db46bd91.png"/><Relationship Id="rIdT4ClickFrame49" Type="http://schemas.openxmlformats.org/officeDocument/2006/relationships/image" Target="../media/recovery_r10_56fc7867aa75b705_t4_click_56fc7867aa75b7050123fd732debc36276625d421f754210fc597dab4bf97ef4.png"/><Relationship Id="rIdT4ClickFrame50" Type="http://schemas.openxmlformats.org/officeDocument/2006/relationships/image" Target="../media/recovery_r10_5eca9e8024af82be_t4_click_5eca9e8024af82be023bedceab2322fabc08f9e19b5e15a499167ea171e6d90a.png"/><Relationship Id="rIdT4ClickFrame51" Type="http://schemas.openxmlformats.org/officeDocument/2006/relationships/image" Target="../media/recovery_r10_de6c50d520e1014c_t4_click_de6c50d520e1014c2bb8d5a2b576a17863be6da9ae150ef70d20cbdc0c19f866.png"/><Relationship Id="rIdT4ClickFrame52" Type="http://schemas.openxmlformats.org/officeDocument/2006/relationships/image" Target="../media/recovery_r10_eb8e901f20c0a816_t4_click_eb8e901f20c0a816ce4e2f21cdc28f88849748f529cc466dc15ac8aa705ce1cb.png"/><Relationship Id="rIdT4ClickFrame53" Type="http://schemas.openxmlformats.org/officeDocument/2006/relationships/image" Target="../media/recovery_r10_8550fca1d5c82f4c_t4_click_8550fca1d5c82f4cb4490fd3ce224ea18e978d9ac53012638e16b7be1c8d0bc8.png"/><Relationship Id="rIdT4ClickFrame54" Type="http://schemas.openxmlformats.org/officeDocument/2006/relationships/image" Target="../media/recovery_r10_0782d55068213777_t4_click_0782d5506821377746c0476cc74986167f6d1799a75e6d9059da6e3a00027935.png"/><Relationship Id="rIdT4ClickFrame55" Type="http://schemas.openxmlformats.org/officeDocument/2006/relationships/image" Target="../media/recovery_r10_2c724f0d8e82746a_t4_click_2c724f0d8e82746a7cf8864b7fd2149687598a2775a0de83f58973cf70791a11.png"/><Relationship Id="rIdT4ClickFrame56" Type="http://schemas.openxmlformats.org/officeDocument/2006/relationships/image" Target="../media/recovery_r10_67e2bf7f7a9f26b0_t4_click_67e2bf7f7a9f26b0c2830fb93703d36c8a06ab9e9e63f6256f4601d124bc8782.png"/><Relationship Id="rIdT4ClickFrame57" Type="http://schemas.openxmlformats.org/officeDocument/2006/relationships/image" Target="../media/recovery_r10_618cd12dad7a5301_t4_click_618cd12dad7a5301a0dbe4efa0944460780332099dfd5f0baa5ad0d7e26c2d5f.png"/><Relationship Id="rIdT4ClickFrame58" Type="http://schemas.openxmlformats.org/officeDocument/2006/relationships/image" Target="../media/recovery_r10_057b60604849a30f_t4_click_057b60604849a30fc71e5b7820a2f0d214e427692b3b0f628963cf236314488a.png"/><Relationship Id="rIdT4ClickFrame59" Type="http://schemas.openxmlformats.org/officeDocument/2006/relationships/image" Target="../media/recovery_r10_47fcf1b81663999c_t4_click_47fcf1b81663999c6289b82172c08e2bfad25ecff2e71f61154130e34058879b.png"/><Relationship Id="rIdT4ClickFrame60" Type="http://schemas.openxmlformats.org/officeDocument/2006/relationships/image" Target="../media/recovery_r10_547e2092960014cf_t4_click_547e2092960014cf67e9286f3eb439b9f6dcb45d18b68229bd64b3ccfcb4b029.png"/><Relationship Id="rIdT4ClickFrame61" Type="http://schemas.openxmlformats.org/officeDocument/2006/relationships/image" Target="../media/recovery_r10_d63d142927261c9b_t4_click_d63d142927261c9b5e17a9c6bb8d025b8857fb499015385a637c68c0a1118889.png"/><Relationship Id="rIdT4ClickFrame62" Type="http://schemas.openxmlformats.org/officeDocument/2006/relationships/image" Target="../media/recovery_r10_2cab9326804a28d1_t4_click_2cab9326804a28d1a40a717fb588f49c61d3af7a45929b3f0608be39322d5f5a.png"/><Relationship Id="rIdT4ClickFrame63" Type="http://schemas.openxmlformats.org/officeDocument/2006/relationships/image" Target="../media/recovery_r10_a4a321944433fe6d_t4_click_a4a321944433fe6dfd6fe50f64ed8e09777085d44edf4417c21d3477f37a5b3d.png"/></Relationships>
</file>

<file path=ppt/slides/_rels/slide1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9655990f83fd4671"/><Relationship Type="http://schemas.openxmlformats.org/officeDocument/2006/relationships/image" Target="../media/pam_r2_b39fcffd130b98c0_image6.png" Id="R49f38d76aa5844bd"/><Relationship Type="http://schemas.openxmlformats.org/officeDocument/2006/relationships/image" Target="../media/image72.png" Id="R8c3e1ff158be49bf"/><Relationship Type="http://schemas.openxmlformats.org/officeDocument/2006/relationships/image" Target="../media/image71.png" Id="R77c77f7b02c848c1"/><Relationship Type="http://schemas.openxmlformats.org/officeDocument/2006/relationships/image" Target="../media/pam_r2_1cac3b386e11f0e9_image7.png" Id="R43ca5202f3044112"/><Relationship Type="http://schemas.openxmlformats.org/officeDocument/2006/relationships/image" Target="../media/pam_r2_03c1f69c4fd799c6_image8.png" Id="R9b6ee4243d9146c0"/><Relationship Type="http://schemas.openxmlformats.org/officeDocument/2006/relationships/image" Target="../media/pam_r2_4c7869561ce5f980_image165.png" Id="R0ace97ec7e1242bc"/><Relationship Type="http://schemas.openxmlformats.org/officeDocument/2006/relationships/image" Target="../media/pam_r2_81cd470be2eed2a7_image221.png" Id="Ra022a304618145b6"/><Relationship Type="http://schemas.openxmlformats.org/officeDocument/2006/relationships/image" Target="../media/pam_r2_3c5923aeabec7d44_image222.png" Id="R1da63a5b9c92486c"/><Relationship Type="http://schemas.openxmlformats.org/officeDocument/2006/relationships/image" Target="../media/pam_r2_858534662132dae0_image223.png" Id="R61c5fee414d44a6e"/><Relationship Type="http://schemas.openxmlformats.org/officeDocument/2006/relationships/image" Target="../media/pam_r2_bd2405bb8c9a3b85_image224.png" Id="Rbe90467b152f4c21"/><Relationship Type="http://schemas.openxmlformats.org/officeDocument/2006/relationships/image" Target="../media/pam_r2_32081910345bf5f7_image225.png" Id="Red62a34cd1ae4443"/><Relationship Type="http://schemas.openxmlformats.org/officeDocument/2006/relationships/notesSlide" Target="../notesSlides/pam_r2_7df4f7cf7376851a_notesSlide23.xml" Id="R9491518cc6f844e7"/><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235f65b617af0c92_t4_235f65b617af0c924d0ea316.svg"/><Relationship Id="rIdMathSvg3" Type="http://schemas.openxmlformats.org/officeDocument/2006/relationships/image" Target="../media/pam_r2_2cf38e6aa9ffc28a_t4_2cf38e6aa9ffc28a913a1c9e.svg"/><Relationship Id="rIdMathSvg4" Type="http://schemas.openxmlformats.org/officeDocument/2006/relationships/image" Target="../media/pam_r2_85a3ad982d2ccfca_t4_85a3ad982d2ccfca1d625c6a.svg"/><Relationship Id="rIdMathSvg5" Type="http://schemas.openxmlformats.org/officeDocument/2006/relationships/image" Target="../media/pam_r2_863d3077b04580e7_t4_863d3077b04580e717fe3127.svg"/><Relationship Id="rIdMathSvg6" Type="http://schemas.openxmlformats.org/officeDocument/2006/relationships/image" Target="../media/pam_r2_41a11349134282a0_t4_41a11349134282a0654856c0.svg"/><Relationship Id="rIdMathSvg7" Type="http://schemas.openxmlformats.org/officeDocument/2006/relationships/image" Target="../media/pam_r2_106f41bfd6b0b4b2_t4_106f41bfd6b0b4b29f5388e1.svg"/><Relationship Id="rIdMathSvg8" Type="http://schemas.openxmlformats.org/officeDocument/2006/relationships/image" Target="../media/pam_r2_e1364ead303e8d25_t4_e1364ead303e8d25bb4bfbd7.svg"/><Relationship Id="rIdMathSvg9" Type="http://schemas.openxmlformats.org/officeDocument/2006/relationships/image" Target="../media/pam_r2_b4371054110d6a87_t4_b4371054110d6a873eddf7cc.svg"/><Relationship Id="rIdMathSvg10" Type="http://schemas.openxmlformats.org/officeDocument/2006/relationships/image" Target="../media/pam_r2_e3ad0b5aa8c8afa1_t4_e3ad0b5aa8c8afa195ac22ae.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Nav6" Type="http://schemas.openxmlformats.org/officeDocument/2006/relationships/slide" Target="signal_zoom_r4_25.xml"/></Relationships>
</file>

<file path=ppt/slides/_rels/slide16.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278f73fa37541c2"/><Relationship Type="http://schemas.openxmlformats.org/officeDocument/2006/relationships/image" Target="../media/pam_r2_b39fcffd130b98c0_image6.png" Id="R68a09378f28244b8"/><Relationship Type="http://schemas.openxmlformats.org/officeDocument/2006/relationships/image" Target="../media/image72.png" Id="R1f3ccecb994b4eb9"/><Relationship Type="http://schemas.openxmlformats.org/officeDocument/2006/relationships/image" Target="../media/image71.png" Id="Rfc28e9b5434646be"/><Relationship Type="http://schemas.openxmlformats.org/officeDocument/2006/relationships/image" Target="../media/pam_r2_1cac3b386e11f0e9_image7.png" Id="R10ed177aec6440a8"/><Relationship Type="http://schemas.openxmlformats.org/officeDocument/2006/relationships/image" Target="../media/pam_r2_03c1f69c4fd799c6_image8.png" Id="R76cc7b631842453c"/><Relationship Type="http://schemas.openxmlformats.org/officeDocument/2006/relationships/image" Target="../media/pam_r2_4c7869561ce5f980_image165.png" Id="R83ae01870552407d"/><Relationship Type="http://schemas.openxmlformats.org/officeDocument/2006/relationships/image" Target="../media/pam_r2_541e2e0db38c13b7_image232.png" Id="Re74d8889e5fc4e78"/><Relationship Type="http://schemas.openxmlformats.org/officeDocument/2006/relationships/image" Target="../media/pam_r2_2fe01051aecd792d_image233.png" Id="R72e8c77f26274205"/><Relationship Type="http://schemas.openxmlformats.org/officeDocument/2006/relationships/image" Target="../media/t4_prefix_21c719580f8e_t4_prefix_a2f7aa9f0e46_image96.png" Id="R5d826dcdbfd24211"/><Relationship Type="http://schemas.openxmlformats.org/officeDocument/2006/relationships/image" Target="../media/pam_r2_63bd8a6e54138ab5_image235.png" Id="Raf406f87c3134023"/><Relationship Type="http://schemas.openxmlformats.org/officeDocument/2006/relationships/image" Target="../media/pam_r2_885c1d923d7292aa_image236.png" Id="R47da67d4cb5549b5"/><Relationship Type="http://schemas.openxmlformats.org/officeDocument/2006/relationships/image" Target="../media/pam_r2_3d94ed7477575bc5_image214.png" Id="Rca5799ef5f1e4e33"/><Relationship Type="http://schemas.openxmlformats.org/officeDocument/2006/relationships/notesSlide" Target="../notesSlides/pam_r2_7df4f7cf7376851a_notesSlide24.xml" Id="Rcdc6e4ec08b54454"/><Relationship Id="rIdMathSvg0" Type="http://schemas.openxmlformats.org/officeDocument/2006/relationships/image" Target="../media/pam_r2_51914669bda71930_t4_51914669bda71930301884d2.svg"/><Relationship Id="rIdMathSvg1" Type="http://schemas.openxmlformats.org/officeDocument/2006/relationships/image" Target="../media/pam_r2_a4529da0cda1ed11_t4_a4529da0cda1ed113cad6c22.svg"/><Relationship Id="rIdMathSvg2" Type="http://schemas.openxmlformats.org/officeDocument/2006/relationships/image" Target="../media/pam_r2_235f65b617af0c92_t4_235f65b617af0c924d0ea316.svg"/><Relationship Id="rIdMathSvg3" Type="http://schemas.openxmlformats.org/officeDocument/2006/relationships/image" Target="../media/pam_r2_2cf38e6aa9ffc28a_t4_2cf38e6aa9ffc28a913a1c9e.svg"/><Relationship Id="rIdMathSvg4" Type="http://schemas.openxmlformats.org/officeDocument/2006/relationships/image" Target="../media/pam_r2_85a3ad982d2ccfca_t4_85a3ad982d2ccfca1d625c6a.svg"/><Relationship Id="rIdMathSvg5" Type="http://schemas.openxmlformats.org/officeDocument/2006/relationships/image" Target="../media/pam_r2_863d3077b04580e7_t4_863d3077b04580e717fe3127.svg"/><Relationship Id="rIdMathSvg6" Type="http://schemas.openxmlformats.org/officeDocument/2006/relationships/image" Target="../media/pam_r2_6d1bd0d97c0fe142_t4_6d1bd0d97c0fe142ec1f2e06.svg"/><Relationship Id="rIdMathSvg7" Type="http://schemas.openxmlformats.org/officeDocument/2006/relationships/image" Target="../media/pam_r2_f60f72c92c069d92_t4_f60f72c92c069d92f87875a5.svg"/><Relationship Id="rIdMathSvg8" Type="http://schemas.openxmlformats.org/officeDocument/2006/relationships/image" Target="../media/pam_r2_7864d5b2eb48ed1c_t4_7864d5b2eb48ed1c9161fe22.svg"/><Relationship Id="rIdMathSvg9" Type="http://schemas.openxmlformats.org/officeDocument/2006/relationships/image" Target="../media/pam_r2_1bd9084287c663db_t4_1bd9084287c663db6da5e0a7.svg"/><Relationship Id="rIdMathSvg10" Type="http://schemas.openxmlformats.org/officeDocument/2006/relationships/image" Target="../media/pam_r2_32f985cfe2d61f46_t4_32f985cfe2d61f4685b75566.svg"/><Relationship Id="rIdMathSvg11" Type="http://schemas.openxmlformats.org/officeDocument/2006/relationships/image" Target="../media/pam_r2_5070c5ae7b4587be_t4_5070c5ae7b4587be5895e4ac.svg"/><Relationship Id="rIdNav0" Type="http://schemas.openxmlformats.org/officeDocument/2006/relationships/slide" Target="pam_process_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Nav6" Type="http://schemas.openxmlformats.org/officeDocument/2006/relationships/slide" Target="signal_zoom_r4_25.xml"/></Relationships>
</file>

<file path=ppt/slides/_rels/slide17.xml.rels><?xml version='1.0' encoding='UTF-8' standalone='yes'?>
<Relationships xmlns="http://schemas.openxmlformats.org/package/2006/relationships"><Relationship Type="http://schemas.openxmlformats.org/officeDocument/2006/relationships/slideLayout" Target="../slideLayouts/sinc_r12_2300fbb688968eeb_t3_reference_methods_slideLayout1.xml" Id="R95b55a18be7c428e"/><Relationship Type="http://schemas.openxmlformats.org/officeDocument/2006/relationships/image" Target="../media/sinc_r12_55aed1ac72c4eacd_image.png" Id="R8ba3169f85244d75"/><Relationship Type="http://schemas.openxmlformats.org/officeDocument/2006/relationships/image" Target="../media/sinc_r12_fbbe8a7c352d3d83_image2.png" Id="Rd552684a44964576"/><Relationship Type="http://schemas.openxmlformats.org/officeDocument/2006/relationships/image" Target="../media/sinc_r12_289be813339d5f44_image3.png" Id="R55b3d699c57d4ad8"/><Relationship Type="http://schemas.openxmlformats.org/officeDocument/2006/relationships/image" Target="../media/pam_r2_b39fcffd130b98c0_image6.png" Id="R47dd24b2e5c34e41"/><Relationship Type="http://schemas.openxmlformats.org/officeDocument/2006/relationships/image" Target="../media/image72.png" Id="R95542946e9814b16"/><Relationship Type="http://schemas.openxmlformats.org/officeDocument/2006/relationships/image" Target="../media/image71.png" Id="Rc9665a0213bf40d7"/><Relationship Type="http://schemas.openxmlformats.org/officeDocument/2006/relationships/image" Target="../media/pam_r2_1cac3b386e11f0e9_image7.png" Id="Ra81ab260c03543a1"/><Relationship Type="http://schemas.openxmlformats.org/officeDocument/2006/relationships/image" Target="../media/pam_r2_03c1f69c4fd799c6_image8.png" Id="R6fb819cb87df4baf"/><Relationship Type="http://schemas.openxmlformats.org/officeDocument/2006/relationships/image" Target="../media/pam_r2_4c7869561ce5f980_image165.png" Id="Rcad6631ac185431f"/><Relationship Type="http://schemas.openxmlformats.org/officeDocument/2006/relationships/image" Target="../media/pam_r2_ac3476781ff16762_image213.png" Id="Rb0dfebe47d7048b9"/><Relationship Type="http://schemas.openxmlformats.org/officeDocument/2006/relationships/image" Target="../media/pam_r2_32081910345bf5f7_image225.png" Id="R08fcd72da32e455d"/><Relationship Type="http://schemas.openxmlformats.org/officeDocument/2006/relationships/image" Target="../media/pam_r2_3d94ed7477575bc5_image214.png" Id="Rb6477f9f460947b9"/><Relationship Type="http://schemas.openxmlformats.org/officeDocument/2006/relationships/notesSlide" Target="../notesSlides/sinc_r12_2f53e5f32c4b7bfd_notesSlide1.xml" Id="R00a9bdf492204362"/><Relationship Id="rIdMathSvg0" Type="http://schemas.openxmlformats.org/officeDocument/2006/relationships/image" Target="../media/sinc_r12_87eb75da0da66374_t4_87eb75da0da66374bcbab0ef.svg"/><Relationship Id="rIdMathSvg1" Type="http://schemas.openxmlformats.org/officeDocument/2006/relationships/image" Target="../media/sinc_r12_8a34acd04ba668d0_t4_8a34acd04ba668d0461ff74a.svg"/><Relationship Id="rIdMathSvg2" Type="http://schemas.openxmlformats.org/officeDocument/2006/relationships/image" Target="../media/sinc_r12_55c13e6c786bebd0_t4_55c13e6c786bebd09419a66c.svg"/><Relationship Id="rIdMathSvg3" Type="http://schemas.openxmlformats.org/officeDocument/2006/relationships/image" Target="../media/sinc_r12_b39a1d05327e8345_t4_b39a1d05327e83454e67e6a0.svg"/><Relationship Id="rIdMathSvg4" Type="http://schemas.openxmlformats.org/officeDocument/2006/relationships/image" Target="../media/sinc_r12_3adcd417fbdeb633_t4_3adcd417fbdeb6333c674ef4.svg"/><Relationship Id="rIdMathSvg5" Type="http://schemas.openxmlformats.org/officeDocument/2006/relationships/image" Target="../media/sinc_r12_65636aa0654ed8a5_t4_65636aa0654ed8a5b3322f92.svg"/><Relationship Id="rIdMathSvg6" Type="http://schemas.openxmlformats.org/officeDocument/2006/relationships/image" Target="../media/sinc_r12_dce2eadcc611efb8_t4_dce2eadcc611efb84cc2931c.svg"/><Relationship Id="rIdMathSvg7" Type="http://schemas.openxmlformats.org/officeDocument/2006/relationships/image" Target="../media/sinc_r12_70e78df545c99880_t4_70e78df545c9988040c1a3a4.svg"/><Relationship Id="rIdMathSvg8" Type="http://schemas.openxmlformats.org/officeDocument/2006/relationships/image" Target="../media/sinc_r12_71cb9494f6e64163_t4_71cb9494f6e641634a10835a.svg"/><Relationship Id="rIdNav0" Type="http://schemas.openxmlformats.org/officeDocument/2006/relationships/slide" Target="pam_process_11.xml"/><Relationship Id="rIdNav1" Type="http://schemas.openxmlformats.org/officeDocument/2006/relationships/slide" Target="pam_process_2.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pam_process_5.xml"/><Relationship Id="rIdNav5" Type="http://schemas.openxmlformats.org/officeDocument/2006/relationships/slide" Target="pam_process_11.xml"/><Relationship Id="rIdT4ClickFrame1" Type="http://schemas.openxmlformats.org/officeDocument/2006/relationships/image" Target="../media/sinc_r12_55aed1ac72c4eacd_image.png"/><Relationship Id="rIdT4ClickFrame2" Type="http://schemas.openxmlformats.org/officeDocument/2006/relationships/image" Target="../media/sinc_r12_f50c2d0950b527cd_t4_click_f50c2d0950b527cd74fd87a764deab209b61699aae0a989ab513cba093133f91.png"/><Relationship Id="rIdT4ClickFrame3" Type="http://schemas.openxmlformats.org/officeDocument/2006/relationships/image" Target="../media/sinc_r12_3d78fb9dc81303cd_t4_click_3d78fb9dc81303cdbfc29a09c5f4caa62049bdb192fc1948f0dd149ad5ad69b2.png"/><Relationship Id="rIdT4ClickFrame4" Type="http://schemas.openxmlformats.org/officeDocument/2006/relationships/image" Target="../media/sinc_r12_b8a8df554c0b147a_t4_click_b8a8df554c0b147a46dfcc43cfbd942d2a9133e9a2a8e473fb2958fc10c502c0.png"/><Relationship Id="rIdT4ClickFrame5" Type="http://schemas.openxmlformats.org/officeDocument/2006/relationships/image" Target="../media/sinc_r12_ad43904abedb5af9_t4_click_ad43904abedb5af97faa6471ee3d8607dcc8e42ab957ef921646eeb772b49cfa.png"/><Relationship Id="rIdT4ClickFrame6" Type="http://schemas.openxmlformats.org/officeDocument/2006/relationships/image" Target="../media/sinc_r12_e4c63a2753ee3467_t4_click_e4c63a2753ee34676588200892ccb3eecb90fbed603e5027ea44d618d5228bc9.png"/><Relationship Id="rIdT4ClickFrame7" Type="http://schemas.openxmlformats.org/officeDocument/2006/relationships/image" Target="../media/sinc_r12_2a6ee7f5b58a4456_t4_click_2a6ee7f5b58a4456ee3abbe51735f1cd718cf5a188eeb9c34ab9b2cd2ef1ee3f.png"/><Relationship Id="rIdT4ClickFrame8" Type="http://schemas.openxmlformats.org/officeDocument/2006/relationships/image" Target="../media/sinc_r12_e3c8a9d4f3ed0dc1_t4_click_e3c8a9d4f3ed0dc1faa75a894e85c36b8421ab29d77bfbc1f5117f289dc5bd31.png"/><Relationship Id="rIdT4ClickFrame9" Type="http://schemas.openxmlformats.org/officeDocument/2006/relationships/image" Target="../media/sinc_r12_c59a06973d87f650_t4_click_c59a06973d87f650cb2d76097396d9bac337ee470c659c081884ef0c2d1d2771.png"/><Relationship Id="rIdT4ClickFrame10" Type="http://schemas.openxmlformats.org/officeDocument/2006/relationships/image" Target="../media/sinc_r12_805b235162635952_t4_click_805b235162635952a441edc8e53283991e9433b79312c0625741ac434bc5b5ad.png"/><Relationship Id="rIdT4ClickFrame11" Type="http://schemas.openxmlformats.org/officeDocument/2006/relationships/image" Target="../media/sinc_r12_805b235162635952_t4_click_805b235162635952a441edc8e53283991e9433b79312c0625741ac434bc5b5ad.png"/><Relationship Id="rIdT4ClickFrame12" Type="http://schemas.openxmlformats.org/officeDocument/2006/relationships/image" Target="../media/sinc_r12_805b235162635952_t4_click_805b235162635952a441edc8e53283991e9433b79312c0625741ac434bc5b5ad.png"/><Relationship Id="rIdT4ClickFrame13" Type="http://schemas.openxmlformats.org/officeDocument/2006/relationships/image" Target="../media/sinc_r12_2b7b8fc020d4c1f4_t4_click_2b7b8fc020d4c1f4288b59e0db76d018e984be5e5176df03df910e3d0dd779fa.png"/><Relationship Id="rIdT4ClickFrame14" Type="http://schemas.openxmlformats.org/officeDocument/2006/relationships/image" Target="../media/sinc_r12_521db5e0bf51a0c0_t4_click_521db5e0bf51a0c0236889380988ce2ba934c056f8cdac7db966ad33206ed258.png"/><Relationship Id="rIdT4ClickFrame15" Type="http://schemas.openxmlformats.org/officeDocument/2006/relationships/image" Target="../media/sinc_r12_d6bc778eb7155bf4_t4_click_d6bc778eb7155bf4e37df55a02d79e55cb6de13479cd276dd0bf20be47b92c65.png"/><Relationship Id="rIdT4ClickFrame16" Type="http://schemas.openxmlformats.org/officeDocument/2006/relationships/image" Target="../media/sinc_r12_1815fc4d9a36390f_t4_click_1815fc4d9a36390f1250736917ca0e4530bf8dbf48239d8349daa8b3fc0f83b3.png"/><Relationship Id="rIdT4ClickFrame17" Type="http://schemas.openxmlformats.org/officeDocument/2006/relationships/image" Target="../media/sinc_r12_3de2fc5736afe0e3_t4_click_3de2fc5736afe0e3aa77cb5678f6c68af865973384e704cf38e48e1ccb02f37f.png"/><Relationship Id="rIdT4ClickFrame18" Type="http://schemas.openxmlformats.org/officeDocument/2006/relationships/image" Target="../media/sinc_r12_28d8f66a950b765c_t4_click_28d8f66a950b765c0252e5170f7c99b7db7066553c98478cdd8c9b5463da4e60.png"/><Relationship Id="rIdT4ClickFrame19" Type="http://schemas.openxmlformats.org/officeDocument/2006/relationships/image" Target="../media/sinc_r12_34ba8e171330e4c2_t4_click_34ba8e171330e4c2ec9bb858952cd3788e0570e75a1ae6685c80554299eb60be.png"/><Relationship Id="rIdT4ClickFrame20" Type="http://schemas.openxmlformats.org/officeDocument/2006/relationships/image" Target="../media/sinc_r12_2f5a0823025a9427_t4_click_2f5a0823025a942735889d43a4d02f5332fb2d57f8dc0cdb371b479a40c78ab8.png"/><Relationship Id="rIdT4ClickFrame21" Type="http://schemas.openxmlformats.org/officeDocument/2006/relationships/image" Target="../media/sinc_r12_bbb6a68a570b59b1_t4_click_bbb6a68a570b59b1f5fe47454be893aaaa69ccc8c91ed577dbfefccb6be6fdd6.png"/><Relationship Id="rIdT4ClickFrame22" Type="http://schemas.openxmlformats.org/officeDocument/2006/relationships/image" Target="../media/sinc_r12_1913ecfde833595c_t4_click_1913ecfde833595ce1cc8ae1a5a548b895cb3f822f6bcaaa51b7d53a0e5ddb3e.png"/><Relationship Id="rIdT4ClickFrame23" Type="http://schemas.openxmlformats.org/officeDocument/2006/relationships/image" Target="../media/sinc_r12_1913ecfde833595c_t4_click_1913ecfde833595ce1cc8ae1a5a548b895cb3f822f6bcaaa51b7d53a0e5ddb3e.png"/><Relationship Id="rIdT4ClickFrame24" Type="http://schemas.openxmlformats.org/officeDocument/2006/relationships/image" Target="../media/sinc_r12_1913ecfde833595c_t4_click_1913ecfde833595ce1cc8ae1a5a548b895cb3f822f6bcaaa51b7d53a0e5ddb3e.png"/><Relationship Id="rIdT4ClickFrame25" Type="http://schemas.openxmlformats.org/officeDocument/2006/relationships/image" Target="../media/sinc_r12_0a402ee7af0cadad_t4_click_0a402ee7af0cadadbc9d916ce48de6bf831b2be952402b72e91df2632b6f2776.png"/><Relationship Id="rIdT4ClickFrame26" Type="http://schemas.openxmlformats.org/officeDocument/2006/relationships/image" Target="../media/sinc_r12_34b80ff181465765_t4_click_34b80ff18146576515aded3f00317180503ad750aa921aeea901025140d5e300.png"/><Relationship Id="rIdT4ClickFrame27" Type="http://schemas.openxmlformats.org/officeDocument/2006/relationships/image" Target="../media/sinc_r12_818e33474dc0fea6_t4_click_818e33474dc0fea653a80abfbcf37bf34a0bcba9fa3c44bafd2b715a85b7124c.png"/><Relationship Id="rIdT4ClickFrame28" Type="http://schemas.openxmlformats.org/officeDocument/2006/relationships/image" Target="../media/sinc_r12_e71da8cf85121817_t4_click_e71da8cf85121817cbf7fd47f8591ce3ed07dc0fbc0ccbf7c5829b2534d37732.png"/><Relationship Id="rIdT4ClickFrame29" Type="http://schemas.openxmlformats.org/officeDocument/2006/relationships/image" Target="../media/sinc_r12_df9b3c05e843221a_t4_click_df9b3c05e843221aa0e6954d90e2b0a2f84cacc9bda5256b650e4eb967dd05a8.png"/><Relationship Id="rIdT4ClickFrame30" Type="http://schemas.openxmlformats.org/officeDocument/2006/relationships/image" Target="../media/sinc_r12_7b8841d1ba09036e_t4_click_7b8841d1ba09036e4dd2ea4287120f8563b001f17be94bcf3a8e5dba2c5d1731.png"/><Relationship Id="rIdT4ClickFrame31" Type="http://schemas.openxmlformats.org/officeDocument/2006/relationships/image" Target="../media/sinc_r12_fbc8c66689536016_t4_click_fbc8c666895360164eaef4d2770fdf73041686605e25e934e5cecff828357a8a.png"/><Relationship Id="rIdT4ClickFrame32" Type="http://schemas.openxmlformats.org/officeDocument/2006/relationships/image" Target="../media/sinc_r12_359c5e772a311cca_t4_click_359c5e772a311cca09f02cad36fc97b2f8003b49a23dd31ddc5c114e00a75f06.png"/><Relationship Id="rIdT4ClickFrame33" Type="http://schemas.openxmlformats.org/officeDocument/2006/relationships/image" Target="../media/sinc_r12_d387aab2ef72ff54_t4_click_d387aab2ef72ff541f096e9c189043e3df74b33a375879eb5de5e790573e1965.png"/><Relationship Id="rIdT4ClickFrame34" Type="http://schemas.openxmlformats.org/officeDocument/2006/relationships/image" Target="../media/sinc_r12_b8bf7bfc05314632_t4_click_b8bf7bfc0531463286576f05940ef89185668c21c2096d00fa378b63d7716bb9.png"/><Relationship Id="rIdT4ClickFrame35" Type="http://schemas.openxmlformats.org/officeDocument/2006/relationships/image" Target="../media/sinc_r12_b8bf7bfc05314632_t4_click_b8bf7bfc0531463286576f05940ef89185668c21c2096d00fa378b63d7716bb9.png"/><Relationship Id="rIdT4ClickFrame36" Type="http://schemas.openxmlformats.org/officeDocument/2006/relationships/image" Target="../media/sinc_r12_b8bf7bfc05314632_t4_click_b8bf7bfc0531463286576f05940ef89185668c21c2096d00fa378b63d7716bb9.png"/><Relationship Id="rIdT4ClickFrame37" Type="http://schemas.openxmlformats.org/officeDocument/2006/relationships/image" Target="../media/sinc_r12_beccd665129a95a7_t4_click_beccd665129a95a771b6ee57a6b2c700614441923cf131fa4dcc4acaca604707.png"/><Relationship Id="rIdT4ClickFrame38" Type="http://schemas.openxmlformats.org/officeDocument/2006/relationships/image" Target="../media/sinc_r12_fa18d80551fb5d43_t4_click_fa18d80551fb5d43056420f762dcbdbc27bc82750b08eebf9c22aabf296fba17.png"/><Relationship Id="rIdT4ClickFrame39" Type="http://schemas.openxmlformats.org/officeDocument/2006/relationships/image" Target="../media/sinc_r12_7f6e9914903c4c65_t4_click_7f6e9914903c4c654cd907e1b6eb9c04d425ec21027f2b0ecec69705262c2b46.png"/><Relationship Id="rIdT4ClickFrame40" Type="http://schemas.openxmlformats.org/officeDocument/2006/relationships/image" Target="../media/sinc_r12_4c172e1d29206b63_t4_click_4c172e1d29206b6351289976291d56472aea62591e27c50a62e9ff9875ae44c7.png"/><Relationship Id="rIdT4ClickFrame41" Type="http://schemas.openxmlformats.org/officeDocument/2006/relationships/image" Target="../media/sinc_r12_0a935d874bd1ccc1_t4_click_0a935d874bd1ccc1cb49b0dbce000d6f1348b9d0a7fcc698aef789ed4cec1ac6.png"/><Relationship Id="rIdT4ClickFrame42" Type="http://schemas.openxmlformats.org/officeDocument/2006/relationships/image" Target="../media/sinc_r12_b4e5d84fc72d0dc6_t4_click_b4e5d84fc72d0dc690fcc1ad09c58477e6fb5ba5493e7a583db5fe427ffe994b.png"/><Relationship Id="rIdT4ClickFrame43" Type="http://schemas.openxmlformats.org/officeDocument/2006/relationships/image" Target="../media/sinc_r12_f299e27f5c5aff9e_t4_click_f299e27f5c5aff9ef58cf442778c9fe6f50f622e7578f101387505679cb3c7f9.png"/><Relationship Id="rIdT4ClickFrame44" Type="http://schemas.openxmlformats.org/officeDocument/2006/relationships/image" Target="../media/sinc_r12_2e547c6759623e92_t4_click_2e547c6759623e925c378480fc89063902c697521e5f7296e9217aba78c7e47f.png"/><Relationship Id="rIdT4ClickFrame45" Type="http://schemas.openxmlformats.org/officeDocument/2006/relationships/image" Target="../media/sinc_r12_1d5b8b1f55a21fc2_t4_click_1d5b8b1f55a21fc2506497b7561b460ce1100f61467f18b0cfec834ad4c57a55.png"/><Relationship Id="rIdT4ClickFrame46" Type="http://schemas.openxmlformats.org/officeDocument/2006/relationships/image" Target="../media/sinc_r12_fbbe8a7c352d3d83_image2.png"/><Relationship Id="rIdT4ClickFrame47" Type="http://schemas.openxmlformats.org/officeDocument/2006/relationships/image" Target="../media/sinc_r12_fbbe8a7c352d3d83_image2.png"/><Relationship Id="rIdT4ClickFrame48" Type="http://schemas.openxmlformats.org/officeDocument/2006/relationships/image" Target="../media/sinc_r12_fbbe8a7c352d3d83_image2.png"/><Relationship Id="rIdT4ClickFrame49" Type="http://schemas.openxmlformats.org/officeDocument/2006/relationships/image" Target="../media/sinc_r12_fbbe8a7c352d3d83_image2.png"/><Relationship Id="rIdT4ClickFrame50" Type="http://schemas.openxmlformats.org/officeDocument/2006/relationships/image" Target="../media/sinc_r12_fbbe8a7c352d3d83_image2.png"/><Relationship Id="rIdT4ClickFrame51" Type="http://schemas.openxmlformats.org/officeDocument/2006/relationships/image" Target="../media/sinc_r12_8d19d544b83b787f_t4_click_8d19d544b83b787fc7b05129c095d04d1f5020de3541d8541495788ac61f6567.png"/><Relationship Id="rIdT4ClickFrame52" Type="http://schemas.openxmlformats.org/officeDocument/2006/relationships/image" Target="../media/sinc_r12_4037c690a4aebbd6_t4_click_4037c690a4aebbd6b99fe1aac126e3735d6fe87d751811751d209c49f99605c7.png"/><Relationship Id="rIdT4ClickFrame53" Type="http://schemas.openxmlformats.org/officeDocument/2006/relationships/image" Target="../media/sinc_r12_7183c93974ff9103_t4_click_7183c93974ff9103e7fb2fdc293ade2da063a66f761101fa09f2a16ca4327d90.png"/><Relationship Id="rIdT4ClickFrame54" Type="http://schemas.openxmlformats.org/officeDocument/2006/relationships/image" Target="../media/sinc_r12_1e73ccbfee659559_t4_click_1e73ccbfee659559b408a90eb0182cb215000e03dda80df6dc2eeef163d85d24.png"/><Relationship Id="rIdT4ClickFrame55" Type="http://schemas.openxmlformats.org/officeDocument/2006/relationships/image" Target="../media/sinc_r12_0fc22c67228439cf_t4_click_0fc22c67228439cfcf987e218b3910550d9d2df7cbb5b97014444fdb176591e0.png"/><Relationship Id="rIdT4ClickFrame56" Type="http://schemas.openxmlformats.org/officeDocument/2006/relationships/image" Target="../media/sinc_r12_13f9a9763bfa8018_t4_click_13f9a9763bfa80186a8ef7068b1a106175cbf93927e4cc6462415a44cce45545.png"/><Relationship Id="rIdT4ClickFrame57" Type="http://schemas.openxmlformats.org/officeDocument/2006/relationships/image" Target="../media/sinc_r12_6fb452ec12e4c5c6_t4_click_6fb452ec12e4c5c64bf4c0ff1d75c6cba57b43b1ee842bc3732bced31bd47dde.png"/><Relationship Id="rIdT4ClickFrame58" Type="http://schemas.openxmlformats.org/officeDocument/2006/relationships/image" Target="../media/sinc_r12_fa7b8899f0c8312f_t4_click_fa7b8899f0c8312f5687ba47bba51a12c6eaea7e2d5249c138a1d5489badb6a5.png"/><Relationship Id="rIdT4ClickFrame59" Type="http://schemas.openxmlformats.org/officeDocument/2006/relationships/image" Target="../media/sinc_r12_bf23a436eb835b7c_t4_click_bf23a436eb835b7cd58bb43e1b3053db35e2ff87a047ff5a16bb25feaca3d424.png"/><Relationship Id="rIdT4ClickFrame60" Type="http://schemas.openxmlformats.org/officeDocument/2006/relationships/image" Target="../media/sinc_r12_bf23a436eb835b7c_t4_click_bf23a436eb835b7cd58bb43e1b3053db35e2ff87a047ff5a16bb25feaca3d424.png"/><Relationship Id="rIdT4ClickFrame61" Type="http://schemas.openxmlformats.org/officeDocument/2006/relationships/image" Target="../media/sinc_r12_bf23a436eb835b7c_t4_click_bf23a436eb835b7cd58bb43e1b3053db35e2ff87a047ff5a16bb25feaca3d424.png"/><Relationship Id="rIdT4ClickFrame62" Type="http://schemas.openxmlformats.org/officeDocument/2006/relationships/image" Target="../media/sinc_r12_a25154269018172d_t4_click_a25154269018172dbb80b088dffcfa08a38c787752948e0b465d92111a791ab7.png"/><Relationship Id="rIdT4ClickFrame63" Type="http://schemas.openxmlformats.org/officeDocument/2006/relationships/image" Target="../media/sinc_r12_a25154269018172d_t4_click_a25154269018172dbb80b088dffcfa08a38c787752948e0b465d92111a791ab7.png"/><Relationship Id="rIdT4ClickFrame64" Type="http://schemas.openxmlformats.org/officeDocument/2006/relationships/image" Target="../media/sinc_r12_a25154269018172d_t4_click_a25154269018172dbb80b088dffcfa08a38c787752948e0b465d92111a791ab7.png"/><Relationship Id="rIdT4ClickFrame65" Type="http://schemas.openxmlformats.org/officeDocument/2006/relationships/image" Target="../media/sinc_r12_a25154269018172d_t4_click_a25154269018172dbb80b088dffcfa08a38c787752948e0b465d92111a791ab7.png"/><Relationship Id="rIdT4ClickFrame66" Type="http://schemas.openxmlformats.org/officeDocument/2006/relationships/image" Target="../media/sinc_r12_a25154269018172d_t4_click_a25154269018172dbb80b088dffcfa08a38c787752948e0b465d92111a791ab7.png"/><Relationship Id="rIdT4ClickFrame67" Type="http://schemas.openxmlformats.org/officeDocument/2006/relationships/image" Target="../media/sinc_r12_a25154269018172d_t4_click_a25154269018172dbb80b088dffcfa08a38c787752948e0b465d92111a791ab7.png"/><Relationship Id="rIdT4ClickFrame68" Type="http://schemas.openxmlformats.org/officeDocument/2006/relationships/image" Target="../media/sinc_r12_a25154269018172d_t4_click_a25154269018172dbb80b088dffcfa08a38c787752948e0b465d92111a791ab7.png"/><Relationship Id="rIdT4ClickFrame69" Type="http://schemas.openxmlformats.org/officeDocument/2006/relationships/image" Target="../media/sinc_r12_a25154269018172d_t4_click_a25154269018172dbb80b088dffcfa08a38c787752948e0b465d92111a791ab7.png"/><Relationship Id="rIdT4ClickFrame70" Type="http://schemas.openxmlformats.org/officeDocument/2006/relationships/image" Target="../media/sinc_r12_a25154269018172d_t4_click_a25154269018172dbb80b088dffcfa08a38c787752948e0b465d92111a791ab7.png"/><Relationship Id="rIdT4ClickFrame71" Type="http://schemas.openxmlformats.org/officeDocument/2006/relationships/image" Target="../media/sinc_r12_a25154269018172d_t4_click_a25154269018172dbb80b088dffcfa08a38c787752948e0b465d92111a791ab7.png"/><Relationship Id="rIdT4ClickFrame72" Type="http://schemas.openxmlformats.org/officeDocument/2006/relationships/image" Target="../media/sinc_r12_a25154269018172d_t4_click_a25154269018172dbb80b088dffcfa08a38c787752948e0b465d92111a791ab7.png"/><Relationship Id="rIdT4ClickFrame73" Type="http://schemas.openxmlformats.org/officeDocument/2006/relationships/image" Target="../media/sinc_r12_a25154269018172d_t4_click_a25154269018172dbb80b088dffcfa08a38c787752948e0b465d92111a791ab7.png"/><Relationship Id="rIdT4ClickFrame74" Type="http://schemas.openxmlformats.org/officeDocument/2006/relationships/image" Target="../media/sinc_r12_902cd913d0210b62_t4_click_902cd913d0210b624e90a44ec59951e6277f75f766ff99c224fcb3a7fe7eb4bb.png"/><Relationship Id="rIdT4ClickFrame75" Type="http://schemas.openxmlformats.org/officeDocument/2006/relationships/image" Target="../media/sinc_r12_9db812cc73a1d581_t4_click_9db812cc73a1d581eb11d296ae058026a3d53fa1980b396f5af13876985a5067.png"/><Relationship Id="rIdT4ClickFrame76" Type="http://schemas.openxmlformats.org/officeDocument/2006/relationships/image" Target="../media/sinc_r12_d5e6ed2fd0e03649_t4_click_d5e6ed2fd0e036490cc8639887a5bc189fc2f36853d2d9a34bb7c6061e5df67a.png"/><Relationship Id="rIdT4ClickFrame77" Type="http://schemas.openxmlformats.org/officeDocument/2006/relationships/image" Target="../media/sinc_r12_d09778f4804ded21_t4_click_d09778f4804ded21b8a6a52298242dae095b55dc5c9610122f805b97803647ab.png"/><Relationship Id="rIdT4ClickFrame78" Type="http://schemas.openxmlformats.org/officeDocument/2006/relationships/image" Target="../media/sinc_r12_700ed517850252b3_t4_click_700ed517850252b3cc688ca9c56b6e33d64bcbced2c8df224f3a8c232ce56a26.png"/><Relationship Id="rIdT4ClickFrame79" Type="http://schemas.openxmlformats.org/officeDocument/2006/relationships/image" Target="../media/sinc_r12_862e077a71f6a8e5_t4_click_862e077a71f6a8e54aee428157bce557768a7cdcc55c49f635ee2a1c648a08cb.png"/><Relationship Id="rIdT4ClickFrame80" Type="http://schemas.openxmlformats.org/officeDocument/2006/relationships/image" Target="../media/sinc_r12_473556b283f41860_t4_click_473556b283f418605320ad00eb4da1665ba6447fc7983ad45159a9bd2831682c.png"/><Relationship Id="rIdT4ClickFrame81" Type="http://schemas.openxmlformats.org/officeDocument/2006/relationships/image" Target="../media/sinc_r12_e0b395a3bebbdc25_t4_click_e0b395a3bebbdc255a705201b070fb7cad1710831b645711319af976a949cb1c.png"/><Relationship Id="rIdT4ClickFrame82" Type="http://schemas.openxmlformats.org/officeDocument/2006/relationships/image" Target="../media/sinc_r12_9b002aebdb029190_t4_click_9b002aebdb029190c79c1fdfe65961ae8af18754da966c049bc8e5f3d0280721.png"/><Relationship Id="rIdT4ClickFrame83" Type="http://schemas.openxmlformats.org/officeDocument/2006/relationships/image" Target="../media/sinc_r12_618dc8eb79e27318_t4_click_618dc8eb79e2731803bd13db590d7896f3a504d46d39c0f39c08a143f17eadcc.png"/><Relationship Id="rIdT4ClickFrame84" Type="http://schemas.openxmlformats.org/officeDocument/2006/relationships/image" Target="../media/sinc_r12_618dc8eb79e27318_t4_click_618dc8eb79e2731803bd13db590d7896f3a504d46d39c0f39c08a143f17eadcc.png"/><Relationship Id="rIdT4ClickFrame85" Type="http://schemas.openxmlformats.org/officeDocument/2006/relationships/image" Target="../media/sinc_r12_618dc8eb79e27318_t4_click_618dc8eb79e2731803bd13db590d7896f3a504d46d39c0f39c08a143f17eadcc.png"/><Relationship Id="rIdT4ClickFrame86" Type="http://schemas.openxmlformats.org/officeDocument/2006/relationships/image" Target="../media/sinc_r12_eeee811266ac0881_t4_click_eeee811266ac0881f6a1db65c10102cca8d3448c1b881640c1df5e9a4d49a82c.png"/><Relationship Id="rIdT4ClickFrame87" Type="http://schemas.openxmlformats.org/officeDocument/2006/relationships/image" Target="../media/sinc_r12_85e15b40b9554178_t4_click_85e15b40b95541783ca57b78c9b119b52389e295e309ddf97719d80c5e0e3bf1.png"/><Relationship Id="rIdT4ClickFrame88" Type="http://schemas.openxmlformats.org/officeDocument/2006/relationships/image" Target="../media/sinc_r12_ded952118dea2914_t4_click_ded952118dea2914f8d9c9c0bc90cafaa64a86d37355d30be8df355e1b9832ba.png"/><Relationship Id="rIdT4ClickFrame89" Type="http://schemas.openxmlformats.org/officeDocument/2006/relationships/image" Target="../media/sinc_r12_b4bea1c5981118ee_t4_click_b4bea1c5981118eefb25b0b0c8918d7e0271f98809f0f0f1c8f55063e349cf34.png"/><Relationship Id="rIdT4ClickFrame90" Type="http://schemas.openxmlformats.org/officeDocument/2006/relationships/image" Target="../media/sinc_r12_913378cac22c73d8_t4_click_913378cac22c73d86f9e46b592e0737f99baa2d505f8d86ec9ead9daa133ec67.png"/><Relationship Id="rIdT4ClickFrame91" Type="http://schemas.openxmlformats.org/officeDocument/2006/relationships/image" Target="../media/sinc_r12_224855b32a28abef_t4_click_224855b32a28abef67d11457ac154ea571a6bcad11f6a33f5825c78b20c3190a.png"/><Relationship Id="rIdT4ClickFrame92" Type="http://schemas.openxmlformats.org/officeDocument/2006/relationships/image" Target="../media/sinc_r12_c4c0bd362b8b1dee_t4_click_c4c0bd362b8b1dee4983f32ebd34f55188212233eaa18db3a1b7022e3777366f.png"/><Relationship Id="rIdT4ClickFrame93" Type="http://schemas.openxmlformats.org/officeDocument/2006/relationships/image" Target="../media/sinc_r12_a4eba22d7b8e60c7_t4_click_a4eba22d7b8e60c739fb8a05ce289d5bf2fc69f903ed76d2809c2fedb25806d3.png"/><Relationship Id="rIdT4ClickFrame94" Type="http://schemas.openxmlformats.org/officeDocument/2006/relationships/image" Target="../media/sinc_r12_3f2eb4181df92ab1_t4_click_3f2eb4181df92ab1fd56cfcaa693a08d8cc4743ed987705d0d099c29ac8606d0.png"/><Relationship Id="rIdT4ClickFrame95" Type="http://schemas.openxmlformats.org/officeDocument/2006/relationships/image" Target="../media/sinc_r12_97c70d9b0d23fa11_t4_click_97c70d9b0d23fa119272345c2cb079ef203073df2c2b333fc71a390660db3edc.png"/><Relationship Id="rIdT4ClickFrame96" Type="http://schemas.openxmlformats.org/officeDocument/2006/relationships/image" Target="../media/sinc_r12_97c70d9b0d23fa11_t4_click_97c70d9b0d23fa119272345c2cb079ef203073df2c2b333fc71a390660db3edc.png"/><Relationship Id="rIdT4ClickFrame97" Type="http://schemas.openxmlformats.org/officeDocument/2006/relationships/image" Target="../media/sinc_r12_97c70d9b0d23fa11_t4_click_97c70d9b0d23fa119272345c2cb079ef203073df2c2b333fc71a390660db3edc.png"/><Relationship Id="rIdT4ClickFrame98" Type="http://schemas.openxmlformats.org/officeDocument/2006/relationships/image" Target="../media/sinc_r12_a962cd3f1228667c_t4_click_a962cd3f1228667cb891075d24f4c30136ec0cdbd01821ede50b627d7d613dac.png"/><Relationship Id="rIdT4ClickFrame99" Type="http://schemas.openxmlformats.org/officeDocument/2006/relationships/image" Target="../media/sinc_r12_2ba5461a83a41e60_t4_click_2ba5461a83a41e6035ad534f051daf7f8c3732866629a432d24276e4129ff8de.png"/><Relationship Id="rIdT4ClickFrame100" Type="http://schemas.openxmlformats.org/officeDocument/2006/relationships/image" Target="../media/sinc_r12_134171dc5ae89085_t4_click_134171dc5ae89085e1c12b7d0b114fed3139237af3ab5d25305b24f27cabeb93.png"/><Relationship Id="rIdT4ClickFrame101" Type="http://schemas.openxmlformats.org/officeDocument/2006/relationships/image" Target="../media/sinc_r12_e1d8f3f6f465a4fe_t4_click_e1d8f3f6f465a4fea0ecf1249f186e0ca3b41f2fae467488a6d6f692d99fd7ad.png"/><Relationship Id="rIdT4ClickFrame102" Type="http://schemas.openxmlformats.org/officeDocument/2006/relationships/image" Target="../media/sinc_r12_bb81e7560ca665f2_t4_click_bb81e7560ca665f26d84c48efbca6d2eef286963c27d4c3cc594807c472e3b42.png"/><Relationship Id="rIdT4ClickFrame103" Type="http://schemas.openxmlformats.org/officeDocument/2006/relationships/image" Target="../media/sinc_r12_9780effe0c090bbc_t4_click_9780effe0c090bbce6e16e8182a72a4e139b311d0ff646167a6cfba6bd41654b.png"/><Relationship Id="rIdT4ClickFrame104" Type="http://schemas.openxmlformats.org/officeDocument/2006/relationships/image" Target="../media/sinc_r12_270e2a81f3ef7c76_t4_click_270e2a81f3ef7c76df317e32de1ffaa6a8b443096c9625b822185546ca2eb205.png"/><Relationship Id="rIdT4ClickFrame105" Type="http://schemas.openxmlformats.org/officeDocument/2006/relationships/image" Target="../media/sinc_r12_38c9835c5026c172_t4_click_38c9835c5026c172335d499b79d9360bc55471d16ed0f59877e273042464ca2f.png"/><Relationship Id="rIdT4ClickFrame106" Type="http://schemas.openxmlformats.org/officeDocument/2006/relationships/image" Target="../media/sinc_r12_e35f025ba208a02f_t4_click_e35f025ba208a02f8a28f50d1b27a7b5c4b26c92750d8e75764cfe7cf8f81099.png"/><Relationship Id="rIdT4ClickFrame107" Type="http://schemas.openxmlformats.org/officeDocument/2006/relationships/image" Target="../media/sinc_r12_289be813339d5f44_image3.png"/><Relationship Id="rIdT4ClickFrame108" Type="http://schemas.openxmlformats.org/officeDocument/2006/relationships/image" Target="../media/sinc_r12_289be813339d5f44_image3.png"/><Relationship Id="rIdT4ClickFrame109" Type="http://schemas.openxmlformats.org/officeDocument/2006/relationships/image" Target="../media/sinc_r12_289be813339d5f44_image3.png"/><Relationship Id="rIdT4ClickFrame110" Type="http://schemas.openxmlformats.org/officeDocument/2006/relationships/image" Target="../media/sinc_r12_289be813339d5f44_image3.png"/><Relationship Id="rIdT4ClickFrame111" Type="http://schemas.openxmlformats.org/officeDocument/2006/relationships/image" Target="../media/sinc_r12_289be813339d5f44_image3.png"/><Relationship Id="rIdT4ClickFrame112" Type="http://schemas.openxmlformats.org/officeDocument/2006/relationships/image" Target="../media/sinc_r12_9f58bad3ff7b4240_t4_click_9f58bad3ff7b424056a03f51ac124c8ee851d28059b6bfffe2fe16945d763ef4.png"/><Relationship Id="rIdT4ClickFrame113" Type="http://schemas.openxmlformats.org/officeDocument/2006/relationships/image" Target="../media/sinc_r12_15f0b8b7ef2135ad_t4_click_15f0b8b7ef2135ad603d4e05d998a18ea4b61a8606b38081fe62a997c4888db6.png"/><Relationship Id="rIdT4ClickFrame114" Type="http://schemas.openxmlformats.org/officeDocument/2006/relationships/image" Target="../media/sinc_r12_0f375de2b1ff90db_t4_click_0f375de2b1ff90db3b0bc0aa9a38b6bc81925cdfd85e17b251f21074a81aa06d.png"/><Relationship Id="rIdT4ClickFrame115" Type="http://schemas.openxmlformats.org/officeDocument/2006/relationships/image" Target="../media/sinc_r12_0cbbeea62a22a87c_t4_click_0cbbeea62a22a87c6611576c46105c64d1809d3b7b57f679c0ebde84bd3021d1.png"/><Relationship Id="rIdT4ClickFrame116" Type="http://schemas.openxmlformats.org/officeDocument/2006/relationships/image" Target="../media/sinc_r12_4c6b06723d2f539f_t4_click_4c6b06723d2f539fdce753c94f2424067e4a2b9dbf59ec47d2661425b4dfaa2f.png"/><Relationship Id="rIdT4ClickFrame117" Type="http://schemas.openxmlformats.org/officeDocument/2006/relationships/image" Target="../media/sinc_r12_bef3d81efd7e699f_t4_click_bef3d81efd7e699faad1879b925e0c575ccf8b01823ea303342f4575c62ff0ae.png"/><Relationship Id="rIdT4ClickFrame118" Type="http://schemas.openxmlformats.org/officeDocument/2006/relationships/image" Target="../media/sinc_r12_b15c5ac25610661c_t4_click_b15c5ac25610661c633877cb96b82f350ca1290b3d3a06db25f3aeb4a9d39a2e.png"/><Relationship Id="rIdT4ClickFrame119" Type="http://schemas.openxmlformats.org/officeDocument/2006/relationships/image" Target="../media/sinc_r12_67e46235443c0e2a_t4_click_67e46235443c0e2a51eb3be9aaa2861471f874d556a00ab5398016a208d76a85.png"/><Relationship Id="rIdT4ClickFrame120" Type="http://schemas.openxmlformats.org/officeDocument/2006/relationships/image" Target="../media/sinc_r12_c44932f124a59d7f_t4_click_c44932f124a59d7fb8b93e99b7b1befdb8dacb6312660008fdb99e8ba0efa914.png"/><Relationship Id="rIdT4ClickFrame121" Type="http://schemas.openxmlformats.org/officeDocument/2006/relationships/image" Target="../media/sinc_r12_c44932f124a59d7f_t4_click_c44932f124a59d7fb8b93e99b7b1befdb8dacb6312660008fdb99e8ba0efa914.png"/><Relationship Id="rIdT4ClickFrame122" Type="http://schemas.openxmlformats.org/officeDocument/2006/relationships/image" Target="../media/sinc_r12_c44932f124a59d7f_t4_click_c44932f124a59d7fb8b93e99b7b1befdb8dacb6312660008fdb99e8ba0efa914.png"/><Relationship Id="rIdT4ClickFrame123" Type="http://schemas.openxmlformats.org/officeDocument/2006/relationships/image" Target="../media/sinc_r12_9c0cafbda9373be6_t4_click_9c0cafbda9373be62b043815803dcd68138bcf26b4b3448835bad17eba3fe2e1.png"/><Relationship Id="rIdT4ClickFrame124" Type="http://schemas.openxmlformats.org/officeDocument/2006/relationships/image" Target="../media/sinc_r12_e042ed5ff13fcb19_t4_click_e042ed5ff13fcb199b8a74356b707d255478a7888c66bef48a093df0e3262168.png"/><Relationship Id="rIdT4ClickFrame125" Type="http://schemas.openxmlformats.org/officeDocument/2006/relationships/image" Target="../media/sinc_r12_0ba6ef2d62d9f8d9_t4_click_0ba6ef2d62d9f8d974c17ebed2f3d364cce9aaac7b648ba814a9bdf7cf99d56e.png"/><Relationship Id="rIdT4ClickFrame126" Type="http://schemas.openxmlformats.org/officeDocument/2006/relationships/image" Target="../media/sinc_r12_ea8826a0489bd070_t4_click_ea8826a0489bd0705a9b37f6e82ef5c36428fc0bb63493d21ac504f736c3d62e.png"/><Relationship Id="rIdT4ClickFrame127" Type="http://schemas.openxmlformats.org/officeDocument/2006/relationships/image" Target="../media/sinc_r12_6b308d1b34d47b9d_t4_click_6b308d1b34d47b9d821a82996713e0b5fbeda66bee37d418c868d7d33dd1587b.png"/><Relationship Id="rIdT4ClickFrame128" Type="http://schemas.openxmlformats.org/officeDocument/2006/relationships/image" Target="../media/sinc_r12_b4f1d0f769699df8_t4_click_b4f1d0f769699df80183b96a65ba1e60234c82731b1988ddba4ae79ecc0056f8.png"/><Relationship Id="rIdT4ClickFrame129" Type="http://schemas.openxmlformats.org/officeDocument/2006/relationships/image" Target="../media/sinc_r12_e247b0c55e65ab7a_t4_click_e247b0c55e65ab7a9fcee699d90dfa73042abec7f0c9c196a93394a0910f8338.png"/><Relationship Id="rIdT4ClickFrame130" Type="http://schemas.openxmlformats.org/officeDocument/2006/relationships/image" Target="../media/sinc_r12_7f047ec9a467dbd1_t4_click_7f047ec9a467dbd14f2a82af2b03bb986b248f051ae412e8e3656d097dcd39fd.png"/><Relationship Id="rIdT4ClickFrame131" Type="http://schemas.openxmlformats.org/officeDocument/2006/relationships/image" Target="../media/sinc_r12_685b445fc219ff85_t4_click_685b445fc219ff85d3acc410bd2711409c66272b262a7a0028651c2a3b3cf2c1.png"/><Relationship Id="rIdT4ClickFrame132" Type="http://schemas.openxmlformats.org/officeDocument/2006/relationships/image" Target="../media/sinc_r12_0d8c975e03297f3d_t4_click_0d8c975e03297f3d0810c38789a9e2c37d4d872b79f9a7d9dbd30faa728803fb.png"/><Relationship Id="rIdT4ClickFrame133" Type="http://schemas.openxmlformats.org/officeDocument/2006/relationships/image" Target="../media/sinc_r12_0d8c975e03297f3d_t4_click_0d8c975e03297f3d0810c38789a9e2c37d4d872b79f9a7d9dbd30faa728803fb.png"/><Relationship Id="rIdT4ClickFrame134" Type="http://schemas.openxmlformats.org/officeDocument/2006/relationships/image" Target="../media/sinc_r12_0d8c975e03297f3d_t4_click_0d8c975e03297f3d0810c38789a9e2c37d4d872b79f9a7d9dbd30faa728803fb.png"/><Relationship Id="rIdT4ClickFrame135" Type="http://schemas.openxmlformats.org/officeDocument/2006/relationships/image" Target="../media/sinc_r12_0974207606331160_t4_click_0974207606331160d8313f2777a2acc7bd66ea79ed72c957618e81d99ea01301.png"/><Relationship Id="rIdT4ClickFrame136" Type="http://schemas.openxmlformats.org/officeDocument/2006/relationships/image" Target="../media/sinc_r12_f3e9ea1af63a095a_t4_click_f3e9ea1af63a095ac2f0eab0c302a67d8151ea497d8e3dadfdd9f5e409eae31e.png"/><Relationship Id="rIdT4ClickFrame137" Type="http://schemas.openxmlformats.org/officeDocument/2006/relationships/image" Target="../media/sinc_r12_1a9c9d597ffb111b_t4_click_1a9c9d597ffb111b0e8266b43d8383cea73684eba025386e86c177891e9c5a6f.png"/><Relationship Id="rIdT4ClickFrame138" Type="http://schemas.openxmlformats.org/officeDocument/2006/relationships/image" Target="../media/sinc_r12_4825429d11b2d274_t4_click_4825429d11b2d2748d67c9f08d376e257c5f7bc783367773024012b8a5f01433.png"/><Relationship Id="rIdT4ClickFrame139" Type="http://schemas.openxmlformats.org/officeDocument/2006/relationships/image" Target="../media/sinc_r12_d17d8f94115d39ab_t4_click_d17d8f94115d39aba28bd3aecb3829a9b66211308d5c7ca4100c4f134a33012e.png"/><Relationship Id="rIdT4ClickFrame140" Type="http://schemas.openxmlformats.org/officeDocument/2006/relationships/image" Target="../media/sinc_r12_aa6c9391828b8746_t4_click_aa6c9391828b8746dabee8deb6fe2fba4e3e765d97a49a79c2372a7d8e2f9360.png"/><Relationship Id="rIdT4ClickFrame141" Type="http://schemas.openxmlformats.org/officeDocument/2006/relationships/image" Target="../media/sinc_r12_d3d8d8c5c31d7486_t4_click_d3d8d8c5c31d748611853136757f8de20b7770e01db98108bf66f4b0946beaf8.png"/><Relationship Id="rIdT4ClickFrame142" Type="http://schemas.openxmlformats.org/officeDocument/2006/relationships/image" Target="../media/sinc_r12_2a8edde695c689c6_t4_click_2a8edde695c689c6a95d0c2deb5bfb2ffb1ebef648f81da37aa9947a9fcdecab.png"/><Relationship Id="rIdT4ClickFrame143" Type="http://schemas.openxmlformats.org/officeDocument/2006/relationships/image" Target="../media/sinc_r12_c8529431cf2e0b94_t4_click_c8529431cf2e0b94fb624bc059395483d9962121c5bfb763952844ca9b902db1.png"/><Relationship Id="rIdT4ClickFrame144" Type="http://schemas.openxmlformats.org/officeDocument/2006/relationships/image" Target="../media/sinc_r12_879d8d7f6dcb4047_t4_click_879d8d7f6dcb40478e636c2e745f3ba7ee307b4c45774dadb0355943bd63b53a.png"/><Relationship Id="rIdT4ClickFrame145" Type="http://schemas.openxmlformats.org/officeDocument/2006/relationships/image" Target="../media/sinc_r12_879d8d7f6dcb4047_t4_click_879d8d7f6dcb40478e636c2e745f3ba7ee307b4c45774dadb0355943bd63b53a.png"/><Relationship Id="rIdT4ClickFrame146" Type="http://schemas.openxmlformats.org/officeDocument/2006/relationships/image" Target="../media/sinc_r12_879d8d7f6dcb4047_t4_click_879d8d7f6dcb40478e636c2e745f3ba7ee307b4c45774dadb0355943bd63b53a.png"/><Relationship Id="rIdT4ClickFrame147" Type="http://schemas.openxmlformats.org/officeDocument/2006/relationships/image" Target="../media/sinc_r12_081058839a420be6_t4_click_081058839a420be6342d0813c126bfd15f09273b31c451b97622d2a3c78f4889.png"/><Relationship Id="rIdT4ClickFrame148" Type="http://schemas.openxmlformats.org/officeDocument/2006/relationships/image" Target="../media/sinc_r12_f27ca9f2264c057b_t4_click_f27ca9f2264c057b27917e8175bcfcf716ab1c853c54a4e3c69e1e1b7e002fd0.png"/><Relationship Id="rIdT4ClickFrame149" Type="http://schemas.openxmlformats.org/officeDocument/2006/relationships/image" Target="../media/sinc_r12_e84c0a25aa9d01aa_t4_click_e84c0a25aa9d01aa8ab593e159061ca60211386d6498a978f046ca7fe9a1f2b0.png"/><Relationship Id="rIdT4ClickFrame150" Type="http://schemas.openxmlformats.org/officeDocument/2006/relationships/image" Target="../media/sinc_r12_26f8f9ce47591a30_t4_click_26f8f9ce47591a30a7cebf3ee1543da502531a587fc18a629ef7069e5abe0bc4.png"/><Relationship Id="rIdT4ClickFrame151" Type="http://schemas.openxmlformats.org/officeDocument/2006/relationships/image" Target="../media/sinc_r12_73d7ea138b0fbd80_t4_click_73d7ea138b0fbd808e7e46c5659d3cc6c00aa6416c95a86f34bf84412e6a1f1e.png"/><Relationship Id="rIdT4ClickFrame152" Type="http://schemas.openxmlformats.org/officeDocument/2006/relationships/image" Target="../media/sinc_r12_26640d0587a00fd7_t4_click_26640d0587a00fd7597218ef84ceb3642a0fae294cdaff4a069c4e1970eb0358.png"/><Relationship Id="rIdT4ClickFrame153" Type="http://schemas.openxmlformats.org/officeDocument/2006/relationships/image" Target="../media/sinc_r12_53b3943ea226ad2a_t4_click_53b3943ea226ad2ae3f57c29e32fa2ec1be36608eadd5030ddc2d284f9f0f082.png"/><Relationship Id="rIdT4ClickFrame154" Type="http://schemas.openxmlformats.org/officeDocument/2006/relationships/image" Target="../media/sinc_r12_568e8f30523e8e48_t4_click_568e8f30523e8e48755b16c5dbae2184bde6ecdd3805e189c919f4a94a1d5556.png"/><Relationship Id="rIdT4ClickFrame155" Type="http://schemas.openxmlformats.org/officeDocument/2006/relationships/image" Target="../media/sinc_r12_61c4e7528618339f_t4_click_61c4e7528618339f0652dea24bec18737c0a11d23502954b1a0f45db53fff1d6.png"/><Relationship Id="rIdT4ClickFrame156" Type="http://schemas.openxmlformats.org/officeDocument/2006/relationships/image" Target="../media/sinc_r12_1182d145be8eb774_t4_click_1182d145be8eb7748e6e3264f34917bb78c2c5de190021427d431d79710cd114.png"/><Relationship Id="rIdT4ClickFrame157" Type="http://schemas.openxmlformats.org/officeDocument/2006/relationships/image" Target="../media/sinc_r12_1182d145be8eb774_t4_click_1182d145be8eb7748e6e3264f34917bb78c2c5de190021427d431d79710cd114.png"/><Relationship Id="rIdT4ClickFrame158" Type="http://schemas.openxmlformats.org/officeDocument/2006/relationships/image" Target="../media/sinc_r12_1182d145be8eb774_t4_click_1182d145be8eb7748e6e3264f34917bb78c2c5de190021427d431d79710cd114.png"/><Relationship Id="rIdT4ClickFrame159" Type="http://schemas.openxmlformats.org/officeDocument/2006/relationships/image" Target="../media/sinc_r12_9a27e700b323467b_t4_click_9a27e700b323467b66d90bfcd093c42fd463b28ace047f893482162c00a869a8.png"/><Relationship Id="rIdT4ClickFrame160" Type="http://schemas.openxmlformats.org/officeDocument/2006/relationships/image" Target="../media/sinc_r12_f1b8a9956e74e79e_t4_click_f1b8a9956e74e79e4de63a6fc2a091d2e8d4d1fcde74b2138ea1756b1a4afa12.png"/><Relationship Id="rIdT4ClickFrame161" Type="http://schemas.openxmlformats.org/officeDocument/2006/relationships/image" Target="../media/sinc_r12_b24f566c31a16051_t4_click_b24f566c31a1605106bbdde71af45cd2b97527aa046799328702d41f3249343f.png"/><Relationship Id="rIdT4ClickFrame162" Type="http://schemas.openxmlformats.org/officeDocument/2006/relationships/image" Target="../media/sinc_r12_59b076daee4e20b6_t4_click_59b076daee4e20b6571f7f933eac027000c3ce2b9b56265d2cb7675b7a2eba99.png"/><Relationship Id="rIdT4ClickFrame163" Type="http://schemas.openxmlformats.org/officeDocument/2006/relationships/image" Target="../media/sinc_r12_e69a762802e587b4_t4_click_e69a762802e587b4c8bbd13f15dd073051433dc1ccc503d83c8e2eba7b8909fe.png"/><Relationship Id="rIdT4ClickFrame164" Type="http://schemas.openxmlformats.org/officeDocument/2006/relationships/image" Target="../media/sinc_r12_1fe538b74b3b1224_t4_click_1fe538b74b3b1224afa03e9ac31fed3f0a87119479c48187cb7bef1bd3bc0074.png"/><Relationship Id="rIdT4ClickFrame165" Type="http://schemas.openxmlformats.org/officeDocument/2006/relationships/image" Target="../media/sinc_r12_7bc4ee0e82cb38dc_t4_click_7bc4ee0e82cb38dcc24a57f56dec3a535ba34e882eb3084d62a8496ae1101bb4.png"/><Relationship Id="rIdT4ClickFrame166" Type="http://schemas.openxmlformats.org/officeDocument/2006/relationships/image" Target="../media/sinc_r12_03ecd396a41617c1_t4_click_03ecd396a41617c13594675f9d7fd5fa12b759f04ccf920b234c09eb8512a3dd.png"/><Relationship Id="rIdT4ClickFrame167" Type="http://schemas.openxmlformats.org/officeDocument/2006/relationships/image" Target="../media/sinc_r12_59818233d9c22420_t4_click_59818233d9c22420680141f8da0e30a9fee7992b553e2e6c0e91e4c466820757.png"/><Relationship Id="rIdT4ClickFrame168" Type="http://schemas.openxmlformats.org/officeDocument/2006/relationships/image" Target="../media/sinc_r12_5a59cf57bf6e7c50_t4_click_5a59cf57bf6e7c507a4cd77456e42fe6ed83e2019f3f16c8c4bda3b18006398b.png"/><Relationship Id="rIdT4ClickFrame169" Type="http://schemas.openxmlformats.org/officeDocument/2006/relationships/image" Target="../media/sinc_r12_5a59cf57bf6e7c50_t4_click_5a59cf57bf6e7c507a4cd77456e42fe6ed83e2019f3f16c8c4bda3b18006398b.png"/><Relationship Id="rIdT4ClickFrame170" Type="http://schemas.openxmlformats.org/officeDocument/2006/relationships/image" Target="../media/sinc_r12_5a59cf57bf6e7c50_t4_click_5a59cf57bf6e7c507a4cd77456e42fe6ed83e2019f3f16c8c4bda3b18006398b.png"/><Relationship Id="rIdT4ClickFrame171" Type="http://schemas.openxmlformats.org/officeDocument/2006/relationships/image" Target="../media/sinc_r12_a01991e66a13debf_t4_click_a01991e66a13debf73dfea202a11a83b45b9072544728368ee2adce9dbbf4e48.png"/></Relationships>
</file>

<file path=ppt/slides/_rels/slide18.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methods_slideLayout1.xml" Id="R75eb150d203a40f5"/><Relationship Type="http://schemas.openxmlformats.org/officeDocument/2006/relationships/image" Target="../media/t4_prefix_21c719580f8e_t4_prefix_a2f7aa9f0e46_image107.png" Id="R58442ba3608b4060"/><Relationship Type="http://schemas.openxmlformats.org/officeDocument/2006/relationships/image" Target="../media/image71.png" Id="R7af8d3f32dd2417d"/><Relationship Type="http://schemas.openxmlformats.org/officeDocument/2006/relationships/image" Target="../media/image72.png" Id="R9e07b82e598e47ef"/><Relationship Type="http://schemas.openxmlformats.org/officeDocument/2006/relationships/image" Target="../media/t4_prefix_21c719580f8e_t4_prefix_a2f7aa9f0e46_image5.png" Id="Rdb9150871d70468e"/><Relationship Type="http://schemas.openxmlformats.org/officeDocument/2006/relationships/image" Target="../media/t4_prefix_21c719580f8e_t4_prefix_a2f7aa9f0e46_image111.png" Id="Rd0928cf5165445cb"/><Relationship Type="http://schemas.openxmlformats.org/officeDocument/2006/relationships/image" Target="../media/t4_prefix_21c719580f8e_t4_prefix_a2f7aa9f0e46_image112.png" Id="R0984d4c8f7f14b4e"/><Relationship Type="http://schemas.openxmlformats.org/officeDocument/2006/relationships/image" Target="../media/t4_prefix_21c719580f8e_t4_prefix_a2f7aa9f0e46_image113.png" Id="R7a4bb873193443b4"/><Relationship Type="http://schemas.openxmlformats.org/officeDocument/2006/relationships/notesSlide" Target="../notesSlides/t4_prefix_21c719580f8e_t4_prefix_a2f7aa9f0e46_notesSlide18.xml" Id="Rafc022ca9e1a4d32"/><Relationship Id="rIdMathSvg0" Type="http://schemas.openxmlformats.org/officeDocument/2006/relationships/image" Target="../media/t4_prefix_21c719580f8e_t4_prefix_a2f7aa9f0e46_t4_a01eb22b5ecdfd9a2f074396.svg"/><Relationship Id="rIdMathSvg1" Type="http://schemas.openxmlformats.org/officeDocument/2006/relationships/image" Target="../media/t4_prefix_21c719580f8e_t4_prefix_a2f7aa9f0e46_t4_0edcac1918780ba44e70a100.svg"/><Relationship Id="rIdMathSvg2" Type="http://schemas.openxmlformats.org/officeDocument/2006/relationships/image" Target="../media/t4_prefix_21c719580f8e_t4_prefix_a2f7aa9f0e46_t4_7d03e02e61500f86eb080b0d.svg"/><Relationship Id="rIdMathSvg3" Type="http://schemas.openxmlformats.org/officeDocument/2006/relationships/image" Target="../media/t4_prefix_21c719580f8e_t4_prefix_a2f7aa9f0e46_t4_9e81dba12d0c3b48854b3ac4.svg"/><Relationship Id="rIdMathSvg4" Type="http://schemas.openxmlformats.org/officeDocument/2006/relationships/image" Target="../media/t4_prefix_21c719580f8e_t4_prefix_a2f7aa9f0e46_t4_9d0d115da3bf7255b9424f0b.svg"/><Relationship Id="rIdMathSvg5" Type="http://schemas.openxmlformats.org/officeDocument/2006/relationships/image" Target="../media/t4_prefix_21c719580f8e_t4_prefix_a2f7aa9f0e46_t4_d6c3cdd5b40feb927462b2db.svg"/><Relationship Id="rIdNav0" Type="http://schemas.openxmlformats.org/officeDocument/2006/relationships/slide" Target="slide20.xml"/><Relationship Id="rIdNav1" Type="http://schemas.openxmlformats.org/officeDocument/2006/relationships/slide" Target="pam_process_1.xml"/><Relationship Id="rIdNav2" Type="http://schemas.openxmlformats.org/officeDocument/2006/relationships/slide" Target="pam_process_5.xml"/><Relationship Id="rIdNav3" Type="http://schemas.openxmlformats.org/officeDocument/2006/relationships/slide" Target="pam_process_11.xml"/><Relationship Id="rIdT4ClickFrame1" Type="http://schemas.openxmlformats.org/officeDocument/2006/relationships/image" Target="../media/t4_prefix_21c719580f8e_t4_prefix_a2f7aa9f0e46_image107.png"/><Relationship Id="rIdT4ClickFrame2" Type="http://schemas.openxmlformats.org/officeDocument/2006/relationships/image" Target="../media/t4_prefix_21c719580f8e_t4_prefix_a2f7aa9f0e46_t4_click_4039822b3c9b234ec24188335c229ddd53cdfc93a025a3e25b70a568f5057269.png"/><Relationship Id="rIdT4ClickFrame3" Type="http://schemas.openxmlformats.org/officeDocument/2006/relationships/image" Target="../media/t4_prefix_21c719580f8e_t4_prefix_a2f7aa9f0e46_t4_click_4039822b3c9b234ec24188335c229ddd53cdfc93a025a3e25b70a568f5057269.png"/><Relationship Id="rIdT4ClickFrame4" Type="http://schemas.openxmlformats.org/officeDocument/2006/relationships/image" Target="../media/t4_prefix_21c719580f8e_t4_prefix_a2f7aa9f0e46_t4_click_4039822b3c9b234ec24188335c229ddd53cdfc93a025a3e25b70a568f5057269.png"/><Relationship Id="rIdT4ClickFrame5" Type="http://schemas.openxmlformats.org/officeDocument/2006/relationships/image" Target="../media/t4_prefix_21c719580f8e_t4_prefix_a2f7aa9f0e46_t4_click_4039822b3c9b234ec24188335c229ddd53cdfc93a025a3e25b70a568f5057269.png"/><Relationship Id="rIdT4ClickFrame6" Type="http://schemas.openxmlformats.org/officeDocument/2006/relationships/image" Target="../media/t4_prefix_21c719580f8e_t4_prefix_a2f7aa9f0e46_t4_click_aee5c18240f52cd27513dd577beccab2fca052d1c548447554fee40eaf5e637f.png"/><Relationship Id="rIdT4ClickFrame7" Type="http://schemas.openxmlformats.org/officeDocument/2006/relationships/image" Target="../media/t4_prefix_21c719580f8e_t4_prefix_a2f7aa9f0e46_t4_click_aee5c18240f52cd27513dd577beccab2fca052d1c548447554fee40eaf5e637f.png"/><Relationship Id="rIdT4ClickFrame8" Type="http://schemas.openxmlformats.org/officeDocument/2006/relationships/image" Target="../media/t4_prefix_21c719580f8e_t4_prefix_a2f7aa9f0e46_t4_click_aee5c18240f52cd27513dd577beccab2fca052d1c548447554fee40eaf5e637f.png"/><Relationship Id="rIdT4ClickFrame9" Type="http://schemas.openxmlformats.org/officeDocument/2006/relationships/image" Target="../media/t4_prefix_21c719580f8e_t4_prefix_a2f7aa9f0e46_t4_click_aee5c18240f52cd27513dd577beccab2fca052d1c548447554fee40eaf5e637f.png"/><Relationship Id="rIdT4ClickFrame10" Type="http://schemas.openxmlformats.org/officeDocument/2006/relationships/image" Target="../media/t4_prefix_21c719580f8e_t4_prefix_a2f7aa9f0e46_t4_click_7f1266c6a107933cd8d9fc97f476191fddbb6f228c6096db99b021ac1bc32381.png"/><Relationship Id="rIdT4ClickFrame11" Type="http://schemas.openxmlformats.org/officeDocument/2006/relationships/image" Target="../media/t4_prefix_21c719580f8e_t4_prefix_a2f7aa9f0e46_t4_click_7f1266c6a107933cd8d9fc97f476191fddbb6f228c6096db99b021ac1bc32381.png"/><Relationship Id="rIdT4ClickFrame12" Type="http://schemas.openxmlformats.org/officeDocument/2006/relationships/image" Target="../media/t4_prefix_21c719580f8e_t4_prefix_a2f7aa9f0e46_t4_click_7f1266c6a107933cd8d9fc97f476191fddbb6f228c6096db99b021ac1bc32381.png"/><Relationship Id="rIdT4ClickFrame13" Type="http://schemas.openxmlformats.org/officeDocument/2006/relationships/image" Target="../media/t4_prefix_21c719580f8e_t4_prefix_a2f7aa9f0e46_t4_click_7f1266c6a107933cd8d9fc97f476191fddbb6f228c6096db99b021ac1bc32381.png"/><Relationship Id="rIdT4ClickFrame14" Type="http://schemas.openxmlformats.org/officeDocument/2006/relationships/image" Target="../media/t4_prefix_21c719580f8e_t4_prefix_a2f7aa9f0e46_t4_click_bbe6c7a6ad9637223ca884c0110dfe35fc0e6d745edc4f198fe5034eeb66e06a.png"/><Relationship Id="rIdT4ClickFrame15" Type="http://schemas.openxmlformats.org/officeDocument/2006/relationships/image" Target="../media/t4_prefix_21c719580f8e_t4_prefix_a2f7aa9f0e46_t4_click_bbe6c7a6ad9637223ca884c0110dfe35fc0e6d745edc4f198fe5034eeb66e06a.png"/><Relationship Id="rIdT4ClickFrame16" Type="http://schemas.openxmlformats.org/officeDocument/2006/relationships/image" Target="../media/t4_prefix_21c719580f8e_t4_prefix_a2f7aa9f0e46_t4_click_bbe6c7a6ad9637223ca884c0110dfe35fc0e6d745edc4f198fe5034eeb66e06a.png"/><Relationship Id="rIdT4ClickFrame17" Type="http://schemas.openxmlformats.org/officeDocument/2006/relationships/image" Target="../media/t4_prefix_21c719580f8e_t4_prefix_a2f7aa9f0e46_t4_click_bbe6c7a6ad9637223ca884c0110dfe35fc0e6d745edc4f198fe5034eeb66e06a.png"/><Relationship Id="rIdT4ClickFrame18" Type="http://schemas.openxmlformats.org/officeDocument/2006/relationships/image" Target="../media/t4_prefix_21c719580f8e_t4_prefix_a2f7aa9f0e46_t4_click_cc79a0a231ca5132a0b41392796224491084a1f3799c0aa367713c5603882c8a.png"/><Relationship Id="rIdT4ClickFrame19" Type="http://schemas.openxmlformats.org/officeDocument/2006/relationships/image" Target="../media/t4_prefix_21c719580f8e_t4_prefix_a2f7aa9f0e46_t4_click_cc79a0a231ca5132a0b41392796224491084a1f3799c0aa367713c5603882c8a.png"/><Relationship Id="rIdT4ClickFrame20" Type="http://schemas.openxmlformats.org/officeDocument/2006/relationships/image" Target="../media/t4_prefix_21c719580f8e_t4_prefix_a2f7aa9f0e46_t4_click_cc79a0a231ca5132a0b41392796224491084a1f3799c0aa367713c5603882c8a.png"/><Relationship Id="rIdT4ClickFrame21" Type="http://schemas.openxmlformats.org/officeDocument/2006/relationships/image" Target="../media/t4_prefix_21c719580f8e_t4_prefix_a2f7aa9f0e46_t4_click_cc79a0a231ca5132a0b41392796224491084a1f3799c0aa367713c5603882c8a.png"/><Relationship Id="rIdT4ClickFrame22" Type="http://schemas.openxmlformats.org/officeDocument/2006/relationships/image" Target="../media/t4_prefix_21c719580f8e_t4_prefix_a2f7aa9f0e46_t4_click_88dd65a68c7850014724b87afc9552b499445a4f84cf1d5a597d357092984055.png"/><Relationship Id="rIdT4ClickFrame23" Type="http://schemas.openxmlformats.org/officeDocument/2006/relationships/image" Target="../media/t4_prefix_21c719580f8e_t4_prefix_a2f7aa9f0e46_t4_click_88dd65a68c7850014724b87afc9552b499445a4f84cf1d5a597d357092984055.png"/><Relationship Id="rIdT4ClickFrame24" Type="http://schemas.openxmlformats.org/officeDocument/2006/relationships/image" Target="../media/t4_prefix_21c719580f8e_t4_prefix_a2f7aa9f0e46_t4_click_88dd65a68c7850014724b87afc9552b499445a4f84cf1d5a597d357092984055.png"/><Relationship Id="rIdT4ClickFrame25" Type="http://schemas.openxmlformats.org/officeDocument/2006/relationships/image" Target="../media/t4_prefix_21c719580f8e_t4_prefix_a2f7aa9f0e46_t4_click_88dd65a68c7850014724b87afc9552b499445a4f84cf1d5a597d357092984055.png"/><Relationship Id="rIdT4ClickFrame26" Type="http://schemas.openxmlformats.org/officeDocument/2006/relationships/image" Target="../media/t4_prefix_21c719580f8e_t4_prefix_a2f7aa9f0e46_t4_click_37974c848c270e0e466ec065523e5b97e99c6d457d15244ac3bfd309de3b83dc.png"/><Relationship Id="rIdT4ClickFrame27" Type="http://schemas.openxmlformats.org/officeDocument/2006/relationships/image" Target="../media/t4_prefix_21c719580f8e_t4_prefix_a2f7aa9f0e46_t4_click_37974c848c270e0e466ec065523e5b97e99c6d457d15244ac3bfd309de3b83dc.png"/><Relationship Id="rIdT4ClickFrame28" Type="http://schemas.openxmlformats.org/officeDocument/2006/relationships/image" Target="../media/t4_prefix_21c719580f8e_t4_prefix_a2f7aa9f0e46_t4_click_37974c848c270e0e466ec065523e5b97e99c6d457d15244ac3bfd309de3b83dc.png"/><Relationship Id="rIdT4ClickFrame29" Type="http://schemas.openxmlformats.org/officeDocument/2006/relationships/image" Target="../media/t4_prefix_21c719580f8e_t4_prefix_a2f7aa9f0e46_t4_click_37974c848c270e0e466ec065523e5b97e99c6d457d15244ac3bfd309de3b83dc.png"/><Relationship Id="rIdT4ClickFrame30" Type="http://schemas.openxmlformats.org/officeDocument/2006/relationships/image" Target="../media/t4_prefix_21c719580f8e_t4_prefix_a2f7aa9f0e46_t4_click_d7b9cc38b5e41d828f44673929fa1b9122ee662a6fb565a4924f862770d42b03.png"/><Relationship Id="rIdT4ClickFrame31" Type="http://schemas.openxmlformats.org/officeDocument/2006/relationships/image" Target="../media/t4_prefix_21c719580f8e_t4_prefix_a2f7aa9f0e46_t4_click_d7b9cc38b5e41d828f44673929fa1b9122ee662a6fb565a4924f862770d42b03.png"/><Relationship Id="rIdT4ClickFrame32" Type="http://schemas.openxmlformats.org/officeDocument/2006/relationships/image" Target="../media/t4_prefix_21c719580f8e_t4_prefix_a2f7aa9f0e46_t4_click_d7b9cc38b5e41d828f44673929fa1b9122ee662a6fb565a4924f862770d42b03.png"/><Relationship Id="rIdT4ClickFrame33" Type="http://schemas.openxmlformats.org/officeDocument/2006/relationships/image" Target="../media/t4_prefix_21c719580f8e_t4_prefix_a2f7aa9f0e46_t4_click_d7b9cc38b5e41d828f44673929fa1b9122ee662a6fb565a4924f862770d42b03.png"/><Relationship Id="rIdT4ClickFrame34" Type="http://schemas.openxmlformats.org/officeDocument/2006/relationships/image" Target="../media/t4_prefix_21c719580f8e_t4_prefix_a2f7aa9f0e46_t4_click_dfa4f67b379f342a9ab70b718a0df2d19ff4c94a20310893ff7097196867a997.png"/><Relationship Id="rIdT4ClickFrame35" Type="http://schemas.openxmlformats.org/officeDocument/2006/relationships/image" Target="../media/t4_prefix_21c719580f8e_t4_prefix_a2f7aa9f0e46_t4_click_dfa4f67b379f342a9ab70b718a0df2d19ff4c94a20310893ff7097196867a997.png"/><Relationship Id="rIdT4ClickFrame36" Type="http://schemas.openxmlformats.org/officeDocument/2006/relationships/image" Target="../media/t4_prefix_21c719580f8e_t4_prefix_a2f7aa9f0e46_t4_click_dfa4f67b379f342a9ab70b718a0df2d19ff4c94a20310893ff7097196867a997.png"/><Relationship Id="rIdT4ClickFrame37" Type="http://schemas.openxmlformats.org/officeDocument/2006/relationships/image" Target="../media/t4_prefix_21c719580f8e_t4_prefix_a2f7aa9f0e46_t4_click_dfa4f67b379f342a9ab70b718a0df2d19ff4c94a20310893ff7097196867a997.png"/></Relationships>
</file>

<file path=ppt/slides/_rels/slide19.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methods_slideLayout1.xml" Id="R5f23cbff6c234abb"/><Relationship Type="http://schemas.openxmlformats.org/officeDocument/2006/relationships/image" Target="../media/t4_prefix_21c719580f8e_t4_prefix_a2f7aa9f0e46_image114.png" Id="R3a234779ac2f4131"/><Relationship Type="http://schemas.openxmlformats.org/officeDocument/2006/relationships/image" Target="../media/t4_prefix_21c719580f8e_t4_prefix_a2f7aa9f0e46_image52.png" Id="R990c435bde2b4794"/><Relationship Type="http://schemas.openxmlformats.org/officeDocument/2006/relationships/image" Target="../media/image72.png" Id="Re2b3e857e10245fa"/><Relationship Type="http://schemas.openxmlformats.org/officeDocument/2006/relationships/image" Target="../media/image74.png" Id="R920816b5a6164c93"/><Relationship Type="http://schemas.openxmlformats.org/officeDocument/2006/relationships/image" Target="../media/t4_prefix_21c719580f8e_t4_prefix_a2f7aa9f0e46_image112.png" Id="Rd256c21befcc43d9"/><Relationship Type="http://schemas.openxmlformats.org/officeDocument/2006/relationships/image" Target="../media/t4_prefix_21c719580f8e_t4_prefix_a2f7aa9f0e46_image119.png" Id="R38389f9d3d924490"/><Relationship Type="http://schemas.openxmlformats.org/officeDocument/2006/relationships/notesSlide" Target="../notesSlides/t4_prefix_21c719580f8e_t4_prefix_a2f7aa9f0e46_notesSlide19.xml" Id="R7cbd6fd4099743bb"/><Relationship Id="rIdMathSvg0" Type="http://schemas.openxmlformats.org/officeDocument/2006/relationships/image" Target="../media/t4_prefix_21c719580f8e_t4_prefix_a2f7aa9f0e46_t4_66d2076dffc94f6f1ddf7957.svg"/><Relationship Id="rIdMathSvg1" Type="http://schemas.openxmlformats.org/officeDocument/2006/relationships/image" Target="../media/t4_prefix_21c719580f8e_t4_prefix_a2f7aa9f0e46_t4_0edcac1918780ba44e70a100.svg"/><Relationship Id="rIdMathSvg2" Type="http://schemas.openxmlformats.org/officeDocument/2006/relationships/image" Target="../media/t4_prefix_21c719580f8e_t4_prefix_a2f7aa9f0e46_t4_bb51755be4702c06a87f9550.svg"/><Relationship Id="rIdMathSvg3" Type="http://schemas.openxmlformats.org/officeDocument/2006/relationships/image" Target="../media/t4_prefix_21c719580f8e_t4_prefix_a2f7aa9f0e46_t4_9d0d115da3bf7255b9424f0b.svg"/><Relationship Id="rIdMathSvg4" Type="http://schemas.openxmlformats.org/officeDocument/2006/relationships/image" Target="../media/t4_prefix_21c719580f8e_t4_prefix_a2f7aa9f0e46_t4_d05f5bace222664c6397cd25.svg"/><Relationship Id="rIdNav0" Type="http://schemas.openxmlformats.org/officeDocument/2006/relationships/slide" Target="slide20.xml"/><Relationship Id="rIdNav1" Type="http://schemas.openxmlformats.org/officeDocument/2006/relationships/slide" Target="pam_process_1.xml"/><Relationship Id="rIdNav2" Type="http://schemas.openxmlformats.org/officeDocument/2006/relationships/slide" Target="pam_process_5.xml"/><Relationship Id="rIdNav3" Type="http://schemas.openxmlformats.org/officeDocument/2006/relationships/slide" Target="pam_process_11.xml"/><Relationship Id="rIdT4ClickFrame1" Type="http://schemas.openxmlformats.org/officeDocument/2006/relationships/image" Target="../media/t4_prefix_21c719580f8e_t4_prefix_a2f7aa9f0e46_image114.png"/><Relationship Id="rIdT4ClickFrame2" Type="http://schemas.openxmlformats.org/officeDocument/2006/relationships/image" Target="../media/t4_prefix_21c719580f8e_t4_prefix_a2f7aa9f0e46_t4_click_318c1cb00f507ff5331bd1a7992b77328a4ffd5696c8c42e17ab6094f75e75ca.png"/><Relationship Id="rIdT4ClickFrame3" Type="http://schemas.openxmlformats.org/officeDocument/2006/relationships/image" Target="../media/t4_prefix_21c719580f8e_t4_prefix_a2f7aa9f0e46_t4_click_318c1cb00f507ff5331bd1a7992b77328a4ffd5696c8c42e17ab6094f75e75ca.png"/><Relationship Id="rIdT4ClickFrame4" Type="http://schemas.openxmlformats.org/officeDocument/2006/relationships/image" Target="../media/t4_prefix_21c719580f8e_t4_prefix_a2f7aa9f0e46_t4_click_318c1cb00f507ff5331bd1a7992b77328a4ffd5696c8c42e17ab6094f75e75ca.png"/><Relationship Id="rIdT4ClickFrame5" Type="http://schemas.openxmlformats.org/officeDocument/2006/relationships/image" Target="../media/t4_prefix_21c719580f8e_t4_prefix_a2f7aa9f0e46_t4_click_318c1cb00f507ff5331bd1a7992b77328a4ffd5696c8c42e17ab6094f75e75ca.png"/><Relationship Id="rIdT4ClickFrame6" Type="http://schemas.openxmlformats.org/officeDocument/2006/relationships/image" Target="../media/t4_prefix_21c719580f8e_t4_prefix_a2f7aa9f0e46_t4_click_46631b1c5235808932380065678b8dcb3e2abae64eaba6ec22b14cdb6d1e5f32.png"/><Relationship Id="rIdT4ClickFrame7" Type="http://schemas.openxmlformats.org/officeDocument/2006/relationships/image" Target="../media/t4_prefix_21c719580f8e_t4_prefix_a2f7aa9f0e46_t4_click_46631b1c5235808932380065678b8dcb3e2abae64eaba6ec22b14cdb6d1e5f32.png"/><Relationship Id="rIdT4ClickFrame8" Type="http://schemas.openxmlformats.org/officeDocument/2006/relationships/image" Target="../media/t4_prefix_21c719580f8e_t4_prefix_a2f7aa9f0e46_t4_click_46631b1c5235808932380065678b8dcb3e2abae64eaba6ec22b14cdb6d1e5f32.png"/><Relationship Id="rIdT4ClickFrame9" Type="http://schemas.openxmlformats.org/officeDocument/2006/relationships/image" Target="../media/t4_prefix_21c719580f8e_t4_prefix_a2f7aa9f0e46_t4_click_46631b1c5235808932380065678b8dcb3e2abae64eaba6ec22b14cdb6d1e5f32.png"/><Relationship Id="rIdT4ClickFrame10" Type="http://schemas.openxmlformats.org/officeDocument/2006/relationships/image" Target="../media/t4_prefix_21c719580f8e_t4_prefix_a2f7aa9f0e46_t4_click_443551487877fe422b10a9fa62bf3433536bb6878ddafce5f24a521fe54e3a29.png"/><Relationship Id="rIdT4ClickFrame11" Type="http://schemas.openxmlformats.org/officeDocument/2006/relationships/image" Target="../media/t4_prefix_21c719580f8e_t4_prefix_a2f7aa9f0e46_t4_click_443551487877fe422b10a9fa62bf3433536bb6878ddafce5f24a521fe54e3a29.png"/><Relationship Id="rIdT4ClickFrame12" Type="http://schemas.openxmlformats.org/officeDocument/2006/relationships/image" Target="../media/t4_prefix_21c719580f8e_t4_prefix_a2f7aa9f0e46_t4_click_443551487877fe422b10a9fa62bf3433536bb6878ddafce5f24a521fe54e3a29.png"/><Relationship Id="rIdT4ClickFrame13" Type="http://schemas.openxmlformats.org/officeDocument/2006/relationships/image" Target="../media/t4_prefix_21c719580f8e_t4_prefix_a2f7aa9f0e46_t4_click_443551487877fe422b10a9fa62bf3433536bb6878ddafce5f24a521fe54e3a29.png"/><Relationship Id="rIdT4ClickFrame14" Type="http://schemas.openxmlformats.org/officeDocument/2006/relationships/image" Target="../media/t4_prefix_21c719580f8e_t4_prefix_a2f7aa9f0e46_t4_click_7ed7e72b18667dde6e6f8eb965f021cc7e4d658dbc2891c584edcbfa2ae1759e.png"/><Relationship Id="rIdT4ClickFrame15" Type="http://schemas.openxmlformats.org/officeDocument/2006/relationships/image" Target="../media/t4_prefix_21c719580f8e_t4_prefix_a2f7aa9f0e46_t4_click_7ed7e72b18667dde6e6f8eb965f021cc7e4d658dbc2891c584edcbfa2ae1759e.png"/><Relationship Id="rIdT4ClickFrame16" Type="http://schemas.openxmlformats.org/officeDocument/2006/relationships/image" Target="../media/t4_prefix_21c719580f8e_t4_prefix_a2f7aa9f0e46_t4_click_7ed7e72b18667dde6e6f8eb965f021cc7e4d658dbc2891c584edcbfa2ae1759e.png"/><Relationship Id="rIdT4ClickFrame17" Type="http://schemas.openxmlformats.org/officeDocument/2006/relationships/image" Target="../media/t4_prefix_21c719580f8e_t4_prefix_a2f7aa9f0e46_t4_click_7ed7e72b18667dde6e6f8eb965f021cc7e4d658dbc2891c584edcbfa2ae1759e.png"/><Relationship Id="rIdT4ClickFrame18" Type="http://schemas.openxmlformats.org/officeDocument/2006/relationships/image" Target="../media/t4_prefix_21c719580f8e_t4_prefix_a2f7aa9f0e46_t4_click_4c8c7f82c4461bd4fe11ffc874a1ba669d37070f288593010dd5bcb5a260e59b.png"/><Relationship Id="rIdT4ClickFrame19" Type="http://schemas.openxmlformats.org/officeDocument/2006/relationships/image" Target="../media/t4_prefix_21c719580f8e_t4_prefix_a2f7aa9f0e46_t4_click_4c8c7f82c4461bd4fe11ffc874a1ba669d37070f288593010dd5bcb5a260e59b.png"/><Relationship Id="rIdT4ClickFrame20" Type="http://schemas.openxmlformats.org/officeDocument/2006/relationships/image" Target="../media/t4_prefix_21c719580f8e_t4_prefix_a2f7aa9f0e46_t4_click_4c8c7f82c4461bd4fe11ffc874a1ba669d37070f288593010dd5bcb5a260e59b.png"/><Relationship Id="rIdT4ClickFrame21" Type="http://schemas.openxmlformats.org/officeDocument/2006/relationships/image" Target="../media/t4_prefix_21c719580f8e_t4_prefix_a2f7aa9f0e46_t4_click_4c8c7f82c4461bd4fe11ffc874a1ba669d37070f288593010dd5bcb5a260e59b.png"/><Relationship Id="rIdT4ClickFrame22" Type="http://schemas.openxmlformats.org/officeDocument/2006/relationships/image" Target="../media/t4_prefix_21c719580f8e_t4_prefix_a2f7aa9f0e46_t4_click_bd9339063e459ec02d4bf0356cc711ada2afafece040cd3607afa7945597e67b.png"/><Relationship Id="rIdT4ClickFrame23" Type="http://schemas.openxmlformats.org/officeDocument/2006/relationships/image" Target="../media/t4_prefix_21c719580f8e_t4_prefix_a2f7aa9f0e46_t4_click_bd9339063e459ec02d4bf0356cc711ada2afafece040cd3607afa7945597e67b.png"/><Relationship Id="rIdT4ClickFrame24" Type="http://schemas.openxmlformats.org/officeDocument/2006/relationships/image" Target="../media/t4_prefix_21c719580f8e_t4_prefix_a2f7aa9f0e46_t4_click_bd9339063e459ec02d4bf0356cc711ada2afafece040cd3607afa7945597e67b.png"/><Relationship Id="rIdT4ClickFrame25" Type="http://schemas.openxmlformats.org/officeDocument/2006/relationships/image" Target="../media/t4_prefix_21c719580f8e_t4_prefix_a2f7aa9f0e46_t4_click_bd9339063e459ec02d4bf0356cc711ada2afafece040cd3607afa7945597e67b.png"/><Relationship Id="rIdT4ClickFrame26" Type="http://schemas.openxmlformats.org/officeDocument/2006/relationships/image" Target="../media/t4_prefix_21c719580f8e_t4_prefix_a2f7aa9f0e46_t4_click_667e7ae66485784010c01b1185847059f98c311b3d7ac05450258cb36ba1868f.png"/><Relationship Id="rIdT4ClickFrame27" Type="http://schemas.openxmlformats.org/officeDocument/2006/relationships/image" Target="../media/t4_prefix_21c719580f8e_t4_prefix_a2f7aa9f0e46_t4_click_667e7ae66485784010c01b1185847059f98c311b3d7ac05450258cb36ba1868f.png"/><Relationship Id="rIdT4ClickFrame28" Type="http://schemas.openxmlformats.org/officeDocument/2006/relationships/image" Target="../media/t4_prefix_21c719580f8e_t4_prefix_a2f7aa9f0e46_t4_click_667e7ae66485784010c01b1185847059f98c311b3d7ac05450258cb36ba1868f.png"/><Relationship Id="rIdT4ClickFrame29" Type="http://schemas.openxmlformats.org/officeDocument/2006/relationships/image" Target="../media/t4_prefix_21c719580f8e_t4_prefix_a2f7aa9f0e46_t4_click_667e7ae66485784010c01b1185847059f98c311b3d7ac05450258cb36ba1868f.png"/><Relationship Id="rIdT4ClickFrame30" Type="http://schemas.openxmlformats.org/officeDocument/2006/relationships/image" Target="../media/t4_prefix_21c719580f8e_t4_prefix_a2f7aa9f0e46_t4_click_cce6c05ad24e4df0636fabb89c6095478623a3ed012592b5607fefe2f52902c4.png"/><Relationship Id="rIdT4ClickFrame31" Type="http://schemas.openxmlformats.org/officeDocument/2006/relationships/image" Target="../media/t4_prefix_21c719580f8e_t4_prefix_a2f7aa9f0e46_t4_click_cce6c05ad24e4df0636fabb89c6095478623a3ed012592b5607fefe2f52902c4.png"/><Relationship Id="rIdT4ClickFrame32" Type="http://schemas.openxmlformats.org/officeDocument/2006/relationships/image" Target="../media/t4_prefix_21c719580f8e_t4_prefix_a2f7aa9f0e46_t4_click_cce6c05ad24e4df0636fabb89c6095478623a3ed012592b5607fefe2f52902c4.png"/><Relationship Id="rIdT4ClickFrame33" Type="http://schemas.openxmlformats.org/officeDocument/2006/relationships/image" Target="../media/t4_prefix_21c719580f8e_t4_prefix_a2f7aa9f0e46_t4_click_cce6c05ad24e4df0636fabb89c6095478623a3ed012592b5607fefe2f52902c4.png"/><Relationship Id="rIdT4ClickFrame34" Type="http://schemas.openxmlformats.org/officeDocument/2006/relationships/image" Target="../media/t4_prefix_21c719580f8e_t4_prefix_a2f7aa9f0e46_t4_click_9271e312332f1c7e98c90436d83f603be976ab7903131853b428ce01cc6ca0b9.png"/><Relationship Id="rIdT4ClickFrame35" Type="http://schemas.openxmlformats.org/officeDocument/2006/relationships/image" Target="../media/t4_prefix_21c719580f8e_t4_prefix_a2f7aa9f0e46_t4_click_9271e312332f1c7e98c90436d83f603be976ab7903131853b428ce01cc6ca0b9.png"/><Relationship Id="rIdT4ClickFrame36" Type="http://schemas.openxmlformats.org/officeDocument/2006/relationships/image" Target="../media/t4_prefix_21c719580f8e_t4_prefix_a2f7aa9f0e46_t4_click_9271e312332f1c7e98c90436d83f603be976ab7903131853b428ce01cc6ca0b9.png"/><Relationship Id="rIdT4ClickFrame37" Type="http://schemas.openxmlformats.org/officeDocument/2006/relationships/image" Target="../media/t4_prefix_21c719580f8e_t4_prefix_a2f7aa9f0e46_t4_click_9271e312332f1c7e98c90436d83f603be976ab7903131853b428ce01cc6ca0b9.png"/></Relationships>
</file>

<file path=ppt/slides/_rels/slide20.xml.rels><?xml version='1.0' encoding='UTF-8' standalone='yes'?>
<Relationships xmlns="http://schemas.openxmlformats.org/package/2006/relationships"><Relationship Type="http://schemas.openxmlformats.org/officeDocument/2006/relationships/slideLayout" Target="../slideLayouts/t4_prefix_21c719580f8e_t4_prefix_a2f7aa9f0e46_t3_reference_methods_slideLayout1.xml" Id="R73c28b14da344990"/><Relationship Type="http://schemas.openxmlformats.org/officeDocument/2006/relationships/image" Target="../media/t4_prefix_21c719580f8e_t4_prefix_a2f7aa9f0e46_image52.png" Id="R2363501f1ba74feb"/><Relationship Type="http://schemas.openxmlformats.org/officeDocument/2006/relationships/image" Target="../media/image72.png" Id="R37f9eb21bc944864"/><Relationship Type="http://schemas.openxmlformats.org/officeDocument/2006/relationships/image" Target="../media/image74.png" Id="Rf455a8dccc824da8"/><Relationship Type="http://schemas.openxmlformats.org/officeDocument/2006/relationships/image" Target="../media/t4_prefix_21c719580f8e_t4_prefix_a2f7aa9f0e46_image123.png" Id="Rb9a5e654668e473e"/><Relationship Type="http://schemas.openxmlformats.org/officeDocument/2006/relationships/notesSlide" Target="../notesSlides/t4_prefix_21c719580f8e_t4_prefix_a2f7aa9f0e46_notesSlide20.xml" Id="R9b73d997c3534640"/><Relationship Id="rIdMathSvg0" Type="http://schemas.openxmlformats.org/officeDocument/2006/relationships/image" Target="../media/t4_prefix_21c719580f8e_t4_prefix_a2f7aa9f0e46_t4_66d2076dffc94f6f1ddf7957.svg"/><Relationship Id="rIdMathSvg1" Type="http://schemas.openxmlformats.org/officeDocument/2006/relationships/image" Target="../media/t4_prefix_21c719580f8e_t4_prefix_a2f7aa9f0e46_t4_0edcac1918780ba44e70a100.svg"/><Relationship Id="rIdMathSvg2" Type="http://schemas.openxmlformats.org/officeDocument/2006/relationships/image" Target="../media/t4_prefix_21c719580f8e_t4_prefix_a2f7aa9f0e46_t4_bb51755be4702c06a87f9550.svg"/><Relationship Id="rIdMathSvg3" Type="http://schemas.openxmlformats.org/officeDocument/2006/relationships/image" Target="../media/t4_prefix_21c719580f8e_t4_prefix_a2f7aa9f0e46_t4_7879cd61041524e37dab97d5.svg"/><Relationship Id="rIdNav0" Type="http://schemas.openxmlformats.org/officeDocument/2006/relationships/slide" Target="slide20.xml"/><Relationship Id="rIdNav1" Type="http://schemas.openxmlformats.org/officeDocument/2006/relationships/slide" Target="pam_process_1.xml"/><Relationship Id="rIdNav2" Type="http://schemas.openxmlformats.org/officeDocument/2006/relationships/slide" Target="pam_process_5.xml"/><Relationship Id="rIdNav3" Type="http://schemas.openxmlformats.org/officeDocument/2006/relationships/slide" Target="pam_process_11.xml"/><Relationship Id="rIdNav4" Type="http://schemas.openxmlformats.org/officeDocument/2006/relationships/slide" Target="slide6.xml"/><Relationship Id="rIdNav5" Type="http://schemas.openxmlformats.org/officeDocument/2006/relationships/slide" Target="slide10.xml"/><Relationship Id="rIdNav6" Type="http://schemas.openxmlformats.org/officeDocument/2006/relationships/slide" Target="slide17.xml"/><Relationship Id="rIdNav7" Type="http://schemas.openxmlformats.org/officeDocument/2006/relationships/slide" Target="slide18.xml"/></Relationships>
</file>

<file path=ppt/slides/_rels/slide21.xml.rels><?xml version='1.0' encoding='UTF-8' standalone='yes'?>
<Relationships xmlns="http://schemas.openxmlformats.org/package/2006/relationships"><Relationship Type="http://schemas.openxmlformats.org/officeDocument/2006/relationships/slideLayout" Target="../slideLayouts/t3_reference_methods_slideLayout1.xml" Id="Ra4e4907cdbaa45d6"/><Relationship Type="http://schemas.openxmlformats.org/officeDocument/2006/relationships/image" Target="/ppt/media/image.png" Id="R9016cbbb13e448c1"/><Relationship Type="http://schemas.openxmlformats.org/officeDocument/2006/relationships/image" Target="/ppt/media/image2.png" Id="R2e40b272296f4159"/><Relationship Type="http://schemas.openxmlformats.org/officeDocument/2006/relationships/image" Target="/ppt/media/image3.png" Id="Rd0028ed255f546f7"/><Relationship Type="http://schemas.openxmlformats.org/officeDocument/2006/relationships/image" Target="/ppt/media/image4.png" Id="R24c0830bd46b4169"/><Relationship Type="http://schemas.openxmlformats.org/officeDocument/2006/relationships/image" Target="/ppt/media/image5.png" Id="R57b254a058b1432e"/><Relationship Type="http://schemas.openxmlformats.org/officeDocument/2006/relationships/image" Target="/ppt/media/image6.png" Id="Rd20f3e9480864c29"/><Relationship Type="http://schemas.openxmlformats.org/officeDocument/2006/relationships/image" Target="/ppt/media/image7.png" Id="Re7a57e2c8c11471d"/><Relationship Type="http://schemas.openxmlformats.org/officeDocument/2006/relationships/notesSlide" Target="/ppt/notesSlides/notesSlide21.xml" Id="R7210eb4c607d4915"/><Relationship Id="rIdMathSvg0" Type="http://schemas.openxmlformats.org/officeDocument/2006/relationships/image" Target="../media/t4_77fb138829a5f1d98c67d502.svg"/><Relationship Id="rIdMathSvg1" Type="http://schemas.openxmlformats.org/officeDocument/2006/relationships/image" Target="../media/t4_44662d22b3ffa0186fa1128c.svg"/><Relationship Id="rIdMathSvg2" Type="http://schemas.openxmlformats.org/officeDocument/2006/relationships/image" Target="../media/t4_76816879b2221dc8c82e14eb.svg"/><Relationship Id="rIdMathSvg3" Type="http://schemas.openxmlformats.org/officeDocument/2006/relationships/image" Target="../media/t4_5be17bbd12bb62becd0549a6.svg"/><Relationship Id="rIdMathSvg4" Type="http://schemas.openxmlformats.org/officeDocument/2006/relationships/image" Target="../media/t4_54951bee785964cb865f6499.svg"/><Relationship Id="rIdMathSvg5" Type="http://schemas.openxmlformats.org/officeDocument/2006/relationships/image" Target="../media/t4_4f0bb50fff0708e226ba569c.svg"/><Relationship Id="rIdMathSvg6" Type="http://schemas.openxmlformats.org/officeDocument/2006/relationships/image" Target="../media/t4_2feb821bf205673ed7a58153.svg"/><Relationship Id="rIdNav0" Type="http://schemas.openxmlformats.org/officeDocument/2006/relationships/slide" Target="slide21.xml"/><Relationship Id="rIdNav1" Type="http://schemas.openxmlformats.org/officeDocument/2006/relationships/slide" Target="slide33.xml"/><Relationship Id="rIdNav2" Type="http://schemas.openxmlformats.org/officeDocument/2006/relationships/slide" Target="slide22.xml"/><Relationship Id="rIdNav3" Type="http://schemas.openxmlformats.org/officeDocument/2006/relationships/slide" Target="slide22.xml"/><Relationship Id="rIdNav4" Type="http://schemas.openxmlformats.org/officeDocument/2006/relationships/slide" Target="slide23.xml"/><Relationship Id="rIdNav5" Type="http://schemas.openxmlformats.org/officeDocument/2006/relationships/slide" Target="slide23.xml"/><Relationship Id="rIdNav6" Type="http://schemas.openxmlformats.org/officeDocument/2006/relationships/slide" Target="slide24.xml"/><Relationship Id="rIdNav7" Type="http://schemas.openxmlformats.org/officeDocument/2006/relationships/slide" Target="slide24.xml"/><Relationship Id="rIdNav8" Type="http://schemas.openxmlformats.org/officeDocument/2006/relationships/slide" Target="slide25.xml"/><Relationship Id="rIdNav9" Type="http://schemas.openxmlformats.org/officeDocument/2006/relationships/slide" Target="slide25.xml"/><Relationship Id="rIdNav10" Type="http://schemas.openxmlformats.org/officeDocument/2006/relationships/slide" Target="slide26.xml"/><Relationship Id="rIdNav11" Type="http://schemas.openxmlformats.org/officeDocument/2006/relationships/slide" Target="slide26.xml"/><Relationship Id="rIdNav12" Type="http://schemas.openxmlformats.org/officeDocument/2006/relationships/slide" Target="slide27.xml"/><Relationship Id="rIdNav13" Type="http://schemas.openxmlformats.org/officeDocument/2006/relationships/slide" Target="slide27.xml"/><Relationship Id="rIdNav14" Type="http://schemas.openxmlformats.org/officeDocument/2006/relationships/slide" Target="slide28.xml"/><Relationship Id="rIdNav15" Type="http://schemas.openxmlformats.org/officeDocument/2006/relationships/slide" Target="slide28.xml"/><Relationship Id="rIdNav16" Type="http://schemas.openxmlformats.org/officeDocument/2006/relationships/slide" Target="slide29.xml"/><Relationship Id="rIdNav17" Type="http://schemas.openxmlformats.org/officeDocument/2006/relationships/slide" Target="slide29.xml"/><Relationship Id="rIdNav18" Type="http://schemas.openxmlformats.org/officeDocument/2006/relationships/slide" Target="slide30.xml"/><Relationship Id="rIdNav19" Type="http://schemas.openxmlformats.org/officeDocument/2006/relationships/slide" Target="slide30.xml"/></Relationships>
</file>

<file path=ppt/slides/_rels/slide22.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1dbd4ef194044e4"/><Relationship Type="http://schemas.openxmlformats.org/officeDocument/2006/relationships/image" Target="../media/pam_r2_bd823af24cf51365_image245.png" Id="R35ccba7f633a4264"/><Relationship Type="http://schemas.openxmlformats.org/officeDocument/2006/relationships/image" Target="../media/pam_r2_93900550a47dccc1_image249.png" Id="Rc899f117f07840a0"/><Relationship Type="http://schemas.openxmlformats.org/officeDocument/2006/relationships/image" Target="../media/pam_r2_488f8ca3541aab1c_image250.png" Id="R077b7698d1da430c"/><Relationship Type="http://schemas.openxmlformats.org/officeDocument/2006/relationships/image" Target="../media/image.png" Id="R67caa47813814bfa"/><Relationship Type="http://schemas.openxmlformats.org/officeDocument/2006/relationships/image" Target="../media/image11.png" Id="Rcda6348b315640b6"/><Relationship Type="http://schemas.openxmlformats.org/officeDocument/2006/relationships/notesSlide" Target="../notesSlides/pam_r2_917134a2828d4667_notesSlide30.xml" Id="R62c693065f324660"/><Relationship Id="rIdMathSvg0" Type="http://schemas.openxmlformats.org/officeDocument/2006/relationships/image" Target="../media/pam_r2_e232f270c0de3743_t4_e232f270c0de3743fa1432c6.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31.xml"/><Relationship Id="rIdNav3" Type="http://schemas.openxmlformats.org/officeDocument/2006/relationships/slide" Target="signal_zoom_r4_32.xml"/><Relationship Id="rIdNav4" Type="http://schemas.openxmlformats.org/officeDocument/2006/relationships/slide" Target="signal_zoom_r4_33.xml"/><Relationship Id="rIdT4ClickFrame1" Type="http://schemas.openxmlformats.org/officeDocument/2006/relationships/image" Target="../media/pam_r2_bd823af24cf51365_image245.png"/><Relationship Id="rIdT4ClickFrame2" Type="http://schemas.openxmlformats.org/officeDocument/2006/relationships/image" Target="../media/pam_r2_0ee74ccf666989ae_t4_click_0ee74ccf666989aee47521174a5aefa7372956d02d471615ae890071077a8f28.png"/><Relationship Id="rIdT4ClickFrame3" Type="http://schemas.openxmlformats.org/officeDocument/2006/relationships/image" Target="../media/pam_r2_3cc736c2f45e8ff0_t4_click_3cc736c2f45e8ff094533076750154212a05c02a557339e0d4131752eef8286a.png"/><Relationship Id="rIdT4ClickFrame4" Type="http://schemas.openxmlformats.org/officeDocument/2006/relationships/image" Target="../media/pam_r2_c7b992dfa79b98b2_t4_click_c7b992dfa79b98b22b9f24cbbc1fee42463083e7da99a42f5772cc212a7ca12f.png"/><Relationship Id="rIdT4ClickFrame5" Type="http://schemas.openxmlformats.org/officeDocument/2006/relationships/image" Target="../media/pam_r2_84e541067bdd93d4_t4_click_84e541067bdd93d45b35e347865233dce459cf7fe8c48a3b4261f8e2c6058e5a.png"/><Relationship Id="rIdT4ClickFrame6" Type="http://schemas.openxmlformats.org/officeDocument/2006/relationships/image" Target="../media/pam_r2_505e3b5abb478928_t4_click_505e3b5abb47892875e1badd4714b785d71b3faa02fd02946d41119eca64d9c0.png"/><Relationship Id="rIdT4ClickFrame7" Type="http://schemas.openxmlformats.org/officeDocument/2006/relationships/image" Target="../media/pam_r2_26368736886eb8ef_t4_click_26368736886eb8ef224fa61a7cd47cc7a67d8139ea0c35e687139393e5509088.png"/><Relationship Id="rIdT4ClickFrame8" Type="http://schemas.openxmlformats.org/officeDocument/2006/relationships/image" Target="../media/pam_r2_bc2619783793b000_t4_click_bc2619783793b000d5cedfd6881384b408ea74f4062078a0bdc3681098df82cd.png"/><Relationship Id="rIdT4ClickFrame9" Type="http://schemas.openxmlformats.org/officeDocument/2006/relationships/image" Target="../media/pam_r2_b8a4177a38c26c00_t4_click_b8a4177a38c26c0001c1f58f045231a471222239aaa2c54ff729351134b6bea0.png"/><Relationship Id="rIdT4ClickFrame10" Type="http://schemas.openxmlformats.org/officeDocument/2006/relationships/image" Target="../media/pam_r2_603952669fa92b1e_t4_click_603952669fa92b1e9af68837164a35bbbcd002427a675e82121682cd69db2934.png"/><Relationship Id="rIdT4ClickFrame11" Type="http://schemas.openxmlformats.org/officeDocument/2006/relationships/image" Target="../media/pam_r2_6af0cb77c35c0cac_t4_click_6af0cb77c35c0cac925a2f720f083825a815e86b542a2e8510324b05a7767baa.png"/><Relationship Id="rIdT4ClickFrame12" Type="http://schemas.openxmlformats.org/officeDocument/2006/relationships/image" Target="../media/pam_r2_e33e252e88b9414f_t4_click_e33e252e88b9414f1b6a0f356384b431cf4ef10fbcedcfc36ce604cee3edb42b.png"/><Relationship Id="rIdT4ClickFrame13" Type="http://schemas.openxmlformats.org/officeDocument/2006/relationships/image" Target="../media/pam_r2_57a51aaf7b7fef2e_t4_click_57a51aaf7b7fef2e85ef32a8175a78cedf46e976d349c26d9aa481c74d1a0814.png"/><Relationship Id="rIdT4ClickFrame14" Type="http://schemas.openxmlformats.org/officeDocument/2006/relationships/image" Target="../media/pam_r2_6df654d33fbed0e1_t4_click_6df654d33fbed0e19547aa8d0887ced3c25728f26512f1172b7c4f248b7989b6.png"/><Relationship Id="rIdT4ClickFrame15" Type="http://schemas.openxmlformats.org/officeDocument/2006/relationships/image" Target="../media/pam_r2_08436338e358f44a_t4_click_08436338e358f44ac81be5311d407155cf6808f2fecd435faa248976806f9efc.png"/><Relationship Id="rIdT4ClickFrame16" Type="http://schemas.openxmlformats.org/officeDocument/2006/relationships/image" Target="../media/pam_r2_4343e51da182e32f_t4_click_4343e51da182e32f5f93f7b73c679a8a43314fa3669dfae9b9b7ce42ec14a9f7.png"/><Relationship Id="rIdT4ClickFrame17" Type="http://schemas.openxmlformats.org/officeDocument/2006/relationships/image" Target="../media/pam_r2_2dab5c250d1f8c98_t4_click_2dab5c250d1f8c98c38e2664491cc36bcc64fb9f291262185661abaf16d0992f.png"/><Relationship Id="rIdT4ClickFrame18" Type="http://schemas.openxmlformats.org/officeDocument/2006/relationships/image" Target="../media/pam_r2_1847e400281ef10a_t4_click_1847e400281ef10a3c538d873889b5ff6601d5f1885312b30d2138bad2da4808.png"/><Relationship Id="rIdT4ClickFrame19" Type="http://schemas.openxmlformats.org/officeDocument/2006/relationships/image" Target="../media/pam_r2_9184c20a27f1da31_t4_click_9184c20a27f1da313fd283a3f2f33872cd3d2add10442a211ae187da7bee459a.png"/><Relationship Id="rIdT4ClickFrame20" Type="http://schemas.openxmlformats.org/officeDocument/2006/relationships/image" Target="../media/pam_r2_11d22b029785d324_t4_click_11d22b029785d324ad27301d1ade7d5c0170d6ae3f96d1229b9ecbdd30e00d94.png"/><Relationship Id="rIdT4ClickFrame21" Type="http://schemas.openxmlformats.org/officeDocument/2006/relationships/image" Target="../media/pam_r2_351e2024c940935f_t4_click_351e2024c940935f2c2ce4bbfd2dc00fa2bdb2d18398de552882cbd20a93acdb.png"/><Relationship Id="rIdT4ClickFrame22" Type="http://schemas.openxmlformats.org/officeDocument/2006/relationships/image" Target="../media/pam_r2_851897603004554a_t4_click_851897603004554ad63b01cb4b25b0a95ff4f9c3c45c417703a3264e32b0ae38.png"/><Relationship Id="rIdT4ClickFrame23" Type="http://schemas.openxmlformats.org/officeDocument/2006/relationships/image" Target="../media/pam_r2_bd905cd5aedb8731_t4_click_bd905cd5aedb8731cbe200ad62bbecf1c33ac13a993ab1137aa16acd97af1bdb.png"/><Relationship Id="rIdT4ClickFrame24" Type="http://schemas.openxmlformats.org/officeDocument/2006/relationships/image" Target="../media/pam_r2_93900550a47dccc1_image249.png"/><Relationship Id="rIdT4ClickFrame25" Type="http://schemas.openxmlformats.org/officeDocument/2006/relationships/image" Target="../media/pam_r2_93900550a47dccc1_image249.png"/><Relationship Id="rIdT4ClickFrame26" Type="http://schemas.openxmlformats.org/officeDocument/2006/relationships/image" Target="../media/pam_r2_93900550a47dccc1_image249.png"/><Relationship Id="rIdT4ClickFrame27" Type="http://schemas.openxmlformats.org/officeDocument/2006/relationships/image" Target="../media/pam_r2_93900550a47dccc1_image249.png"/><Relationship Id="rIdT4ClickFrame28" Type="http://schemas.openxmlformats.org/officeDocument/2006/relationships/image" Target="../media/pam_r2_93900550a47dccc1_image249.png"/><Relationship Id="rIdT4ClickFrame29" Type="http://schemas.openxmlformats.org/officeDocument/2006/relationships/image" Target="../media/pam_r2_5e30c100d17240b5_t4_click_5e30c100d17240b5f97e0fcd4b1e683912ee91ac69fc341a48037d731f3db8db.png"/><Relationship Id="rIdT4ClickFrame30" Type="http://schemas.openxmlformats.org/officeDocument/2006/relationships/image" Target="../media/pam_r2_321e0d296f794905_t4_click_321e0d296f79490576cae9b2161bccdcda167a6b2edb71342c17854a9b40e184.png"/><Relationship Id="rIdT4ClickFrame31" Type="http://schemas.openxmlformats.org/officeDocument/2006/relationships/image" Target="../media/pam_r2_cf06cd2a535efc5d_t4_click_cf06cd2a535efc5d181a2baba441f07af81151fa0ae04f600067a3f69af1334a.png"/><Relationship Id="rIdT4ClickFrame32" Type="http://schemas.openxmlformats.org/officeDocument/2006/relationships/image" Target="../media/pam_r2_cf06cd2a535efc5d_t4_click_cf06cd2a535efc5d181a2baba441f07af81151fa0ae04f600067a3f69af1334a.png"/><Relationship Id="rIdT4ClickFrame33" Type="http://schemas.openxmlformats.org/officeDocument/2006/relationships/image" Target="../media/pam_r2_cf06cd2a535efc5d_t4_click_cf06cd2a535efc5d181a2baba441f07af81151fa0ae04f600067a3f69af1334a.png"/><Relationship Id="rIdT4ClickFrame34" Type="http://schemas.openxmlformats.org/officeDocument/2006/relationships/image" Target="../media/pam_r2_cf06cd2a535efc5d_t4_click_cf06cd2a535efc5d181a2baba441f07af81151fa0ae04f600067a3f69af1334a.png"/><Relationship Id="rIdT4ClickFrame35" Type="http://schemas.openxmlformats.org/officeDocument/2006/relationships/image" Target="../media/pam_r2_cf06cd2a535efc5d_t4_click_cf06cd2a535efc5d181a2baba441f07af81151fa0ae04f600067a3f69af1334a.png"/><Relationship Id="rIdT4ClickFrame36" Type="http://schemas.openxmlformats.org/officeDocument/2006/relationships/image" Target="../media/pam_r2_cf06cd2a535efc5d_t4_click_cf06cd2a535efc5d181a2baba441f07af81151fa0ae04f600067a3f69af1334a.png"/><Relationship Id="rIdT4ClickFrame37" Type="http://schemas.openxmlformats.org/officeDocument/2006/relationships/image" Target="../media/pam_r2_cf06cd2a535efc5d_t4_click_cf06cd2a535efc5d181a2baba441f07af81151fa0ae04f600067a3f69af1334a.png"/><Relationship Id="rIdT4ClickFrame38" Type="http://schemas.openxmlformats.org/officeDocument/2006/relationships/image" Target="../media/pam_r2_cf06cd2a535efc5d_t4_click_cf06cd2a535efc5d181a2baba441f07af81151fa0ae04f600067a3f69af1334a.png"/><Relationship Id="rIdT4ClickFrame39" Type="http://schemas.openxmlformats.org/officeDocument/2006/relationships/image" Target="../media/pam_r2_cf06cd2a535efc5d_t4_click_cf06cd2a535efc5d181a2baba441f07af81151fa0ae04f600067a3f69af1334a.png"/><Relationship Id="rIdT4ClickFrame40" Type="http://schemas.openxmlformats.org/officeDocument/2006/relationships/image" Target="../media/pam_r2_274674484cd8728b_t4_click_274674484cd8728bb3eb52ca30c629a72b0351b3bc08abf86e5568466e73dde9.png"/><Relationship Id="rIdT4ClickFrame41" Type="http://schemas.openxmlformats.org/officeDocument/2006/relationships/image" Target="../media/pam_r2_b9711531985148b0_t4_click_b9711531985148b0204fe84d33e059dabe9eaa4bc242f4b69b0f1d5f0a93806a.png"/><Relationship Id="rIdT4ClickFrame42" Type="http://schemas.openxmlformats.org/officeDocument/2006/relationships/image" Target="../media/pam_r2_cb0280931f559687_t4_click_cb0280931f5596871850050e7f7c939a267ddcc0ce6f856285562271964b0e0f.png"/><Relationship Id="rIdT4ClickFrame43" Type="http://schemas.openxmlformats.org/officeDocument/2006/relationships/image" Target="../media/pam_r2_cb0280931f559687_t4_click_cb0280931f5596871850050e7f7c939a267ddcc0ce6f856285562271964b0e0f.png"/><Relationship Id="rIdT4ClickFrame44" Type="http://schemas.openxmlformats.org/officeDocument/2006/relationships/image" Target="../media/pam_r2_cb0280931f559687_t4_click_cb0280931f5596871850050e7f7c939a267ddcc0ce6f856285562271964b0e0f.png"/><Relationship Id="rIdT4ClickFrame45" Type="http://schemas.openxmlformats.org/officeDocument/2006/relationships/image" Target="../media/pam_r2_cb0280931f559687_t4_click_cb0280931f5596871850050e7f7c939a267ddcc0ce6f856285562271964b0e0f.png"/><Relationship Id="rIdT4ClickFrame46" Type="http://schemas.openxmlformats.org/officeDocument/2006/relationships/image" Target="../media/pam_r2_cb0280931f559687_t4_click_cb0280931f5596871850050e7f7c939a267ddcc0ce6f856285562271964b0e0f.png"/><Relationship Id="rIdT4ClickFrame47" Type="http://schemas.openxmlformats.org/officeDocument/2006/relationships/image" Target="../media/pam_r2_488f8ca3541aab1c_image250.png"/><Relationship Id="rIdT4ClickFrame48" Type="http://schemas.openxmlformats.org/officeDocument/2006/relationships/image" Target="../media/pam_r2_01b7d3af7c643866_t4_click_01b7d3af7c643866627b9646c51cbefb040591c3c71ce9c7ffb3659943e1d0c0.png"/><Relationship Id="rIdT4ClickFrame49" Type="http://schemas.openxmlformats.org/officeDocument/2006/relationships/image" Target="../media/pam_r2_105d36ef561718c1_t4_click_105d36ef561718c1b72c8258c346c31eea39eab8ca9f6130809b6376e3c386d9.png"/><Relationship Id="rIdT4ClickFrame50" Type="http://schemas.openxmlformats.org/officeDocument/2006/relationships/image" Target="../media/pam_r2_6bd1c545f0443e68_t4_click_6bd1c545f0443e68abe63ded8a95779031d0544352262c30caf558ba3360b8ba.png"/><Relationship Id="rIdT4ClickFrame51" Type="http://schemas.openxmlformats.org/officeDocument/2006/relationships/image" Target="../media/pam_r2_9484b210576b4111_t4_click_9484b210576b41111a72f0adb1bdb8ce185d03615ca6a993d4cd98ec77759f6c.png"/><Relationship Id="rIdT4ClickFrame52" Type="http://schemas.openxmlformats.org/officeDocument/2006/relationships/image" Target="../media/pam_r2_434a07144db23429_t4_click_434a07144db23429c0680f17cece8614fbe9c42bfa6b072d8bb09a582746cd8d.png"/><Relationship Id="rIdT4ClickFrame53" Type="http://schemas.openxmlformats.org/officeDocument/2006/relationships/image" Target="../media/pam_r2_f266a5c6698fbe7a_t4_click_f266a5c6698fbe7afac1d20308c4b2ca9ebd117c08b90f625e3f6b99d0ec8e60.png"/><Relationship Id="rIdT4ClickFrame54" Type="http://schemas.openxmlformats.org/officeDocument/2006/relationships/image" Target="../media/pam_r2_7072152fab0db766_t4_click_7072152fab0db766f03c95daa9d83311eb3a4b8eb72fff49778cc74b15754507.png"/><Relationship Id="rIdT4ClickFrame55" Type="http://schemas.openxmlformats.org/officeDocument/2006/relationships/image" Target="../media/pam_r2_21251d57ff088faa_t4_click_21251d57ff088faa97fd0adb0be9a5a923285a92fc83d01c84499dd3e4d29c18.png"/><Relationship Id="rIdT4ClickFrame56" Type="http://schemas.openxmlformats.org/officeDocument/2006/relationships/image" Target="../media/pam_r2_d094c82e541415d0_t4_click_d094c82e541415d0bbb94a9a83034b726f35461a26b30f56f6fe9f07c5b48dfc.png"/><Relationship Id="rIdT4ClickFrame57" Type="http://schemas.openxmlformats.org/officeDocument/2006/relationships/image" Target="../media/pam_r2_c95830cae490f844_t4_click_c95830cae490f844318668abc49c7746ad2d74b33a7f12a9f4b8c2aa089ea5d0.png"/><Relationship Id="rIdT4ClickFrame58" Type="http://schemas.openxmlformats.org/officeDocument/2006/relationships/image" Target="../media/pam_r2_c3033422aaff201d_t4_click_c3033422aaff201d895799604ed15808d9a5d6d71ece8c470a3115578ceceb82.png"/><Relationship Id="rIdT4ClickFrame59" Type="http://schemas.openxmlformats.org/officeDocument/2006/relationships/image" Target="../media/pam_r2_d0a67c843624d230_t4_click_d0a67c843624d23095b94445af64e721f4d4defff51dfe75dc9e08959f4186a7.png"/><Relationship Id="rIdT4ClickFrame60" Type="http://schemas.openxmlformats.org/officeDocument/2006/relationships/image" Target="../media/pam_r2_272d620bc2b55aa9_t4_click_272d620bc2b55aa9e20defff73c8db56451e02187ebe306154e4bf42fb5b994f.png"/><Relationship Id="rIdT4ClickFrame61" Type="http://schemas.openxmlformats.org/officeDocument/2006/relationships/image" Target="../media/pam_r2_f1b19d601f179a1d_t4_click_f1b19d601f179a1deef1b061059505334fb4b18710d751f78ac94b9258b8175b.png"/><Relationship Id="rIdT4ClickFrame62" Type="http://schemas.openxmlformats.org/officeDocument/2006/relationships/image" Target="../media/pam_r2_324803c0c5b13242_t4_click_324803c0c5b132425a0d6e2cd179d74bb5a6dfc59b74acd32d8f4a8d5720a7eb.png"/><Relationship Id="rIdT4ClickFrame63" Type="http://schemas.openxmlformats.org/officeDocument/2006/relationships/image" Target="../media/pam_r2_51ff72d86ad3af47_t4_click_51ff72d86ad3af476d882e87f89d24a94556edcc00bcbfb44f733f48d6b8eb5b.png"/><Relationship Id="rIdT4ClickFrame64" Type="http://schemas.openxmlformats.org/officeDocument/2006/relationships/image" Target="../media/pam_r2_d2d45a34beb391a7_t4_click_d2d45a34beb391a775fb28a0bc917a3a83076dc866f92fcd0554b14cd501fa0f.png"/><Relationship Id="rIdT4ClickFrame65" Type="http://schemas.openxmlformats.org/officeDocument/2006/relationships/image" Target="../media/pam_r2_769dffd46f69e6ab_t4_click_769dffd46f69e6abb5d4047f8d670e292dfda2d5aa1c28306681d79e6a884a23.png"/><Relationship Id="rIdT4ClickFrame66" Type="http://schemas.openxmlformats.org/officeDocument/2006/relationships/image" Target="../media/pam_r2_292780e0399a7bd4_t4_click_292780e0399a7bd47adb4f48b730e9fe7cd2f3ba84da28882faa2680395e2aa0.png"/><Relationship Id="rIdT4ClickFrame67" Type="http://schemas.openxmlformats.org/officeDocument/2006/relationships/image" Target="../media/pam_r2_dfbb54f2be3ace0e_t4_click_dfbb54f2be3ace0e9768d379e7f58944d9084ba33189a966ee8853808d66d463.png"/><Relationship Id="rIdT4ClickFrame68" Type="http://schemas.openxmlformats.org/officeDocument/2006/relationships/image" Target="../media/pam_r2_f391657715d39f15_t4_click_f391657715d39f1537848d6d026f5cde27fe7efab5d9ef7a82af5ae8333908d0.png"/><Relationship Id="rIdT4ClickFrame69" Type="http://schemas.openxmlformats.org/officeDocument/2006/relationships/image" Target="../media/pam_r2_117935d2e1fd37d7_image271.png"/></Relationships>
</file>

<file path=ppt/slides/_rels/slide23.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0457e7c910dc473f"/><Relationship Type="http://schemas.openxmlformats.org/officeDocument/2006/relationships/image" Target="../media/pam_r2_bd823af24cf51365_image245.png" Id="R098dd3854c8149e1"/><Relationship Type="http://schemas.openxmlformats.org/officeDocument/2006/relationships/image" Target="../media/pam_r2_5c9cff11c5486cb7_image284.png" Id="R0af76b66a69a4e76"/><Relationship Type="http://schemas.openxmlformats.org/officeDocument/2006/relationships/image" Target="../media/pam_r2_8c1042d5ead0f594_image285.png" Id="R15498f6f11854b7e"/><Relationship Type="http://schemas.openxmlformats.org/officeDocument/2006/relationships/image" Target="../media/image2.png" Id="Ra8110edf23ba4b01"/><Relationship Type="http://schemas.openxmlformats.org/officeDocument/2006/relationships/image" Target="../media/image11.png" Id="R81a89d84bc7546e7"/><Relationship Type="http://schemas.openxmlformats.org/officeDocument/2006/relationships/notesSlide" Target="../notesSlides/pam_r2_a04982223d73c7f8_notesSlide34.xml" Id="R47c5f4c09d464aed"/><Relationship Id="rIdMathSvg0" Type="http://schemas.openxmlformats.org/officeDocument/2006/relationships/image" Target="../media/pam_r2_d52bc09a129a94d8_t4_d52bc09a129a94d8d7f4f021.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35.xml"/><Relationship Id="rIdNav3" Type="http://schemas.openxmlformats.org/officeDocument/2006/relationships/slide" Target="signal_zoom_r4_36.xml"/><Relationship Id="rIdNav4" Type="http://schemas.openxmlformats.org/officeDocument/2006/relationships/slide" Target="signal_zoom_r4_37.xml"/><Relationship Id="rIdT4ClickFrame1" Type="http://schemas.openxmlformats.org/officeDocument/2006/relationships/image" Target="../media/pam_r2_bd823af24cf51365_image245.png"/><Relationship Id="rIdT4ClickFrame2" Type="http://schemas.openxmlformats.org/officeDocument/2006/relationships/image" Target="../media/pam_r2_386a7d143bf25317_t4_click_386a7d143bf25317216368c3d10b4ffeb38d97226bdfafa2d96b8ed5e8992912.png"/><Relationship Id="rIdT4ClickFrame3" Type="http://schemas.openxmlformats.org/officeDocument/2006/relationships/image" Target="../media/pam_r2_7f85667ab8c87769_t4_click_7f85667ab8c87769f42e3dd39c56b1721f3c2567d28bc97ffae5efe6e04ff08d.png"/><Relationship Id="rIdT4ClickFrame4" Type="http://schemas.openxmlformats.org/officeDocument/2006/relationships/image" Target="../media/pam_r2_cde1dd993e6ec727_t4_click_cde1dd993e6ec727c59a2475a25b9ddc6202f1e618ae93df20e7d9f8bb6b62ad.png"/><Relationship Id="rIdT4ClickFrame5" Type="http://schemas.openxmlformats.org/officeDocument/2006/relationships/image" Target="../media/pam_r2_0ef4965ea254770e_t4_click_0ef4965ea254770e59e2b4cfa4bed1311801c906ed1f22097320eaf1f803ccc9.png"/><Relationship Id="rIdT4ClickFrame6" Type="http://schemas.openxmlformats.org/officeDocument/2006/relationships/image" Target="../media/pam_r2_7aaf2d3851c37583_t4_click_7aaf2d3851c37583aee69142683e8dba434ad8c123123f674f8405bab9f4e003.png"/><Relationship Id="rIdT4ClickFrame7" Type="http://schemas.openxmlformats.org/officeDocument/2006/relationships/image" Target="../media/pam_r2_f4bd77428c864c3a_t4_click_f4bd77428c864c3a5b7d24da2af2ea3f935bb05a73adbfb01b8d4f2c0b10bcef.png"/><Relationship Id="rIdT4ClickFrame8" Type="http://schemas.openxmlformats.org/officeDocument/2006/relationships/image" Target="../media/pam_r2_fb97268129d38c53_t4_click_fb97268129d38c53cab4f226790688d01eb92ed065705934ecff6ce92ace8ac6.png"/><Relationship Id="rIdT4ClickFrame9" Type="http://schemas.openxmlformats.org/officeDocument/2006/relationships/image" Target="../media/pam_r2_590edc92713c048f_t4_click_590edc92713c048ff6568bb5b4f34ac0f7a9eedc26e00483c98bd3a63a665177.png"/><Relationship Id="rIdT4ClickFrame10" Type="http://schemas.openxmlformats.org/officeDocument/2006/relationships/image" Target="../media/pam_r2_78c3d9ff84b7fc2e_t4_click_78c3d9ff84b7fc2ecbd6f015f795125cd114627c956c6ce687eac4a66c3329c3.png"/><Relationship Id="rIdT4ClickFrame11" Type="http://schemas.openxmlformats.org/officeDocument/2006/relationships/image" Target="../media/pam_r2_c987fa9611b9f4d2_t4_click_c987fa9611b9f4d22a96af07a4b174c19fd7ad33ea4fe5eee77dc62b27a31181.png"/><Relationship Id="rIdT4ClickFrame12" Type="http://schemas.openxmlformats.org/officeDocument/2006/relationships/image" Target="../media/pam_r2_68b1c7f856921d61_t4_click_68b1c7f856921d61a47bd5f621e50847dc18e66b127850d8749b5502970da388.png"/><Relationship Id="rIdT4ClickFrame13" Type="http://schemas.openxmlformats.org/officeDocument/2006/relationships/image" Target="../media/pam_r2_bfe2f627393b8e94_t4_click_bfe2f627393b8e94b95460e2ebfb0e861a90ab4b24fcfdb861941560f52531fa.png"/><Relationship Id="rIdT4ClickFrame14" Type="http://schemas.openxmlformats.org/officeDocument/2006/relationships/image" Target="../media/pam_r2_047daca76ca2bd61_t4_click_047daca76ca2bd619ee354148c6bad940bbd9e03dbd7b18ab4e89dd50200f780.png"/><Relationship Id="rIdT4ClickFrame15" Type="http://schemas.openxmlformats.org/officeDocument/2006/relationships/image" Target="../media/pam_r2_e1fc678cdec85274_t4_click_e1fc678cdec85274667dc6cc9ff8321b2c554e31d0376a374a313ba229eb29a8.png"/><Relationship Id="rIdT4ClickFrame16" Type="http://schemas.openxmlformats.org/officeDocument/2006/relationships/image" Target="../media/pam_r2_9bb51191d3a65e57_t4_click_9bb51191d3a65e57d45f48bd8a995e3ef495f1592bf75fbd6818dcf1ba7714c6.png"/><Relationship Id="rIdT4ClickFrame17" Type="http://schemas.openxmlformats.org/officeDocument/2006/relationships/image" Target="../media/pam_r2_a136faa2c3657bbb_t4_click_a136faa2c3657bbb229f88e7ad53444795ca812b14111c87659f48c41d5bba1a.png"/><Relationship Id="rIdT4ClickFrame18" Type="http://schemas.openxmlformats.org/officeDocument/2006/relationships/image" Target="../media/pam_r2_ceb70d84cd3b6d05_t4_click_ceb70d84cd3b6d05c517df68972d1c6b0a3c718edab1bbb6fb834c80214ea4d5.png"/><Relationship Id="rIdT4ClickFrame19" Type="http://schemas.openxmlformats.org/officeDocument/2006/relationships/image" Target="../media/pam_r2_0c31ecae04c20c2a_t4_click_0c31ecae04c20c2aa04b0600ed89a51160991298869093847d38d3e1fa345069.png"/><Relationship Id="rIdT4ClickFrame20" Type="http://schemas.openxmlformats.org/officeDocument/2006/relationships/image" Target="../media/pam_r2_3de9540bee9623cc_t4_click_3de9540bee9623cc23ab38ab170d56b3d44229da81461f42f7ceb9dc512cc143.png"/><Relationship Id="rIdT4ClickFrame21" Type="http://schemas.openxmlformats.org/officeDocument/2006/relationships/image" Target="../media/pam_r2_de82a455542362d2_t4_click_de82a455542362d238ef74d0ee9b6c0d8467b9be8658718693390e86c509d596.png"/><Relationship Id="rIdT4ClickFrame22" Type="http://schemas.openxmlformats.org/officeDocument/2006/relationships/image" Target="../media/pam_r2_55f1e2972da228ec_t4_click_55f1e2972da228ecc55ed96a13ea93a8e32c81de1d6c10052507c631ab12a955.png"/><Relationship Id="rIdT4ClickFrame23" Type="http://schemas.openxmlformats.org/officeDocument/2006/relationships/image" Target="../media/pam_r2_d924c251668e124f_t4_click_d924c251668e124fbf06f04ed4894f5744617d4e00cc8babe5e5947a6988bcf3.png"/><Relationship Id="rIdT4ClickFrame24" Type="http://schemas.openxmlformats.org/officeDocument/2006/relationships/image" Target="../media/pam_r2_5c9cff11c5486cb7_image284.png"/><Relationship Id="rIdT4ClickFrame25" Type="http://schemas.openxmlformats.org/officeDocument/2006/relationships/image" Target="../media/pam_r2_5c9cff11c5486cb7_image284.png"/><Relationship Id="rIdT4ClickFrame26" Type="http://schemas.openxmlformats.org/officeDocument/2006/relationships/image" Target="../media/pam_r2_5c9cff11c5486cb7_image284.png"/><Relationship Id="rIdT4ClickFrame27" Type="http://schemas.openxmlformats.org/officeDocument/2006/relationships/image" Target="../media/pam_r2_5c9cff11c5486cb7_image284.png"/><Relationship Id="rIdT4ClickFrame28" Type="http://schemas.openxmlformats.org/officeDocument/2006/relationships/image" Target="../media/pam_r2_5c9cff11c5486cb7_image284.png"/><Relationship Id="rIdT4ClickFrame29" Type="http://schemas.openxmlformats.org/officeDocument/2006/relationships/image" Target="../media/pam_r2_e18a4b896de5ad6a_t4_click_e18a4b896de5ad6a43d5c2d3bd25882460fd7456102a343b52719c6a272989c1.png"/><Relationship Id="rIdT4ClickFrame30" Type="http://schemas.openxmlformats.org/officeDocument/2006/relationships/image" Target="../media/pam_r2_e18a4b896de5ad6a_t4_click_e18a4b896de5ad6a43d5c2d3bd25882460fd7456102a343b52719c6a272989c1.png"/><Relationship Id="rIdT4ClickFrame31" Type="http://schemas.openxmlformats.org/officeDocument/2006/relationships/image" Target="../media/pam_r2_0665e7824a0e6325_t4_click_0665e7824a0e6325e16243422228735391cabdfb2e8735185da0ad8d430505c6.png"/><Relationship Id="rIdT4ClickFrame32" Type="http://schemas.openxmlformats.org/officeDocument/2006/relationships/image" Target="../media/pam_r2_0665e7824a0e6325_t4_click_0665e7824a0e6325e16243422228735391cabdfb2e8735185da0ad8d430505c6.png"/><Relationship Id="rIdT4ClickFrame33" Type="http://schemas.openxmlformats.org/officeDocument/2006/relationships/image" Target="../media/pam_r2_0665e7824a0e6325_t4_click_0665e7824a0e6325e16243422228735391cabdfb2e8735185da0ad8d430505c6.png"/><Relationship Id="rIdT4ClickFrame34" Type="http://schemas.openxmlformats.org/officeDocument/2006/relationships/image" Target="../media/pam_r2_0665e7824a0e6325_t4_click_0665e7824a0e6325e16243422228735391cabdfb2e8735185da0ad8d430505c6.png"/><Relationship Id="rIdT4ClickFrame35" Type="http://schemas.openxmlformats.org/officeDocument/2006/relationships/image" Target="../media/pam_r2_0665e7824a0e6325_t4_click_0665e7824a0e6325e16243422228735391cabdfb2e8735185da0ad8d430505c6.png"/><Relationship Id="rIdT4ClickFrame36" Type="http://schemas.openxmlformats.org/officeDocument/2006/relationships/image" Target="../media/pam_r2_0665e7824a0e6325_t4_click_0665e7824a0e6325e16243422228735391cabdfb2e8735185da0ad8d430505c6.png"/><Relationship Id="rIdT4ClickFrame37" Type="http://schemas.openxmlformats.org/officeDocument/2006/relationships/image" Target="../media/pam_r2_0665e7824a0e6325_t4_click_0665e7824a0e6325e16243422228735391cabdfb2e8735185da0ad8d430505c6.png"/><Relationship Id="rIdT4ClickFrame38" Type="http://schemas.openxmlformats.org/officeDocument/2006/relationships/image" Target="../media/pam_r2_0665e7824a0e6325_t4_click_0665e7824a0e6325e16243422228735391cabdfb2e8735185da0ad8d430505c6.png"/><Relationship Id="rIdT4ClickFrame39" Type="http://schemas.openxmlformats.org/officeDocument/2006/relationships/image" Target="../media/pam_r2_0665e7824a0e6325_t4_click_0665e7824a0e6325e16243422228735391cabdfb2e8735185da0ad8d430505c6.png"/><Relationship Id="rIdT4ClickFrame40" Type="http://schemas.openxmlformats.org/officeDocument/2006/relationships/image" Target="../media/pam_r2_9ddfa70d309054bf_t4_click_9ddfa70d309054bf75446fa150a29b854f5e6ca32ebbf84e4f237b636d473805.png"/><Relationship Id="rIdT4ClickFrame41" Type="http://schemas.openxmlformats.org/officeDocument/2006/relationships/image" Target="../media/pam_r2_9ddfa70d309054bf_t4_click_9ddfa70d309054bf75446fa150a29b854f5e6ca32ebbf84e4f237b636d473805.png"/><Relationship Id="rIdT4ClickFrame42" Type="http://schemas.openxmlformats.org/officeDocument/2006/relationships/image" Target="../media/pam_r2_78248214f2b04f27_t4_click_78248214f2b04f27b3411ecab278d1325e22f777f796796f6c3a419333365f0b.png"/><Relationship Id="rIdT4ClickFrame43" Type="http://schemas.openxmlformats.org/officeDocument/2006/relationships/image" Target="../media/pam_r2_78248214f2b04f27_t4_click_78248214f2b04f27b3411ecab278d1325e22f777f796796f6c3a419333365f0b.png"/><Relationship Id="rIdT4ClickFrame44" Type="http://schemas.openxmlformats.org/officeDocument/2006/relationships/image" Target="../media/pam_r2_78248214f2b04f27_t4_click_78248214f2b04f27b3411ecab278d1325e22f777f796796f6c3a419333365f0b.png"/><Relationship Id="rIdT4ClickFrame45" Type="http://schemas.openxmlformats.org/officeDocument/2006/relationships/image" Target="../media/pam_r2_78248214f2b04f27_t4_click_78248214f2b04f27b3411ecab278d1325e22f777f796796f6c3a419333365f0b.png"/><Relationship Id="rIdT4ClickFrame46" Type="http://schemas.openxmlformats.org/officeDocument/2006/relationships/image" Target="../media/pam_r2_78248214f2b04f27_t4_click_78248214f2b04f27b3411ecab278d1325e22f777f796796f6c3a419333365f0b.png"/><Relationship Id="rIdT4ClickFrame47" Type="http://schemas.openxmlformats.org/officeDocument/2006/relationships/image" Target="../media/pam_r2_8c1042d5ead0f594_image285.png"/><Relationship Id="rIdT4ClickFrame48" Type="http://schemas.openxmlformats.org/officeDocument/2006/relationships/image" Target="../media/pam_r2_bffc9e7baf9f55e0_t4_click_bffc9e7baf9f55e0dc6cbd11ebdebb018e845127b8b8ed077f7a6d75242e5b2a.png"/><Relationship Id="rIdT4ClickFrame49" Type="http://schemas.openxmlformats.org/officeDocument/2006/relationships/image" Target="../media/pam_r2_38523d4b661bde20_t4_click_38523d4b661bde2020d07e92dd9561653e3a81ebf4bfcc4525ac9253e99f120f.png"/><Relationship Id="rIdT4ClickFrame50" Type="http://schemas.openxmlformats.org/officeDocument/2006/relationships/image" Target="../media/pam_r2_48604cc6e97a1741_t4_click_48604cc6e97a1741815568eefe910ed594f7bd10e874019f641881ab7cb25ef0.png"/><Relationship Id="rIdT4ClickFrame51" Type="http://schemas.openxmlformats.org/officeDocument/2006/relationships/image" Target="../media/pam_r2_90bc5c9cde8e692e_t4_click_90bc5c9cde8e692ecb5cf723a0fa7392c0a99e8d456e8724e817584b5aad0f69.png"/><Relationship Id="rIdT4ClickFrame52" Type="http://schemas.openxmlformats.org/officeDocument/2006/relationships/image" Target="../media/pam_r2_63ec9de57c03d053_t4_click_63ec9de57c03d053d2efa1392c76566447877a649f78dc60d939f6c4d5ac87d5.png"/><Relationship Id="rIdT4ClickFrame53" Type="http://schemas.openxmlformats.org/officeDocument/2006/relationships/image" Target="../media/pam_r2_2b14816a4910bd53_t4_click_2b14816a4910bd53977989c2409aad5ec76b328337be9f89b83f877d841b5e1a.png"/><Relationship Id="rIdT4ClickFrame54" Type="http://schemas.openxmlformats.org/officeDocument/2006/relationships/image" Target="../media/pam_r2_fc08750badf64d7d_t4_click_fc08750badf64d7dba56f546f1e01cbdd2d86456281d03be5393a5be2b0d055b.png"/><Relationship Id="rIdT4ClickFrame55" Type="http://schemas.openxmlformats.org/officeDocument/2006/relationships/image" Target="../media/pam_r2_b57a1ca2d5af21b2_t4_click_b57a1ca2d5af21b29814bc4bae268b6d1dfafb87f088ecfe20c17662445ca669.png"/><Relationship Id="rIdT4ClickFrame56" Type="http://schemas.openxmlformats.org/officeDocument/2006/relationships/image" Target="../media/pam_r2_d07d01d6d7254da8_t4_click_d07d01d6d7254da866e4bf5867ed728e24164112ae3b111af9d03ff7fb14e5d3.png"/><Relationship Id="rIdT4ClickFrame57" Type="http://schemas.openxmlformats.org/officeDocument/2006/relationships/image" Target="../media/pam_r2_33d74ec0b8e430fc_t4_click_33d74ec0b8e430fc6fce9f9c1eaa40396fecbe76917fd2bf05710e7633bcdf93.png"/><Relationship Id="rIdT4ClickFrame58" Type="http://schemas.openxmlformats.org/officeDocument/2006/relationships/image" Target="../media/pam_r2_0103837c0efe854b_t4_click_0103837c0efe854ba49965bf7c644930e80624c53a89bfda41f5fd7fbb2bcfd9.png"/><Relationship Id="rIdT4ClickFrame59" Type="http://schemas.openxmlformats.org/officeDocument/2006/relationships/image" Target="../media/pam_r2_928b65b28488a2ff_t4_click_928b65b28488a2ffe94146582f3ee93e728f36c54bd7917bad52c2a5f678de3b.png"/><Relationship Id="rIdT4ClickFrame60" Type="http://schemas.openxmlformats.org/officeDocument/2006/relationships/image" Target="../media/pam_r2_5011604c8d84cbcf_t4_click_5011604c8d84cbcffad4154e26dc7454896d7325944d8f9bf9f568d7b0591811.png"/><Relationship Id="rIdT4ClickFrame61" Type="http://schemas.openxmlformats.org/officeDocument/2006/relationships/image" Target="../media/pam_r2_55f1819a881e2968_t4_click_55f1819a881e296873b43f77e7f4a71613063034ea3e6e418fece835a2bc3082.png"/><Relationship Id="rIdT4ClickFrame62" Type="http://schemas.openxmlformats.org/officeDocument/2006/relationships/image" Target="../media/pam_r2_00350b7ba34b40a8_t4_click_00350b7ba34b40a83f8c06e98f415d8a52ec31eeb3189f66cb8c6bac1c0c5c84.png"/><Relationship Id="rIdT4ClickFrame63" Type="http://schemas.openxmlformats.org/officeDocument/2006/relationships/image" Target="../media/pam_r2_5bf82fe94a2fc2a9_t4_click_5bf82fe94a2fc2a910a96d646572a8e7047b5118a200058bd90b6973aabffff7.png"/><Relationship Id="rIdT4ClickFrame64" Type="http://schemas.openxmlformats.org/officeDocument/2006/relationships/image" Target="../media/pam_r2_0c5018c05d658710_t4_click_0c5018c05d658710d6940a1a7256764244115e74832c4818ee4a83f8d957a29b.png"/><Relationship Id="rIdT4ClickFrame65" Type="http://schemas.openxmlformats.org/officeDocument/2006/relationships/image" Target="../media/pam_r2_f399e984b57d040a_t4_click_f399e984b57d040a3ed9e658d908e1c097df9add1c5f2d962576053df94a71fd.png"/><Relationship Id="rIdT4ClickFrame66" Type="http://schemas.openxmlformats.org/officeDocument/2006/relationships/image" Target="../media/pam_r2_f410577314418e18_t4_click_f410577314418e1858d91742e1080b6059530c1bb17071e3ed0998fe4e66e594.png"/><Relationship Id="rIdT4ClickFrame67" Type="http://schemas.openxmlformats.org/officeDocument/2006/relationships/image" Target="../media/pam_r2_af670b7d75454714_t4_click_af670b7d7545471472cc6244b0b36f3a6e3fe8ef1960692e2d8a9a7eecee48a6.png"/><Relationship Id="rIdT4ClickFrame68" Type="http://schemas.openxmlformats.org/officeDocument/2006/relationships/image" Target="../media/pam_r2_7d49a25fb5dfaaa4_t4_click_7d49a25fb5dfaaa4bf8f060d94664b539a9321d6b32a75bbfaf99a6eaaf9fab8.png"/><Relationship Id="rIdT4ClickFrame69" Type="http://schemas.openxmlformats.org/officeDocument/2006/relationships/image" Target="../media/pam_r2_05ef040b942507d5_image306.png"/></Relationships>
</file>

<file path=ppt/slides/_rels/slide24.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be866d41f90445f6"/><Relationship Type="http://schemas.openxmlformats.org/officeDocument/2006/relationships/image" Target="../media/pam_r2_a8cdbfd2be6f49a2_image301.png" Id="R044bc62bdea74db6"/><Relationship Type="http://schemas.openxmlformats.org/officeDocument/2006/relationships/image" Target="../media/pam_r2_b3041101703901d5_image319.png" Id="R6fa76ccddfcb4661"/><Relationship Type="http://schemas.openxmlformats.org/officeDocument/2006/relationships/image" Target="../media/pam_r2_2bcb2a1abe33fcb3_image320.png" Id="R29400154838e41f1"/><Relationship Type="http://schemas.openxmlformats.org/officeDocument/2006/relationships/image" Target="../media/image3.png" Id="R83309bece6ca441e"/><Relationship Type="http://schemas.openxmlformats.org/officeDocument/2006/relationships/image" Target="../media/image11.png" Id="R8bb81f0dd6f74ace"/><Relationship Type="http://schemas.openxmlformats.org/officeDocument/2006/relationships/notesSlide" Target="../notesSlides/pam_r2_1e172f81cb89d07e_notesSlide38.xml" Id="Ra0afffcd42e448bb"/><Relationship Id="rIdMathSvg0" Type="http://schemas.openxmlformats.org/officeDocument/2006/relationships/image" Target="../media/pam_r2_af66b631b1e0a499_t4_af66b631b1e0a49911e90cf8.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39.xml"/><Relationship Id="rIdNav3" Type="http://schemas.openxmlformats.org/officeDocument/2006/relationships/slide" Target="signal_zoom_r4_40.xml"/><Relationship Id="rIdNav4" Type="http://schemas.openxmlformats.org/officeDocument/2006/relationships/slide" Target="signal_zoom_r4_41.xml"/><Relationship Id="rIdT4ClickFrame1" Type="http://schemas.openxmlformats.org/officeDocument/2006/relationships/image" Target="../media/pam_r2_a8cdbfd2be6f49a2_image301.png"/><Relationship Id="rIdT4ClickFrame2" Type="http://schemas.openxmlformats.org/officeDocument/2006/relationships/image" Target="../media/pam_r2_f51de099107702a3_t4_click_f51de099107702a330889a113ca58a80d91a992ebe85d7993c2f95bcd8d95461.png"/><Relationship Id="rIdT4ClickFrame3" Type="http://schemas.openxmlformats.org/officeDocument/2006/relationships/image" Target="../media/pam_r2_8bebc7a5f25a4e6c_t4_click_8bebc7a5f25a4e6c7695837b861dd366b87b6e86984fb78532f46879e5aee2c1.png"/><Relationship Id="rIdT4ClickFrame4" Type="http://schemas.openxmlformats.org/officeDocument/2006/relationships/image" Target="../media/pam_r2_e60fa35e3e482d8c_t4_click_e60fa35e3e482d8c53708dac7134bc37a177de9afcbd285ad840ea7df279ff65.png"/><Relationship Id="rIdT4ClickFrame5" Type="http://schemas.openxmlformats.org/officeDocument/2006/relationships/image" Target="../media/pam_r2_496f8cd41e35e956_t4_click_496f8cd41e35e95695aea9433566fb18a14f987d9d884774db6bd5e340e82638.png"/><Relationship Id="rIdT4ClickFrame6" Type="http://schemas.openxmlformats.org/officeDocument/2006/relationships/image" Target="../media/pam_r2_6e77a1214b306a77_t4_click_6e77a1214b306a777d22dc5d763fc7dc36dcb550313e9c5d28e33de1dd946821.png"/><Relationship Id="rIdT4ClickFrame7" Type="http://schemas.openxmlformats.org/officeDocument/2006/relationships/image" Target="../media/pam_r2_a22e6fc8c8687949_t4_click_a22e6fc8c86879498ac9a862c6173b3725989a25c4fe87ff9afd4ac4e2270b81.png"/><Relationship Id="rIdT4ClickFrame8" Type="http://schemas.openxmlformats.org/officeDocument/2006/relationships/image" Target="../media/pam_r2_6c076fac9b3b3aa4_t4_click_6c076fac9b3b3aa4877eab0118ec830651fc799f011b4395a20f180dea860a15.png"/><Relationship Id="rIdT4ClickFrame9" Type="http://schemas.openxmlformats.org/officeDocument/2006/relationships/image" Target="../media/pam_r2_69a2af9bfdc0e921_t4_click_69a2af9bfdc0e92163bdb0504d6aaa9d91f236c6531eecaba60483772e9a2a09.png"/><Relationship Id="rIdT4ClickFrame10" Type="http://schemas.openxmlformats.org/officeDocument/2006/relationships/image" Target="../media/pam_r2_ced523a07652712b_t4_click_ced523a07652712bfd2b5cc9f1aceb19c67c9cce33e55012e2dbef732786be3e.png"/><Relationship Id="rIdT4ClickFrame11" Type="http://schemas.openxmlformats.org/officeDocument/2006/relationships/image" Target="../media/pam_r2_41d893bbb2e5aa02_t4_click_41d893bbb2e5aa0277bf60749eacd5213264e8fc169d354a25f53e614cbd4d76.png"/><Relationship Id="rIdT4ClickFrame12" Type="http://schemas.openxmlformats.org/officeDocument/2006/relationships/image" Target="../media/pam_r2_0b39a7aeb387dad9_t4_click_0b39a7aeb387dad9603c824be91bb0bef956f5c20dfcd1e849ed850e53ecf83a.png"/><Relationship Id="rIdT4ClickFrame13" Type="http://schemas.openxmlformats.org/officeDocument/2006/relationships/image" Target="../media/pam_r2_a901914f2c1c6e36_t4_click_a901914f2c1c6e3669d495eedf7a5f37692065a51c8583ca6159546bf0d1c7ac.png"/><Relationship Id="rIdT4ClickFrame14" Type="http://schemas.openxmlformats.org/officeDocument/2006/relationships/image" Target="../media/pam_r2_2170d3324d35f15b_t4_click_2170d3324d35f15b0a84690325790baa4507d4d54432749dbc34d7f459ef3233.png"/><Relationship Id="rIdT4ClickFrame15" Type="http://schemas.openxmlformats.org/officeDocument/2006/relationships/image" Target="../media/pam_r2_868221ca935bd81c_t4_click_868221ca935bd81c4e53df62c9cedafe3008fcbaf554ce6d3d9ba18778194e97.png"/><Relationship Id="rIdT4ClickFrame16" Type="http://schemas.openxmlformats.org/officeDocument/2006/relationships/image" Target="../media/pam_r2_ff29cdde75603b38_t4_click_ff29cdde75603b380381c2dc592f321a29490da3104429f403ab086a94bb5be3.png"/><Relationship Id="rIdT4ClickFrame17" Type="http://schemas.openxmlformats.org/officeDocument/2006/relationships/image" Target="../media/pam_r2_8d51f326cf76c547_t4_click_8d51f326cf76c547e48a49440dc2fd0a5c4199b12f69b738d2911362e7c365dd.png"/><Relationship Id="rIdT4ClickFrame18" Type="http://schemas.openxmlformats.org/officeDocument/2006/relationships/image" Target="../media/pam_r2_5c8a8841f04bb029_t4_click_5c8a8841f04bb029e4e19731a58b42b84e4f39e8fa9ca85fee131ad68d81b49a.png"/><Relationship Id="rIdT4ClickFrame19" Type="http://schemas.openxmlformats.org/officeDocument/2006/relationships/image" Target="../media/pam_r2_ee92dc9f2333c045_t4_click_ee92dc9f2333c045415ea5fd5afe97924b008db67ad40c2d9371606ecfb36f00.png"/><Relationship Id="rIdT4ClickFrame20" Type="http://schemas.openxmlformats.org/officeDocument/2006/relationships/image" Target="../media/pam_r2_d163cbb732f4de31_t4_click_d163cbb732f4de3123030ea3cc91947c1b7a46025280f583bde47369487c01dc.png"/><Relationship Id="rIdT4ClickFrame21" Type="http://schemas.openxmlformats.org/officeDocument/2006/relationships/image" Target="../media/pam_r2_7c1a2e4b03896afe_t4_click_7c1a2e4b03896afeec153661e6d2c0bd75eec3d50a79d4636219b0cf563c7ef5.png"/><Relationship Id="rIdT4ClickFrame22" Type="http://schemas.openxmlformats.org/officeDocument/2006/relationships/image" Target="../media/pam_r2_4e1ae00b727bace3_t4_click_4e1ae00b727bace3c99a365f214b3f13db1c86e50f34b8aaae1562c8ecc3a186.png"/><Relationship Id="rIdT4ClickFrame23" Type="http://schemas.openxmlformats.org/officeDocument/2006/relationships/image" Target="../media/pam_r2_fb2a8a49c5847423_t4_click_fb2a8a49c5847423560fb71d05fa4b6c4d1906be515bf2fdbc1e8cafe421af13.png"/><Relationship Id="rIdT4ClickFrame24" Type="http://schemas.openxmlformats.org/officeDocument/2006/relationships/image" Target="../media/pam_r2_b3041101703901d5_image319.png"/><Relationship Id="rIdT4ClickFrame25" Type="http://schemas.openxmlformats.org/officeDocument/2006/relationships/image" Target="../media/pam_r2_b3041101703901d5_image319.png"/><Relationship Id="rIdT4ClickFrame26" Type="http://schemas.openxmlformats.org/officeDocument/2006/relationships/image" Target="../media/pam_r2_b3041101703901d5_image319.png"/><Relationship Id="rIdT4ClickFrame27" Type="http://schemas.openxmlformats.org/officeDocument/2006/relationships/image" Target="../media/pam_r2_b3041101703901d5_image319.png"/><Relationship Id="rIdT4ClickFrame28" Type="http://schemas.openxmlformats.org/officeDocument/2006/relationships/image" Target="../media/pam_r2_b3041101703901d5_image319.png"/><Relationship Id="rIdT4ClickFrame29" Type="http://schemas.openxmlformats.org/officeDocument/2006/relationships/image" Target="../media/pam_r2_4f101e4bc5f5bccb_t4_click_4f101e4bc5f5bccb4bd647808a1285d42e48aa28a968e82bbf385f850ec7ceef.png"/><Relationship Id="rIdT4ClickFrame30" Type="http://schemas.openxmlformats.org/officeDocument/2006/relationships/image" Target="../media/pam_r2_4f101e4bc5f5bccb_t4_click_4f101e4bc5f5bccb4bd647808a1285d42e48aa28a968e82bbf385f850ec7ceef.png"/><Relationship Id="rIdT4ClickFrame31" Type="http://schemas.openxmlformats.org/officeDocument/2006/relationships/image" Target="../media/pam_r2_4f101e4bc5f5bccb_t4_click_4f101e4bc5f5bccb4bd647808a1285d42e48aa28a968e82bbf385f850ec7ceef.png"/><Relationship Id="rIdT4ClickFrame32" Type="http://schemas.openxmlformats.org/officeDocument/2006/relationships/image" Target="../media/pam_r2_4f101e4bc5f5bccb_t4_click_4f101e4bc5f5bccb4bd647808a1285d42e48aa28a968e82bbf385f850ec7ceef.png"/><Relationship Id="rIdT4ClickFrame33" Type="http://schemas.openxmlformats.org/officeDocument/2006/relationships/image" Target="../media/pam_r2_4f101e4bc5f5bccb_t4_click_4f101e4bc5f5bccb4bd647808a1285d42e48aa28a968e82bbf385f850ec7ceef.png"/><Relationship Id="rIdT4ClickFrame34" Type="http://schemas.openxmlformats.org/officeDocument/2006/relationships/image" Target="../media/pam_r2_4f101e4bc5f5bccb_t4_click_4f101e4bc5f5bccb4bd647808a1285d42e48aa28a968e82bbf385f850ec7ceef.png"/><Relationship Id="rIdT4ClickFrame35" Type="http://schemas.openxmlformats.org/officeDocument/2006/relationships/image" Target="../media/pam_r2_4f101e4bc5f5bccb_t4_click_4f101e4bc5f5bccb4bd647808a1285d42e48aa28a968e82bbf385f850ec7ceef.png"/><Relationship Id="rIdT4ClickFrame36" Type="http://schemas.openxmlformats.org/officeDocument/2006/relationships/image" Target="../media/pam_r2_4f101e4bc5f5bccb_t4_click_4f101e4bc5f5bccb4bd647808a1285d42e48aa28a968e82bbf385f850ec7ceef.png"/><Relationship Id="rIdT4ClickFrame37" Type="http://schemas.openxmlformats.org/officeDocument/2006/relationships/image" Target="../media/pam_r2_4f101e4bc5f5bccb_t4_click_4f101e4bc5f5bccb4bd647808a1285d42e48aa28a968e82bbf385f850ec7ceef.png"/><Relationship Id="rIdT4ClickFrame38" Type="http://schemas.openxmlformats.org/officeDocument/2006/relationships/image" Target="../media/pam_r2_4f101e4bc5f5bccb_t4_click_4f101e4bc5f5bccb4bd647808a1285d42e48aa28a968e82bbf385f850ec7ceef.png"/><Relationship Id="rIdT4ClickFrame39" Type="http://schemas.openxmlformats.org/officeDocument/2006/relationships/image" Target="../media/pam_r2_4f101e4bc5f5bccb_t4_click_4f101e4bc5f5bccb4bd647808a1285d42e48aa28a968e82bbf385f850ec7ceef.png"/><Relationship Id="rIdT4ClickFrame40" Type="http://schemas.openxmlformats.org/officeDocument/2006/relationships/image" Target="../media/pam_r2_4f101e4bc5f5bccb_t4_click_4f101e4bc5f5bccb4bd647808a1285d42e48aa28a968e82bbf385f850ec7ceef.png"/><Relationship Id="rIdT4ClickFrame41" Type="http://schemas.openxmlformats.org/officeDocument/2006/relationships/image" Target="../media/pam_r2_4f101e4bc5f5bccb_t4_click_4f101e4bc5f5bccb4bd647808a1285d42e48aa28a968e82bbf385f850ec7ceef.png"/><Relationship Id="rIdT4ClickFrame42" Type="http://schemas.openxmlformats.org/officeDocument/2006/relationships/image" Target="../media/pam_r2_56e2ea81e17acb29_t4_click_56e2ea81e17acb293923ad0b60f36a1b5433039bb9600e7e12540690858f328e.png"/><Relationship Id="rIdT4ClickFrame43" Type="http://schemas.openxmlformats.org/officeDocument/2006/relationships/image" Target="../media/pam_r2_56e2ea81e17acb29_t4_click_56e2ea81e17acb293923ad0b60f36a1b5433039bb9600e7e12540690858f328e.png"/><Relationship Id="rIdT4ClickFrame44" Type="http://schemas.openxmlformats.org/officeDocument/2006/relationships/image" Target="../media/pam_r2_56e2ea81e17acb29_t4_click_56e2ea81e17acb293923ad0b60f36a1b5433039bb9600e7e12540690858f328e.png"/><Relationship Id="rIdT4ClickFrame45" Type="http://schemas.openxmlformats.org/officeDocument/2006/relationships/image" Target="../media/pam_r2_56e2ea81e17acb29_t4_click_56e2ea81e17acb293923ad0b60f36a1b5433039bb9600e7e12540690858f328e.png"/><Relationship Id="rIdT4ClickFrame46" Type="http://schemas.openxmlformats.org/officeDocument/2006/relationships/image" Target="../media/pam_r2_56e2ea81e17acb29_t4_click_56e2ea81e17acb293923ad0b60f36a1b5433039bb9600e7e12540690858f328e.png"/><Relationship Id="rIdT4ClickFrame47" Type="http://schemas.openxmlformats.org/officeDocument/2006/relationships/image" Target="../media/pam_r2_2bcb2a1abe33fcb3_image320.png"/><Relationship Id="rIdT4ClickFrame48" Type="http://schemas.openxmlformats.org/officeDocument/2006/relationships/image" Target="../media/pam_r2_1663ce0d5e52629e_t4_click_1663ce0d5e52629ea86f8dd499a411fe3f01ec1750e93de72ea5c020000b7775.png"/><Relationship Id="rIdT4ClickFrame49" Type="http://schemas.openxmlformats.org/officeDocument/2006/relationships/image" Target="../media/pam_r2_4b0f571822e45afd_t4_click_4b0f571822e45afdbcc7fc7af5792dec1118726f0fa96ab8815d791a959b9fc1.png"/><Relationship Id="rIdT4ClickFrame50" Type="http://schemas.openxmlformats.org/officeDocument/2006/relationships/image" Target="../media/pam_r2_a055b703c2988798_t4_click_a055b703c2988798b7889042a55a2e72f1b44975d8b89ee9cf30e2ff6797ebdb.png"/><Relationship Id="rIdT4ClickFrame51" Type="http://schemas.openxmlformats.org/officeDocument/2006/relationships/image" Target="../media/pam_r2_bdb26cd8debefec5_t4_click_bdb26cd8debefec5c1f25ace11ec903d04071956e41683f81d313bcb4a2b5b1f.png"/><Relationship Id="rIdT4ClickFrame52" Type="http://schemas.openxmlformats.org/officeDocument/2006/relationships/image" Target="../media/pam_r2_32d26e0850b64320_t4_click_32d26e0850b6432035cd56bea34fc10549ffcae3e9e9a70777a60a7189e074a7.png"/><Relationship Id="rIdT4ClickFrame53" Type="http://schemas.openxmlformats.org/officeDocument/2006/relationships/image" Target="../media/pam_r2_9b39ec1873b42aca_t4_click_9b39ec1873b42aca070fd447dc1a23cc044da9fb841215a704a000baced79b94.png"/><Relationship Id="rIdT4ClickFrame54" Type="http://schemas.openxmlformats.org/officeDocument/2006/relationships/image" Target="../media/pam_r2_702fe7f177ba335d_t4_click_702fe7f177ba335d0aa126c0934ba5cdbe64ab969e6b66ac02ee29e4ec6a144d.png"/><Relationship Id="rIdT4ClickFrame55" Type="http://schemas.openxmlformats.org/officeDocument/2006/relationships/image" Target="../media/pam_r2_3456ee8e197ee825_t4_click_3456ee8e197ee825ba6909b024a09fde22c27b55399627b18260ef96b965b19b.png"/><Relationship Id="rIdT4ClickFrame56" Type="http://schemas.openxmlformats.org/officeDocument/2006/relationships/image" Target="../media/pam_r2_a13f13e8c271c2db_t4_click_a13f13e8c271c2db4c5a5882b10c195c03b265f97152027b2c342248b9c28b6c.png"/><Relationship Id="rIdT4ClickFrame57" Type="http://schemas.openxmlformats.org/officeDocument/2006/relationships/image" Target="../media/pam_r2_15fe41c344d8bace_t4_click_15fe41c344d8bace9303d2a5f3dba609f3dd48433d8e0cdbc8b9375f5f040484.png"/><Relationship Id="rIdT4ClickFrame58" Type="http://schemas.openxmlformats.org/officeDocument/2006/relationships/image" Target="../media/pam_r2_3ff5d9c21e5c4c32_t4_click_3ff5d9c21e5c4c32f53f00e762c041b1a34febf960cc80ab91d33dbac2ac4fd6.png"/><Relationship Id="rIdT4ClickFrame59" Type="http://schemas.openxmlformats.org/officeDocument/2006/relationships/image" Target="../media/pam_r2_9de181cd076fd1a8_t4_click_9de181cd076fd1a81df8f78b7c6919bb4d2ed20ad932568191373ef5aa5bb3d2.png"/><Relationship Id="rIdT4ClickFrame60" Type="http://schemas.openxmlformats.org/officeDocument/2006/relationships/image" Target="../media/pam_r2_321934062b4d089d_t4_click_321934062b4d089d209e5b365e92490f38e1c3886410c30a48cc4f9ea221c6cc.png"/><Relationship Id="rIdT4ClickFrame61" Type="http://schemas.openxmlformats.org/officeDocument/2006/relationships/image" Target="../media/pam_r2_a4b90a44c5548a41_t4_click_a4b90a44c5548a41e112a1316be35dc9ed472e4803aae419635fdf5e27f40aea.png"/><Relationship Id="rIdT4ClickFrame62" Type="http://schemas.openxmlformats.org/officeDocument/2006/relationships/image" Target="../media/pam_r2_d905c2333f4533c5_t4_click_d905c2333f4533c5675cde5c28c6fa2d95c9e4f2f86641ddd69c22e09867eeff.png"/><Relationship Id="rIdT4ClickFrame63" Type="http://schemas.openxmlformats.org/officeDocument/2006/relationships/image" Target="../media/pam_r2_59b20eeb69db0a99_t4_click_59b20eeb69db0a990528bbd5e0f05ac005ce41c745143c2778c38b762d4a3ccc.png"/><Relationship Id="rIdT4ClickFrame64" Type="http://schemas.openxmlformats.org/officeDocument/2006/relationships/image" Target="../media/pam_r2_03ad5fa48101f928_t4_click_03ad5fa48101f928f2a2ad3a469999b37004e607aeec1389c782c0425f06f40e.png"/><Relationship Id="rIdT4ClickFrame65" Type="http://schemas.openxmlformats.org/officeDocument/2006/relationships/image" Target="../media/pam_r2_7fd4eccdad9b2f40_t4_click_7fd4eccdad9b2f40eedb846a263ffdc05d0cf0cc8a3091760c446036ab8dd7f6.png"/><Relationship Id="rIdT4ClickFrame66" Type="http://schemas.openxmlformats.org/officeDocument/2006/relationships/image" Target="../media/pam_r2_c9563c5e92619f5a_t4_click_c9563c5e92619f5a55d6287464d94b7922ab899f193f9e4847339072f6d38c2a.png"/><Relationship Id="rIdT4ClickFrame67" Type="http://schemas.openxmlformats.org/officeDocument/2006/relationships/image" Target="../media/pam_r2_ec265d6876749e7d_t4_click_ec265d6876749e7dd0e68808b5dd71e191db254dbfef6ab5ce9ca0ee9916ba88.png"/><Relationship Id="rIdT4ClickFrame68" Type="http://schemas.openxmlformats.org/officeDocument/2006/relationships/image" Target="../media/pam_r2_6070c3c64ffd3629_t4_click_6070c3c64ffd3629e7e864e5c9545b1c666fb35a25c7a80ad0dc4ff3d6adeef9.png"/><Relationship Id="rIdT4ClickFrame69" Type="http://schemas.openxmlformats.org/officeDocument/2006/relationships/image" Target="../media/pam_r2_f16e54f8490f0d77_image341.png"/></Relationships>
</file>

<file path=ppt/slides/_rels/slide25.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a760faa8438c4c7d"/><Relationship Type="http://schemas.openxmlformats.org/officeDocument/2006/relationships/image" Target="../media/pam_r2_7c327152246afd8f_image329.png" Id="Reac214a864344c14"/><Relationship Type="http://schemas.openxmlformats.org/officeDocument/2006/relationships/image" Target="../media/pam_r2_2cc72822119bff1f_image354.png" Id="R0f39ef4e0c094093"/><Relationship Type="http://schemas.openxmlformats.org/officeDocument/2006/relationships/image" Target="../media/pam_r2_ee5389048e8cf3a6_image355.png" Id="R262f4f376b954453"/><Relationship Type="http://schemas.openxmlformats.org/officeDocument/2006/relationships/image" Target="../media/image4.png" Id="R06911205e12b4954"/><Relationship Type="http://schemas.openxmlformats.org/officeDocument/2006/relationships/image" Target="../media/image11.png" Id="R1896b315a1694e71"/><Relationship Type="http://schemas.openxmlformats.org/officeDocument/2006/relationships/notesSlide" Target="../notesSlides/pam_r2_3ff9a14525965f44_notesSlide42.xml" Id="R7b51bfe32e6b4023"/><Relationship Id="rIdMathSvg0" Type="http://schemas.openxmlformats.org/officeDocument/2006/relationships/image" Target="../media/pam_r2_921f3dd10db685d3_t4_921f3dd10db685d3dbc423c4.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43.xml"/><Relationship Id="rIdNav3" Type="http://schemas.openxmlformats.org/officeDocument/2006/relationships/slide" Target="signal_zoom_r4_44.xml"/><Relationship Id="rIdNav4" Type="http://schemas.openxmlformats.org/officeDocument/2006/relationships/slide" Target="signal_zoom_r4_45.xml"/><Relationship Id="rIdT4ClickFrame1" Type="http://schemas.openxmlformats.org/officeDocument/2006/relationships/image" Target="../media/pam_r2_7c327152246afd8f_image329.png"/><Relationship Id="rIdT4ClickFrame2" Type="http://schemas.openxmlformats.org/officeDocument/2006/relationships/image" Target="../media/pam_r2_86fc6f01024c514f_t4_click_86fc6f01024c514f3532c5c0733d0bb6104cc2940f456bdcc134c9ffe45a3a65.png"/><Relationship Id="rIdT4ClickFrame3" Type="http://schemas.openxmlformats.org/officeDocument/2006/relationships/image" Target="../media/pam_r2_452c2e24d0c010cf_t4_click_452c2e24d0c010cf55c57d12a9e2588172c4a7154ec54f91e9964ce4c4626d70.png"/><Relationship Id="rIdT4ClickFrame4" Type="http://schemas.openxmlformats.org/officeDocument/2006/relationships/image" Target="../media/pam_r2_1a793ae34aeaca99_t4_click_1a793ae34aeaca9940da34d2146299ca201852e009de3895153360c4caaa0f45.png"/><Relationship Id="rIdT4ClickFrame5" Type="http://schemas.openxmlformats.org/officeDocument/2006/relationships/image" Target="../media/pam_r2_4bac6c3c987675e6_t4_click_4bac6c3c987675e65a228751d0d4b65417c0734a292737cfa8e08ed21e2ff167.png"/><Relationship Id="rIdT4ClickFrame6" Type="http://schemas.openxmlformats.org/officeDocument/2006/relationships/image" Target="../media/pam_r2_6eda56463e94c79c_t4_click_6eda56463e94c79c9503461e06297fbcb4fa5c2f686b776a442e54ab83137894.png"/><Relationship Id="rIdT4ClickFrame7" Type="http://schemas.openxmlformats.org/officeDocument/2006/relationships/image" Target="../media/pam_r2_dcffb20ac7756310_t4_click_dcffb20ac7756310f4e076fb0843ee3b72623828e3d36ae26bfb883f8d62b404.png"/><Relationship Id="rIdT4ClickFrame8" Type="http://schemas.openxmlformats.org/officeDocument/2006/relationships/image" Target="../media/pam_r2_0b23e3b01bba2065_t4_click_0b23e3b01bba206510bb9ba95d36988216a7516ac32d3ee24605b2ee15602e12.png"/><Relationship Id="rIdT4ClickFrame9" Type="http://schemas.openxmlformats.org/officeDocument/2006/relationships/image" Target="../media/pam_r2_2170e19e3d67a476_t4_click_2170e19e3d67a4768c58a482f0d25336ef2ec38d69663cd0cf711c7224439d59.png"/><Relationship Id="rIdT4ClickFrame10" Type="http://schemas.openxmlformats.org/officeDocument/2006/relationships/image" Target="../media/pam_r2_2ceba4e493235af7_t4_click_2ceba4e493235af743d05b8d1681b6ebf065902f96779d8dcbe7299000d9ccb6.png"/><Relationship Id="rIdT4ClickFrame11" Type="http://schemas.openxmlformats.org/officeDocument/2006/relationships/image" Target="../media/pam_r2_2115575a0b69d8c7_t4_click_2115575a0b69d8c7ca2501d82f7128dcb74248962445bec41de962fd60b8ee0d.png"/><Relationship Id="rIdT4ClickFrame12" Type="http://schemas.openxmlformats.org/officeDocument/2006/relationships/image" Target="../media/pam_r2_5aca238cf2be21a3_t4_click_5aca238cf2be21a3469840f6b991c449757fa41808338c59079f144e6ffea552.png"/><Relationship Id="rIdT4ClickFrame13" Type="http://schemas.openxmlformats.org/officeDocument/2006/relationships/image" Target="../media/pam_r2_1e7e0efde3403603_t4_click_1e7e0efde34036039eea589817117e9a8c52ba807424ca5888f9ec3e0c1ed629.png"/><Relationship Id="rIdT4ClickFrame14" Type="http://schemas.openxmlformats.org/officeDocument/2006/relationships/image" Target="../media/pam_r2_359f2639a0aca799_t4_click_359f2639a0aca799b2046c8f459b0ee2b5f2c9f3ee65e5d440513cdaf8e1c23c.png"/><Relationship Id="rIdT4ClickFrame15" Type="http://schemas.openxmlformats.org/officeDocument/2006/relationships/image" Target="../media/pam_r2_0e623670a5660a50_t4_click_0e623670a5660a50f529c401b2fb8c261cfb8407897942c960a92de8ab09aee9.png"/><Relationship Id="rIdT4ClickFrame16" Type="http://schemas.openxmlformats.org/officeDocument/2006/relationships/image" Target="../media/pam_r2_92b014f3bd8cdadf_t4_click_92b014f3bd8cdadf70e28a8e26e9842a43516224bbc54fa05ff922749611f57b.png"/><Relationship Id="rIdT4ClickFrame17" Type="http://schemas.openxmlformats.org/officeDocument/2006/relationships/image" Target="../media/pam_r2_1c6084bcf84d12a1_t4_click_1c6084bcf84d12a11d724b7ca87b419592eb680756f394224bdc80734c8ac10d.png"/><Relationship Id="rIdT4ClickFrame18" Type="http://schemas.openxmlformats.org/officeDocument/2006/relationships/image" Target="../media/pam_r2_d16e85127cfe17ef_t4_click_d16e85127cfe17efaa903a227cfb7bea2930fb706abbb5b06d03b3e494a8551a.png"/><Relationship Id="rIdT4ClickFrame19" Type="http://schemas.openxmlformats.org/officeDocument/2006/relationships/image" Target="../media/pam_r2_26604308be8c8ebf_t4_click_26604308be8c8ebf0c65b3c4e05632a067d48ece276231c1407251168bc5a7c1.png"/><Relationship Id="rIdT4ClickFrame20" Type="http://schemas.openxmlformats.org/officeDocument/2006/relationships/image" Target="../media/pam_r2_fe3c8b258cdf9edd_t4_click_fe3c8b258cdf9edda14c80bdc58bb0a7d586188da1c169b35dd8c5d70e3e1ce1.png"/><Relationship Id="rIdT4ClickFrame21" Type="http://schemas.openxmlformats.org/officeDocument/2006/relationships/image" Target="../media/pam_r2_c739503a9ae42609_t4_click_c739503a9ae4260901065359ea70a5dabb4fa1d9a812f0914a3f0ce6084fb168.png"/><Relationship Id="rIdT4ClickFrame22" Type="http://schemas.openxmlformats.org/officeDocument/2006/relationships/image" Target="../media/pam_r2_ea9db1e6d570d5d3_t4_click_ea9db1e6d570d5d341691595c84a507dac785a961246c65cb3be664c262dfd39.png"/><Relationship Id="rIdT4ClickFrame23" Type="http://schemas.openxmlformats.org/officeDocument/2006/relationships/image" Target="../media/pam_r2_2daa3a0b09fd581a_t4_click_2daa3a0b09fd581a5549be8a97d9bae65ec3f4fb6e52202326235a0562bde6e9.png"/><Relationship Id="rIdT4ClickFrame24" Type="http://schemas.openxmlformats.org/officeDocument/2006/relationships/image" Target="../media/pam_r2_2cc72822119bff1f_image354.png"/><Relationship Id="rIdT4ClickFrame25" Type="http://schemas.openxmlformats.org/officeDocument/2006/relationships/image" Target="../media/pam_r2_2cc72822119bff1f_image354.png"/><Relationship Id="rIdT4ClickFrame26" Type="http://schemas.openxmlformats.org/officeDocument/2006/relationships/image" Target="../media/pam_r2_dc17ebe30a3d4237_t4_click_dc17ebe30a3d423730b887f677cf036ba247871041d192dba3344a7f3ebfaf00.png"/><Relationship Id="rIdT4ClickFrame27" Type="http://schemas.openxmlformats.org/officeDocument/2006/relationships/image" Target="../media/pam_r2_2fbac14b45384259_t4_click_2fbac14b45384259e19772b608268d1449552021ef04b0e6448a4d0a572c2f69.png"/><Relationship Id="rIdT4ClickFrame28" Type="http://schemas.openxmlformats.org/officeDocument/2006/relationships/image" Target="../media/pam_r2_66422a76c26b499b_t4_click_66422a76c26b499b62879c78c5ce0d92d18d0c7b1f6ac436675564909843c4c9.png"/><Relationship Id="rIdT4ClickFrame29" Type="http://schemas.openxmlformats.org/officeDocument/2006/relationships/image" Target="../media/pam_r2_840194073760d050_t4_click_840194073760d0501805edfad65da3ec68f15d599d67a3ca309e0b73ce630776.png"/><Relationship Id="rIdT4ClickFrame30" Type="http://schemas.openxmlformats.org/officeDocument/2006/relationships/image" Target="../media/pam_r2_840194073760d050_t4_click_840194073760d0501805edfad65da3ec68f15d599d67a3ca309e0b73ce630776.png"/><Relationship Id="rIdT4ClickFrame31" Type="http://schemas.openxmlformats.org/officeDocument/2006/relationships/image" Target="../media/pam_r2_840194073760d050_t4_click_840194073760d0501805edfad65da3ec68f15d599d67a3ca309e0b73ce630776.png"/><Relationship Id="rIdT4ClickFrame32" Type="http://schemas.openxmlformats.org/officeDocument/2006/relationships/image" Target="../media/pam_r2_840194073760d050_t4_click_840194073760d0501805edfad65da3ec68f15d599d67a3ca309e0b73ce630776.png"/><Relationship Id="rIdT4ClickFrame33" Type="http://schemas.openxmlformats.org/officeDocument/2006/relationships/image" Target="../media/pam_r2_840194073760d050_t4_click_840194073760d0501805edfad65da3ec68f15d599d67a3ca309e0b73ce630776.png"/><Relationship Id="rIdT4ClickFrame34" Type="http://schemas.openxmlformats.org/officeDocument/2006/relationships/image" Target="../media/pam_r2_840194073760d050_t4_click_840194073760d0501805edfad65da3ec68f15d599d67a3ca309e0b73ce630776.png"/><Relationship Id="rIdT4ClickFrame35" Type="http://schemas.openxmlformats.org/officeDocument/2006/relationships/image" Target="../media/pam_r2_840194073760d050_t4_click_840194073760d0501805edfad65da3ec68f15d599d67a3ca309e0b73ce630776.png"/><Relationship Id="rIdT4ClickFrame36" Type="http://schemas.openxmlformats.org/officeDocument/2006/relationships/image" Target="../media/pam_r2_840194073760d050_t4_click_840194073760d0501805edfad65da3ec68f15d599d67a3ca309e0b73ce630776.png"/><Relationship Id="rIdT4ClickFrame37" Type="http://schemas.openxmlformats.org/officeDocument/2006/relationships/image" Target="../media/pam_r2_840194073760d050_t4_click_840194073760d0501805edfad65da3ec68f15d599d67a3ca309e0b73ce630776.png"/><Relationship Id="rIdT4ClickFrame38" Type="http://schemas.openxmlformats.org/officeDocument/2006/relationships/image" Target="../media/pam_r2_840194073760d050_t4_click_840194073760d0501805edfad65da3ec68f15d599d67a3ca309e0b73ce630776.png"/><Relationship Id="rIdT4ClickFrame39" Type="http://schemas.openxmlformats.org/officeDocument/2006/relationships/image" Target="../media/pam_r2_840194073760d050_t4_click_840194073760d0501805edfad65da3ec68f15d599d67a3ca309e0b73ce630776.png"/><Relationship Id="rIdT4ClickFrame40" Type="http://schemas.openxmlformats.org/officeDocument/2006/relationships/image" Target="../media/pam_r2_840194073760d050_t4_click_840194073760d0501805edfad65da3ec68f15d599d67a3ca309e0b73ce630776.png"/><Relationship Id="rIdT4ClickFrame41" Type="http://schemas.openxmlformats.org/officeDocument/2006/relationships/image" Target="../media/pam_r2_840194073760d050_t4_click_840194073760d0501805edfad65da3ec68f15d599d67a3ca309e0b73ce630776.png"/><Relationship Id="rIdT4ClickFrame42" Type="http://schemas.openxmlformats.org/officeDocument/2006/relationships/image" Target="../media/pam_r2_e1e136a18e43d5e1_t4_click_e1e136a18e43d5e1827113c4975d1628d1a13ce40470777529fe9e28a2f9db4a.png"/><Relationship Id="rIdT4ClickFrame43" Type="http://schemas.openxmlformats.org/officeDocument/2006/relationships/image" Target="../media/pam_r2_1a20887fd8839dc8_t4_click_1a20887fd8839dc80739e9f14f94801e907836a6bbb66e70c83c2070be4ce933.png"/><Relationship Id="rIdT4ClickFrame44" Type="http://schemas.openxmlformats.org/officeDocument/2006/relationships/image" Target="../media/pam_r2_59309655706d6159_t4_click_59309655706d6159c6cdfc5af89a115b46df2dcf31a1eefb46e2d5c68d8040e6.png"/><Relationship Id="rIdT4ClickFrame45" Type="http://schemas.openxmlformats.org/officeDocument/2006/relationships/image" Target="../media/pam_r2_22253570e24d6bd6_t4_click_22253570e24d6bd6a586c1b70e983efb56bdf4abba64c6e863558a7bfd1985e6.png"/><Relationship Id="rIdT4ClickFrame46" Type="http://schemas.openxmlformats.org/officeDocument/2006/relationships/image" Target="../media/pam_r2_22253570e24d6bd6_t4_click_22253570e24d6bd6a586c1b70e983efb56bdf4abba64c6e863558a7bfd1985e6.png"/><Relationship Id="rIdT4ClickFrame47" Type="http://schemas.openxmlformats.org/officeDocument/2006/relationships/image" Target="../media/pam_r2_ee5389048e8cf3a6_image355.png"/><Relationship Id="rIdT4ClickFrame48" Type="http://schemas.openxmlformats.org/officeDocument/2006/relationships/image" Target="../media/pam_r2_4fcb7fa480f581de_t4_click_4fcb7fa480f581deb5dd36b3ba315b5d8f4cf8bb83f76a058612ee15f30018ce.png"/><Relationship Id="rIdT4ClickFrame49" Type="http://schemas.openxmlformats.org/officeDocument/2006/relationships/image" Target="../media/pam_r2_d391dfc5fd6f3ec9_t4_click_d391dfc5fd6f3ec9274d36d6857657d50b52facf07ddb4c86033a1f3a7e13589.png"/><Relationship Id="rIdT4ClickFrame50" Type="http://schemas.openxmlformats.org/officeDocument/2006/relationships/image" Target="../media/pam_r2_c8a843424bd2d8e6_t4_click_c8a843424bd2d8e66cdd981fd4cf36b82904ccd708346109ebaf787ac07220e3.png"/><Relationship Id="rIdT4ClickFrame51" Type="http://schemas.openxmlformats.org/officeDocument/2006/relationships/image" Target="../media/pam_r2_63fd64d195ba590d_t4_click_63fd64d195ba590d55f0a7ca96716a7fb27de0e904d8705956cbed122078e167.png"/><Relationship Id="rIdT4ClickFrame52" Type="http://schemas.openxmlformats.org/officeDocument/2006/relationships/image" Target="../media/pam_r2_c10d40d201b23e16_t4_click_c10d40d201b23e161c6e11b11d71b90f735fb4871cbe1c5debcd67da2f43a5e5.png"/><Relationship Id="rIdT4ClickFrame53" Type="http://schemas.openxmlformats.org/officeDocument/2006/relationships/image" Target="../media/pam_r2_a287166d138d830f_t4_click_a287166d138d830f3552a085ef486294eff8caa2089590b59ad7b6cc5d1bd9ff.png"/><Relationship Id="rIdT4ClickFrame54" Type="http://schemas.openxmlformats.org/officeDocument/2006/relationships/image" Target="../media/pam_r2_b35ac770f8c3008d_t4_click_b35ac770f8c3008d1e54db7408e71476524e2d026a319d5bc3962be69d368efc.png"/><Relationship Id="rIdT4ClickFrame55" Type="http://schemas.openxmlformats.org/officeDocument/2006/relationships/image" Target="../media/pam_r2_dcf8c66cde9443f7_t4_click_dcf8c66cde9443f758c8c337f16e19d3aefffe8a2d65be92b382d1a6fcc79f4e.png"/><Relationship Id="rIdT4ClickFrame56" Type="http://schemas.openxmlformats.org/officeDocument/2006/relationships/image" Target="../media/pam_r2_412f814dfc9028ab_t4_click_412f814dfc9028abb0ae55a3b722d82291c671ad91b8ecd758c6827f69087fce.png"/><Relationship Id="rIdT4ClickFrame57" Type="http://schemas.openxmlformats.org/officeDocument/2006/relationships/image" Target="../media/pam_r2_68fcf657dfbbac00_t4_click_68fcf657dfbbac0002f54be5e23e58ef1bd3575b7a215c5dfb6a2ca7bfe8fef1.png"/><Relationship Id="rIdT4ClickFrame58" Type="http://schemas.openxmlformats.org/officeDocument/2006/relationships/image" Target="../media/pam_r2_93e653bc931063bc_t4_click_93e653bc931063bc7d674bb057648dd98d35aa2f4cc77a2d336ac552a14f10de.png"/><Relationship Id="rIdT4ClickFrame59" Type="http://schemas.openxmlformats.org/officeDocument/2006/relationships/image" Target="../media/pam_r2_27b004bbe10d26fb_t4_click_27b004bbe10d26fbb387bcd77431c734055d79d1a441b33d8b872ad2301c421e.png"/><Relationship Id="rIdT4ClickFrame60" Type="http://schemas.openxmlformats.org/officeDocument/2006/relationships/image" Target="../media/pam_r2_4383fe0e9bd30a70_t4_click_4383fe0e9bd30a70ef9150dc38a81bfa7b802ba33be9b61b7c53e142a2f4ec6b.png"/><Relationship Id="rIdT4ClickFrame61" Type="http://schemas.openxmlformats.org/officeDocument/2006/relationships/image" Target="../media/pam_r2_240c8654eed49be0_t4_click_240c8654eed49be0cc76cde03a73c826704a23aa5fcc0843120ffdf90c6c009d.png"/><Relationship Id="rIdT4ClickFrame62" Type="http://schemas.openxmlformats.org/officeDocument/2006/relationships/image" Target="../media/pam_r2_11307018cb6d886a_t4_click_11307018cb6d886a05f516655eab481fe255c7feeecde5459f4e8d14685ff0d2.png"/><Relationship Id="rIdT4ClickFrame63" Type="http://schemas.openxmlformats.org/officeDocument/2006/relationships/image" Target="../media/pam_r2_a54abfca0e5eb0fc_t4_click_a54abfca0e5eb0fc68bd228f380ff4389b0065ea8ec41f7157f2f95c3a3a1e11.png"/><Relationship Id="rIdT4ClickFrame64" Type="http://schemas.openxmlformats.org/officeDocument/2006/relationships/image" Target="../media/pam_r2_f04ae3f4127347c4_t4_click_f04ae3f4127347c4b98f8a8b7d39437ad2c06f59e593ce65a80900fdfc3f5a50.png"/><Relationship Id="rIdT4ClickFrame65" Type="http://schemas.openxmlformats.org/officeDocument/2006/relationships/image" Target="../media/pam_r2_477d214768ea41cd_t4_click_477d214768ea41cd9edad2a22dfc15a97296efd8fa7129727da0a556abd79117.png"/><Relationship Id="rIdT4ClickFrame66" Type="http://schemas.openxmlformats.org/officeDocument/2006/relationships/image" Target="../media/pam_r2_86d4742ac441f9f9_t4_click_86d4742ac441f9f90a04d16bf9c0125efd9d9b34629803cb84196fff46804779.png"/><Relationship Id="rIdT4ClickFrame67" Type="http://schemas.openxmlformats.org/officeDocument/2006/relationships/image" Target="../media/pam_r2_2f1132a499ea96d4_t4_click_2f1132a499ea96d4037d8df99064c3140678c7efc418bb107a87dfb7122dcb53.png"/><Relationship Id="rIdT4ClickFrame68" Type="http://schemas.openxmlformats.org/officeDocument/2006/relationships/image" Target="../media/pam_r2_6bbea05c27f9556c_t4_click_6bbea05c27f9556ca79b1842437d28f7bfa7c8b8a167e4bb4751232628d8adcc.png"/><Relationship Id="rIdT4ClickFrame69" Type="http://schemas.openxmlformats.org/officeDocument/2006/relationships/image" Target="../media/pam_r2_f46cc3e640beaada_image376.png"/></Relationships>
</file>

<file path=ppt/slides/_rels/slide26.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87b375211ea4497c"/><Relationship Type="http://schemas.openxmlformats.org/officeDocument/2006/relationships/image" Target="../media/pam_r2_bd823af24cf51365_image245.png" Id="R0da8ab2e972c4b13"/><Relationship Type="http://schemas.openxmlformats.org/officeDocument/2006/relationships/image" Target="../media/pam_r2_1fb99f0918787faf_image389.png" Id="R476599e2d38d46bf"/><Relationship Type="http://schemas.openxmlformats.org/officeDocument/2006/relationships/image" Target="../media/pam_r2_7b405eb427618c7e_image390.png" Id="R40bcc36bc9e340d2"/><Relationship Type="http://schemas.openxmlformats.org/officeDocument/2006/relationships/image" Target="../media/image5.png" Id="R728df6bcb33945ad"/><Relationship Type="http://schemas.openxmlformats.org/officeDocument/2006/relationships/image" Target="../media/image11.png" Id="R22605d8cd09a448b"/><Relationship Type="http://schemas.openxmlformats.org/officeDocument/2006/relationships/notesSlide" Target="../notesSlides/pam_r2_7d06cdad7ea24924_notesSlide46.xml" Id="Ra31731b88e5f4f46"/><Relationship Id="rIdMathSvg0" Type="http://schemas.openxmlformats.org/officeDocument/2006/relationships/image" Target="../media/pam_r2_d3e8f75c8ce97537_t4_d3e8f75c8ce975376ee60a56.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47.xml"/><Relationship Id="rIdNav3" Type="http://schemas.openxmlformats.org/officeDocument/2006/relationships/slide" Target="signal_zoom_r4_48.xml"/><Relationship Id="rIdNav4" Type="http://schemas.openxmlformats.org/officeDocument/2006/relationships/slide" Target="signal_zoom_r4_49.xml"/><Relationship Id="rIdT4ClickFrame1" Type="http://schemas.openxmlformats.org/officeDocument/2006/relationships/image" Target="../media/pam_r2_bd823af24cf51365_image245.png"/><Relationship Id="rIdT4ClickFrame2" Type="http://schemas.openxmlformats.org/officeDocument/2006/relationships/image" Target="../media/pam_r2_f539904621c6e622_t4_click_f539904621c6e62257a75ed852aa8b0a486577c7d05ebd9ad84ff8daf04144f0.png"/><Relationship Id="rIdT4ClickFrame3" Type="http://schemas.openxmlformats.org/officeDocument/2006/relationships/image" Target="../media/pam_r2_b8b22a4a3e0dd9c0_t4_click_b8b22a4a3e0dd9c0b0b2655d3f2b667fa140f48142a9f7a57b191f875dfa1c1e.png"/><Relationship Id="rIdT4ClickFrame4" Type="http://schemas.openxmlformats.org/officeDocument/2006/relationships/image" Target="../media/pam_r2_da88660512ce9377_t4_click_da88660512ce93776d04e1f220165e4d0a91b8125ff157427ad5cd9b1bfba25c.png"/><Relationship Id="rIdT4ClickFrame5" Type="http://schemas.openxmlformats.org/officeDocument/2006/relationships/image" Target="../media/pam_r2_9ffdb0572aa2fe2b_t4_click_9ffdb0572aa2fe2bc97474ed62c0550f2b21ba79cecf6fbc7ea8b13d09d7dc66.png"/><Relationship Id="rIdT4ClickFrame6" Type="http://schemas.openxmlformats.org/officeDocument/2006/relationships/image" Target="../media/pam_r2_dd4e99aa32eb4e89_t4_click_dd4e99aa32eb4e89b7027b8345663dd17023114ae850ad43cd6813914618d5e0.png"/><Relationship Id="rIdT4ClickFrame7" Type="http://schemas.openxmlformats.org/officeDocument/2006/relationships/image" Target="../media/pam_r2_ea924adb3084dcb4_t4_click_ea924adb3084dcb42c1bd6394a4116e06945c222c7467f9d1e3727a2587a3ff3.png"/><Relationship Id="rIdT4ClickFrame8" Type="http://schemas.openxmlformats.org/officeDocument/2006/relationships/image" Target="../media/pam_r2_fcd8d949b6aa3eb8_t4_click_fcd8d949b6aa3eb8368b86e393a4185d7e3dc2aec7390e05b7b25cd36fe2b9a1.png"/><Relationship Id="rIdT4ClickFrame9" Type="http://schemas.openxmlformats.org/officeDocument/2006/relationships/image" Target="../media/pam_r2_5a9f450a0ba974f6_t4_click_5a9f450a0ba974f6991ce7960b88941f8a30357a7e9eba07912553378281377c.png"/><Relationship Id="rIdT4ClickFrame10" Type="http://schemas.openxmlformats.org/officeDocument/2006/relationships/image" Target="../media/pam_r2_59a00b950814ebbe_t4_click_59a00b950814ebbec419ece2a1417d684652f4a408ec3b92cc283d4d82663ee2.png"/><Relationship Id="rIdT4ClickFrame11" Type="http://schemas.openxmlformats.org/officeDocument/2006/relationships/image" Target="../media/pam_r2_abcd8bd8e22db97f_t4_click_abcd8bd8e22db97f043e8614192fd73a71e7d144eca45bcc78afe7e118c346ef.png"/><Relationship Id="rIdT4ClickFrame12" Type="http://schemas.openxmlformats.org/officeDocument/2006/relationships/image" Target="../media/pam_r2_14bccd31c2756c03_t4_click_14bccd31c2756c03b8815784fef7c50399d2abf4d4f58a6a87410717124ad3d2.png"/><Relationship Id="rIdT4ClickFrame13" Type="http://schemas.openxmlformats.org/officeDocument/2006/relationships/image" Target="../media/pam_r2_e78037cd3022542b_t4_click_e78037cd3022542b12ab2f170efbb4dddbbd3176852ebfe7670697fae90edbc7.png"/><Relationship Id="rIdT4ClickFrame14" Type="http://schemas.openxmlformats.org/officeDocument/2006/relationships/image" Target="../media/pam_r2_1c358779bb061e78_t4_click_1c358779bb061e78bcc9fbdba17c5a6e902c0a97f9c9f572b3694ce029227a85.png"/><Relationship Id="rIdT4ClickFrame15" Type="http://schemas.openxmlformats.org/officeDocument/2006/relationships/image" Target="../media/pam_r2_5ab9674d0c9dacfd_t4_click_5ab9674d0c9dacfda6c102e902622db10025184cdc93e5978f6ba821d66a33cb.png"/><Relationship Id="rIdT4ClickFrame16" Type="http://schemas.openxmlformats.org/officeDocument/2006/relationships/image" Target="../media/pam_r2_eee8ad19bbd2a675_t4_click_eee8ad19bbd2a6758ac8a2f5d0e417b09a595dce35fb51c783699dc0af23448b.png"/><Relationship Id="rIdT4ClickFrame17" Type="http://schemas.openxmlformats.org/officeDocument/2006/relationships/image" Target="../media/pam_r2_9a79b0101a270512_t4_click_9a79b0101a27051213463a8a7504175c2372dc1b6fb38ca69b9ba71ad30111a1.png"/><Relationship Id="rIdT4ClickFrame18" Type="http://schemas.openxmlformats.org/officeDocument/2006/relationships/image" Target="../media/pam_r2_b43c506e55648034_t4_click_b43c506e55648034c778e19f6e9e708ef6aa3097b2b1c379c2cc539894da4cd6.png"/><Relationship Id="rIdT4ClickFrame19" Type="http://schemas.openxmlformats.org/officeDocument/2006/relationships/image" Target="../media/pam_r2_5a01aab36501023e_t4_click_5a01aab36501023eb9e76dbcff53d1c864300614d24b573857650ed778c3262e.png"/><Relationship Id="rIdT4ClickFrame20" Type="http://schemas.openxmlformats.org/officeDocument/2006/relationships/image" Target="../media/pam_r2_c606337903cff3f9_t4_click_c606337903cff3f95cd5797b3c4c15ff030f257694d3136054c43a3a301c4f49.png"/><Relationship Id="rIdT4ClickFrame21" Type="http://schemas.openxmlformats.org/officeDocument/2006/relationships/image" Target="../media/pam_r2_1bfa3466d7dae808_t4_click_1bfa3466d7dae808ecc8abed7fdbe3ef6b232acc08c7a0c3ae98352b860fd083.png"/><Relationship Id="rIdT4ClickFrame22" Type="http://schemas.openxmlformats.org/officeDocument/2006/relationships/image" Target="../media/pam_r2_5b404d1a81b1c076_t4_click_5b404d1a81b1c0768bec746ce9b7af85716edfd6e9b1f681482e7f1dc9740e0b.png"/><Relationship Id="rIdT4ClickFrame23" Type="http://schemas.openxmlformats.org/officeDocument/2006/relationships/image" Target="../media/pam_r2_fea5f9992549b757_t4_click_fea5f9992549b7576b13252cafa91679a2e04429371f9067b3fb3cd2479ee898.png"/><Relationship Id="rIdT4ClickFrame24" Type="http://schemas.openxmlformats.org/officeDocument/2006/relationships/image" Target="../media/pam_r2_1fb99f0918787faf_image389.png"/><Relationship Id="rIdT4ClickFrame25" Type="http://schemas.openxmlformats.org/officeDocument/2006/relationships/image" Target="../media/pam_r2_1fb99f0918787faf_image389.png"/><Relationship Id="rIdT4ClickFrame26" Type="http://schemas.openxmlformats.org/officeDocument/2006/relationships/image" Target="../media/pam_r2_1fb99f0918787faf_image389.png"/><Relationship Id="rIdT4ClickFrame27" Type="http://schemas.openxmlformats.org/officeDocument/2006/relationships/image" Target="../media/pam_r2_1fb99f0918787faf_image389.png"/><Relationship Id="rIdT4ClickFrame28" Type="http://schemas.openxmlformats.org/officeDocument/2006/relationships/image" Target="../media/pam_r2_1fb99f0918787faf_image389.png"/><Relationship Id="rIdT4ClickFrame29" Type="http://schemas.openxmlformats.org/officeDocument/2006/relationships/image" Target="../media/pam_r2_8d45ec469f10ea6c_t4_click_8d45ec469f10ea6cc994cb64b9ffaeb46588528b98454d971c7ea90ea09bb5e3.png"/><Relationship Id="rIdT4ClickFrame30" Type="http://schemas.openxmlformats.org/officeDocument/2006/relationships/image" Target="../media/pam_r2_65ee3d1eb9209ee5_t4_click_65ee3d1eb9209ee56ebcb0d75de2b8773bba64c535e17a5e7e2e96c4dfeb1963.png"/><Relationship Id="rIdT4ClickFrame31" Type="http://schemas.openxmlformats.org/officeDocument/2006/relationships/image" Target="../media/pam_r2_d0576017a95c8311_t4_click_d0576017a95c83119126486ed38c6cad532f7a7605aa7850d7ba6c360a6453d0.png"/><Relationship Id="rIdT4ClickFrame32" Type="http://schemas.openxmlformats.org/officeDocument/2006/relationships/image" Target="../media/pam_r2_ac1aff822b5bd0f8_t4_click_ac1aff822b5bd0f8314d98dda9e29c8f5e3cd1deea0df2eb902e42e5ebfb71f2.png"/><Relationship Id="rIdT4ClickFrame33" Type="http://schemas.openxmlformats.org/officeDocument/2006/relationships/image" Target="../media/pam_r2_9b0248a4517d871e_t4_click_9b0248a4517d871e74db6cf0aa95bc25c253b6087b3d8ad5d7202faeb80042e5.png"/><Relationship Id="rIdT4ClickFrame34" Type="http://schemas.openxmlformats.org/officeDocument/2006/relationships/image" Target="../media/pam_r2_6c72e8d10ff8cc8b_t4_click_6c72e8d10ff8cc8b507a35414d6054ea9ce0ba03bee6e9dc3ce4e86fe91f9554.png"/><Relationship Id="rIdT4ClickFrame35" Type="http://schemas.openxmlformats.org/officeDocument/2006/relationships/image" Target="../media/pam_r2_6c72e8d10ff8cc8b_t4_click_6c72e8d10ff8cc8b507a35414d6054ea9ce0ba03bee6e9dc3ce4e86fe91f9554.png"/><Relationship Id="rIdT4ClickFrame36" Type="http://schemas.openxmlformats.org/officeDocument/2006/relationships/image" Target="../media/pam_r2_6c72e8d10ff8cc8b_t4_click_6c72e8d10ff8cc8b507a35414d6054ea9ce0ba03bee6e9dc3ce4e86fe91f9554.png"/><Relationship Id="rIdT4ClickFrame37" Type="http://schemas.openxmlformats.org/officeDocument/2006/relationships/image" Target="../media/pam_r2_aae474716316b3da_t4_click_aae474716316b3dab1e15ead4e186d9e29510a24078115601a4fbc59d986949f.png"/><Relationship Id="rIdT4ClickFrame38" Type="http://schemas.openxmlformats.org/officeDocument/2006/relationships/image" Target="../media/pam_r2_42c8fb88c581ea82_t4_click_42c8fb88c581ea820c17ef1a848568a012eb668838749c47d5149172d4f3ed48.png"/><Relationship Id="rIdT4ClickFrame39" Type="http://schemas.openxmlformats.org/officeDocument/2006/relationships/image" Target="../media/pam_r2_f6e217f7bea65555_t4_click_f6e217f7bea65555b0359c95a5f74df3fff3e945e210e97e7448e757819480bb.png"/><Relationship Id="rIdT4ClickFrame40" Type="http://schemas.openxmlformats.org/officeDocument/2006/relationships/image" Target="../media/pam_r2_f61b5993981e59a6_t4_click_f61b5993981e59a61cc5e1e7ab249226b4b8947911daf210cd137fa518fbf3f9.png"/><Relationship Id="rIdT4ClickFrame41" Type="http://schemas.openxmlformats.org/officeDocument/2006/relationships/image" Target="../media/pam_r2_0e3ef185d65c955d_t4_click_0e3ef185d65c955d5182a1aad3d78f54f84aa46b398666da2a8c1d4406314149.png"/><Relationship Id="rIdT4ClickFrame42" Type="http://schemas.openxmlformats.org/officeDocument/2006/relationships/image" Target="../media/pam_r2_d0fa7a8ac4263b77_t4_click_d0fa7a8ac4263b77194246aacc363c48058ba60fb4c9f130e8a4dcd1d7f33ee9.png"/><Relationship Id="rIdT4ClickFrame43" Type="http://schemas.openxmlformats.org/officeDocument/2006/relationships/image" Target="../media/pam_r2_d0fa7a8ac4263b77_t4_click_d0fa7a8ac4263b77194246aacc363c48058ba60fb4c9f130e8a4dcd1d7f33ee9.png"/><Relationship Id="rIdT4ClickFrame44" Type="http://schemas.openxmlformats.org/officeDocument/2006/relationships/image" Target="../media/pam_r2_d0fa7a8ac4263b77_t4_click_d0fa7a8ac4263b77194246aacc363c48058ba60fb4c9f130e8a4dcd1d7f33ee9.png"/><Relationship Id="rIdT4ClickFrame45" Type="http://schemas.openxmlformats.org/officeDocument/2006/relationships/image" Target="../media/pam_r2_d0fa7a8ac4263b77_t4_click_d0fa7a8ac4263b77194246aacc363c48058ba60fb4c9f130e8a4dcd1d7f33ee9.png"/><Relationship Id="rIdT4ClickFrame46" Type="http://schemas.openxmlformats.org/officeDocument/2006/relationships/image" Target="../media/pam_r2_d0fa7a8ac4263b77_t4_click_d0fa7a8ac4263b77194246aacc363c48058ba60fb4c9f130e8a4dcd1d7f33ee9.png"/><Relationship Id="rIdT4ClickFrame47" Type="http://schemas.openxmlformats.org/officeDocument/2006/relationships/image" Target="../media/pam_r2_7b405eb427618c7e_image390.png"/><Relationship Id="rIdT4ClickFrame48" Type="http://schemas.openxmlformats.org/officeDocument/2006/relationships/image" Target="../media/pam_r2_68b623c639b52f78_t4_click_68b623c639b52f7877ff149926dab414b38923df0378f1ea68a4e0178ef4f768.png"/><Relationship Id="rIdT4ClickFrame49" Type="http://schemas.openxmlformats.org/officeDocument/2006/relationships/image" Target="../media/pam_r2_429dfd63f6fbb0bb_t4_click_429dfd63f6fbb0bb9b1ec12b594a751d93362ca16bb27af63c434e24236d0c1e.png"/><Relationship Id="rIdT4ClickFrame50" Type="http://schemas.openxmlformats.org/officeDocument/2006/relationships/image" Target="../media/pam_r2_ce15dcc0ea7bb06c_t4_click_ce15dcc0ea7bb06c086d08451ba5590da8dfed9b86ca01c804757c4f96f65663.png"/><Relationship Id="rIdT4ClickFrame51" Type="http://schemas.openxmlformats.org/officeDocument/2006/relationships/image" Target="../media/pam_r2_b31cceb05218595b_t4_click_b31cceb05218595b61643e5cab21409f54b71f689d614130229a616289afdb25.png"/><Relationship Id="rIdT4ClickFrame52" Type="http://schemas.openxmlformats.org/officeDocument/2006/relationships/image" Target="../media/pam_r2_826b95918c844912_t4_click_826b95918c8449129c6bf8ae91616514c1f4f424fd5549a661751c471ce558e2.png"/><Relationship Id="rIdT4ClickFrame53" Type="http://schemas.openxmlformats.org/officeDocument/2006/relationships/image" Target="../media/pam_r2_a9dc452afae4fd6e_t4_click_a9dc452afae4fd6e7a57eccf1ca5ffd2aee60e3c1aa08167d74e92e349f68962.png"/><Relationship Id="rIdT4ClickFrame54" Type="http://schemas.openxmlformats.org/officeDocument/2006/relationships/image" Target="../media/pam_r2_d4fb8e1e7560be2d_t4_click_d4fb8e1e7560be2d0e7dcd701e7758d5d14b3039157377b73db67f25bcf991af.png"/><Relationship Id="rIdT4ClickFrame55" Type="http://schemas.openxmlformats.org/officeDocument/2006/relationships/image" Target="../media/pam_r2_e9a0507a4253fada_t4_click_e9a0507a4253fada57e2f48d83a74e1d395d87f0e81799dad5cbd82f08125dfc.png"/><Relationship Id="rIdT4ClickFrame56" Type="http://schemas.openxmlformats.org/officeDocument/2006/relationships/image" Target="../media/pam_r2_759863c17768fa32_t4_click_759863c17768fa328e174be34fc1b8e214bc87e2fd33cd935b1b037c73bf7171.png"/><Relationship Id="rIdT4ClickFrame57" Type="http://schemas.openxmlformats.org/officeDocument/2006/relationships/image" Target="../media/pam_r2_371df35467906435_t4_click_371df35467906435635bb3d4755e6a610e5884a1e9db07889f65eb74bb4961e7.png"/><Relationship Id="rIdT4ClickFrame58" Type="http://schemas.openxmlformats.org/officeDocument/2006/relationships/image" Target="../media/pam_r2_72d594aec6ea4703_t4_click_72d594aec6ea4703f20343fbfa5c79574b709e4a540211223f151700c7d37e93.png"/><Relationship Id="rIdT4ClickFrame59" Type="http://schemas.openxmlformats.org/officeDocument/2006/relationships/image" Target="../media/pam_r2_ba13cda7ed7197e7_t4_click_ba13cda7ed7197e7255c0c74cdaa828ad5340eeb2fb967b4e169a4f69bec126d.png"/><Relationship Id="rIdT4ClickFrame60" Type="http://schemas.openxmlformats.org/officeDocument/2006/relationships/image" Target="../media/pam_r2_2259fab264732c5b_t4_click_2259fab264732c5b42b4d4a4df5b08daeb99c94833c360b6b02b1cae642918d6.png"/><Relationship Id="rIdT4ClickFrame61" Type="http://schemas.openxmlformats.org/officeDocument/2006/relationships/image" Target="../media/pam_r2_337a647ab2fad460_t4_click_337a647ab2fad4606f01a8133bbb6d0baab8af0b4e3646c4f14838fa619c6ba7.png"/><Relationship Id="rIdT4ClickFrame62" Type="http://schemas.openxmlformats.org/officeDocument/2006/relationships/image" Target="../media/pam_r2_ae9651502a68ac78_t4_click_ae9651502a68ac78eb8b2f75874b1bec1486d9dfac20794ffde86056fdf31bc0.png"/><Relationship Id="rIdT4ClickFrame63" Type="http://schemas.openxmlformats.org/officeDocument/2006/relationships/image" Target="../media/pam_r2_13f7ba6ef1011db6_t4_click_13f7ba6ef1011db61f0158139cb387077aeab8df61c1ea07247a6a1a58a17687.png"/><Relationship Id="rIdT4ClickFrame64" Type="http://schemas.openxmlformats.org/officeDocument/2006/relationships/image" Target="../media/pam_r2_a74d9593c8e3aaab_t4_click_a74d9593c8e3aaab2c867a233315ba3bb8753eb781c81d3f2ba68db673068f87.png"/><Relationship Id="rIdT4ClickFrame65" Type="http://schemas.openxmlformats.org/officeDocument/2006/relationships/image" Target="../media/pam_r2_e8a10c21da324f57_t4_click_e8a10c21da324f57e02e022d2c617506f3984024760fede1bd3d88144b32dc5a.png"/><Relationship Id="rIdT4ClickFrame66" Type="http://schemas.openxmlformats.org/officeDocument/2006/relationships/image" Target="../media/pam_r2_25bc7ebe5888a449_t4_click_25bc7ebe5888a44939cfe47aba97f8d6f26c46db895bac95dc7dcba7c8793071.png"/><Relationship Id="rIdT4ClickFrame67" Type="http://schemas.openxmlformats.org/officeDocument/2006/relationships/image" Target="../media/pam_r2_e777fb3955795817_t4_click_e777fb3955795817a37b85092547fc73b21c9b28d03e67deace97e0455f13994.png"/><Relationship Id="rIdT4ClickFrame68" Type="http://schemas.openxmlformats.org/officeDocument/2006/relationships/image" Target="../media/pam_r2_a93c96f04e4efc36_t4_click_a93c96f04e4efc36d4801e28c6ec41b8c2f9abcb97f22f4189e7fa7cd2cd1c5b.png"/><Relationship Id="rIdT4ClickFrame69" Type="http://schemas.openxmlformats.org/officeDocument/2006/relationships/image" Target="../media/pam_r2_4a31c263029289ef_image411.png"/></Relationships>
</file>

<file path=ppt/slides/_rels/slide27.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9aba5a3955044d7e"/><Relationship Type="http://schemas.openxmlformats.org/officeDocument/2006/relationships/image" Target="../media/pam_r2_bd823af24cf51365_image245.png" Id="R9fe4f7ff11f14300"/><Relationship Type="http://schemas.openxmlformats.org/officeDocument/2006/relationships/image" Target="../media/pam_r2_28adf662ae220043_image424.png" Id="R3acaf2714efc4d68"/><Relationship Type="http://schemas.openxmlformats.org/officeDocument/2006/relationships/image" Target="../media/pam_r2_9358132f3d799e0e_image425.png" Id="R2c724658f1354bf9"/><Relationship Type="http://schemas.openxmlformats.org/officeDocument/2006/relationships/image" Target="../media/image6.png" Id="R8e8cca777e71415b"/><Relationship Type="http://schemas.openxmlformats.org/officeDocument/2006/relationships/image" Target="../media/image11.png" Id="Rcda72fadf7534829"/><Relationship Type="http://schemas.openxmlformats.org/officeDocument/2006/relationships/notesSlide" Target="../notesSlides/pam_r2_0ca75f11920872ed_notesSlide50.xml" Id="R2ad7d341f91a4d71"/><Relationship Id="rIdMathSvg0" Type="http://schemas.openxmlformats.org/officeDocument/2006/relationships/image" Target="../media/pam_r2_3210b7627a2a4680_t4_3210b7627a2a4680ed042d2a.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51.xml"/><Relationship Id="rIdNav3" Type="http://schemas.openxmlformats.org/officeDocument/2006/relationships/slide" Target="signal_zoom_r4_52.xml"/><Relationship Id="rIdNav4" Type="http://schemas.openxmlformats.org/officeDocument/2006/relationships/slide" Target="signal_zoom_r4_53.xml"/><Relationship Id="rIdT4ClickFrame1" Type="http://schemas.openxmlformats.org/officeDocument/2006/relationships/image" Target="../media/pam_r2_bd823af24cf51365_image245.png"/><Relationship Id="rIdT4ClickFrame2" Type="http://schemas.openxmlformats.org/officeDocument/2006/relationships/image" Target="../media/pam_r2_df3932f3da3a2605_t4_click_df3932f3da3a2605628750d4c0afa62ed30d9919812f5b12895a9266044d782f.png"/><Relationship Id="rIdT4ClickFrame3" Type="http://schemas.openxmlformats.org/officeDocument/2006/relationships/image" Target="../media/pam_r2_50b649a813e4c70a_t4_click_50b649a813e4c70aa767fa7f230567ec50b3088595bd15f772e8d596604b5c5f.png"/><Relationship Id="rIdT4ClickFrame4" Type="http://schemas.openxmlformats.org/officeDocument/2006/relationships/image" Target="../media/pam_r2_eaf9da032fcc9be4_t4_click_eaf9da032fcc9be4a84c6f3c7cf29e457289ca83d6d7b72d52f36858b0a5108c.png"/><Relationship Id="rIdT4ClickFrame5" Type="http://schemas.openxmlformats.org/officeDocument/2006/relationships/image" Target="../media/pam_r2_aaa8a99dd7aa0f91_t4_click_aaa8a99dd7aa0f9124e4772117b1fe81ac3c6da5b6a7aa17ed00d902e141eed9.png"/><Relationship Id="rIdT4ClickFrame6" Type="http://schemas.openxmlformats.org/officeDocument/2006/relationships/image" Target="../media/pam_r2_92336903375afb48_t4_click_92336903375afb4872b8bf2cf0a4d29e8bc052f63d86c13e7ca3d6e0c73d8943.png"/><Relationship Id="rIdT4ClickFrame7" Type="http://schemas.openxmlformats.org/officeDocument/2006/relationships/image" Target="../media/pam_r2_1ac278b602f71a47_t4_click_1ac278b602f71a47e0ab9d61d8be9064a444dded63b1117a4d3b48ff3c0f38e4.png"/><Relationship Id="rIdT4ClickFrame8" Type="http://schemas.openxmlformats.org/officeDocument/2006/relationships/image" Target="../media/pam_r2_44019b82bba17cf2_t4_click_44019b82bba17cf2b8c98ac73f98d95f530d57f9d8dfbf71dd5973084fd1a85a.png"/><Relationship Id="rIdT4ClickFrame9" Type="http://schemas.openxmlformats.org/officeDocument/2006/relationships/image" Target="../media/pam_r2_918e0adc7ce650d0_t4_click_918e0adc7ce650d01ebcb6fa8b98e555ec83c2bedd85c54bf2ea49a699377a92.png"/><Relationship Id="rIdT4ClickFrame10" Type="http://schemas.openxmlformats.org/officeDocument/2006/relationships/image" Target="../media/pam_r2_38d2bba3133d0c06_t4_click_38d2bba3133d0c06e0800a79a00f395b09fa3775c3a7ae712b1616073eb9bf83.png"/><Relationship Id="rIdT4ClickFrame11" Type="http://schemas.openxmlformats.org/officeDocument/2006/relationships/image" Target="../media/pam_r2_3fd8488071195ece_t4_click_3fd8488071195ece98c8aca600a7738d3f9658dd6111818c5d09b2d3b2b91f54.png"/><Relationship Id="rIdT4ClickFrame12" Type="http://schemas.openxmlformats.org/officeDocument/2006/relationships/image" Target="../media/pam_r2_50c147da741eabc1_t4_click_50c147da741eabc11f0f6f9b28dc9d8cdb115c38a493d49c19fe3d1b295166ba.png"/><Relationship Id="rIdT4ClickFrame13" Type="http://schemas.openxmlformats.org/officeDocument/2006/relationships/image" Target="../media/pam_r2_c73bc62b176f5069_t4_click_c73bc62b176f506910f5af40bb8450d2d4f5d5c11adca11c48acb314ba2ae8d2.png"/><Relationship Id="rIdT4ClickFrame14" Type="http://schemas.openxmlformats.org/officeDocument/2006/relationships/image" Target="../media/pam_r2_352b51f5479db434_t4_click_352b51f5479db434b3dd7e811ac80903ef40b063e86921eb0672968dc73f9213.png"/><Relationship Id="rIdT4ClickFrame15" Type="http://schemas.openxmlformats.org/officeDocument/2006/relationships/image" Target="../media/pam_r2_8f77197ed1e933b5_t4_click_8f77197ed1e933b5e82cbd10df03122bcae77ff7ef5797733e389fc75dbfe225.png"/><Relationship Id="rIdT4ClickFrame16" Type="http://schemas.openxmlformats.org/officeDocument/2006/relationships/image" Target="../media/pam_r2_874a034dd87a327e_t4_click_874a034dd87a327e984a5aaf8f386050f176b1ec578451a005f96aa5d9206850.png"/><Relationship Id="rIdT4ClickFrame17" Type="http://schemas.openxmlformats.org/officeDocument/2006/relationships/image" Target="../media/pam_r2_cfe25bb186e5e8ae_t4_click_cfe25bb186e5e8ae99d14030e2d9fbd70c230f43f3fdc2817a21d1cadaef4443.png"/><Relationship Id="rIdT4ClickFrame18" Type="http://schemas.openxmlformats.org/officeDocument/2006/relationships/image" Target="../media/pam_r2_57ee6920b4394ed4_t4_click_57ee6920b4394ed426e8e5ee99bd7e9366ed0c6fec85dd43db12f5daf07a9228.png"/><Relationship Id="rIdT4ClickFrame19" Type="http://schemas.openxmlformats.org/officeDocument/2006/relationships/image" Target="../media/pam_r2_a91f1e15d936181e_t4_click_a91f1e15d936181e499ca2e06f4ec55f1e6031ed8189db2ad86c3d8a3881de5d.png"/><Relationship Id="rIdT4ClickFrame20" Type="http://schemas.openxmlformats.org/officeDocument/2006/relationships/image" Target="../media/pam_r2_6168a8253b36ecf3_t4_click_6168a8253b36ecf3365264906e8e5c0e5256b07aa455b5fc857e4bfe8d4b4f6c.png"/><Relationship Id="rIdT4ClickFrame21" Type="http://schemas.openxmlformats.org/officeDocument/2006/relationships/image" Target="../media/pam_r2_5daf34fe5f0ec649_t4_click_5daf34fe5f0ec6491687bae54d6d81a8d1352d380229f7c92484e6046490a986.png"/><Relationship Id="rIdT4ClickFrame22" Type="http://schemas.openxmlformats.org/officeDocument/2006/relationships/image" Target="../media/pam_r2_8959d7d343269345_t4_click_8959d7d343269345f86da8968a6938184f3038a5549d1540dbaa9cd7e0fd42ea.png"/><Relationship Id="rIdT4ClickFrame23" Type="http://schemas.openxmlformats.org/officeDocument/2006/relationships/image" Target="../media/pam_r2_214809a466dc92e9_t4_click_214809a466dc92e97cf4f9cdb8cc544a2215b0abb9e01e0d1ef741c48980a4ac.png"/><Relationship Id="rIdT4ClickFrame24" Type="http://schemas.openxmlformats.org/officeDocument/2006/relationships/image" Target="../media/pam_r2_28adf662ae220043_image424.png"/><Relationship Id="rIdT4ClickFrame25" Type="http://schemas.openxmlformats.org/officeDocument/2006/relationships/image" Target="../media/pam_r2_28adf662ae220043_image424.png"/><Relationship Id="rIdT4ClickFrame26" Type="http://schemas.openxmlformats.org/officeDocument/2006/relationships/image" Target="../media/pam_r2_28adf662ae220043_image424.png"/><Relationship Id="rIdT4ClickFrame27" Type="http://schemas.openxmlformats.org/officeDocument/2006/relationships/image" Target="../media/pam_r2_28adf662ae220043_image424.png"/><Relationship Id="rIdT4ClickFrame28" Type="http://schemas.openxmlformats.org/officeDocument/2006/relationships/image" Target="../media/pam_r2_07ee47780ecbc5ff_t4_click_07ee47780ecbc5ff1ca162cb414b83b80d13caa42ee1017ea503dc853b655660.png"/><Relationship Id="rIdT4ClickFrame29" Type="http://schemas.openxmlformats.org/officeDocument/2006/relationships/image" Target="../media/pam_r2_1ab90155f2f4debc_t4_click_1ab90155f2f4debc364fb69e6b5275e9a265c68ab840279d2b21a556918d5a21.png"/><Relationship Id="rIdT4ClickFrame30" Type="http://schemas.openxmlformats.org/officeDocument/2006/relationships/image" Target="../media/pam_r2_5f5b576e72ce90a8_t4_click_5f5b576e72ce90a8ec4edfdbce577f0f254919ef9d876f6211851918243c0db1.png"/><Relationship Id="rIdT4ClickFrame31" Type="http://schemas.openxmlformats.org/officeDocument/2006/relationships/image" Target="../media/pam_r2_4a18a5a83db0e95a_t4_click_4a18a5a83db0e95a69aad8631435300653c54aaa5fa83d9939513894297d803e.png"/><Relationship Id="rIdT4ClickFrame32" Type="http://schemas.openxmlformats.org/officeDocument/2006/relationships/image" Target="../media/pam_r2_64cdca49fd2d161d_t4_click_64cdca49fd2d161d842a27d48b42ef36af5120c62325681417487db1b4648a97.png"/><Relationship Id="rIdT4ClickFrame33" Type="http://schemas.openxmlformats.org/officeDocument/2006/relationships/image" Target="../media/pam_r2_bbd297ed809e4ddf_t4_click_bbd297ed809e4ddf8f3ac953c2db8487b85edec0fe7bf8c85e60e6b9c6ef64fb.png"/><Relationship Id="rIdT4ClickFrame34" Type="http://schemas.openxmlformats.org/officeDocument/2006/relationships/image" Target="../media/pam_r2_1d5c391b4e85be37_t4_click_1d5c391b4e85be37e7775c9895d0e2990cad77c63a03de3e0626cdc9cc51d9dd.png"/><Relationship Id="rIdT4ClickFrame35" Type="http://schemas.openxmlformats.org/officeDocument/2006/relationships/image" Target="../media/pam_r2_1d5c391b4e85be37_t4_click_1d5c391b4e85be37e7775c9895d0e2990cad77c63a03de3e0626cdc9cc51d9dd.png"/><Relationship Id="rIdT4ClickFrame36" Type="http://schemas.openxmlformats.org/officeDocument/2006/relationships/image" Target="../media/pam_r2_d57e3452c4e3a1b1_t4_click_d57e3452c4e3a1b15436171a3250874d4c5e50d966cd2f33ba10f0fdeac029af.png"/><Relationship Id="rIdT4ClickFrame37" Type="http://schemas.openxmlformats.org/officeDocument/2006/relationships/image" Target="../media/pam_r2_d83684634cb10a46_t4_click_d83684634cb10a46ac230d84eb669c7152e7410dab3c486d577d4a94b8fe075c.png"/><Relationship Id="rIdT4ClickFrame38" Type="http://schemas.openxmlformats.org/officeDocument/2006/relationships/image" Target="../media/pam_r2_04beb99f34b0dc73_t4_click_04beb99f34b0dc73fc880167d7f694e1c604eb38990444d139b0b856774d3c82.png"/><Relationship Id="rIdT4ClickFrame39" Type="http://schemas.openxmlformats.org/officeDocument/2006/relationships/image" Target="../media/pam_r2_d4d729d713c015cd_t4_click_d4d729d713c015cd41f9b2c18f37177b660c4724ed86920cee1747d1ccd8de18.png"/><Relationship Id="rIdT4ClickFrame40" Type="http://schemas.openxmlformats.org/officeDocument/2006/relationships/image" Target="../media/pam_r2_3cfa6f994e486c36_t4_click_3cfa6f994e486c36eeb84c6dbe8e4bbb9173f51b7d4557ed84ee2a82508f1208.png"/><Relationship Id="rIdT4ClickFrame41" Type="http://schemas.openxmlformats.org/officeDocument/2006/relationships/image" Target="../media/pam_r2_915dba767dd56fa4_t4_click_915dba767dd56fa48a45acdc0cf89fd2985bd2d657eefa63baaac3fd787a7fda.png"/><Relationship Id="rIdT4ClickFrame42" Type="http://schemas.openxmlformats.org/officeDocument/2006/relationships/image" Target="../media/pam_r2_d5597ce2343edbab_t4_click_d5597ce2343edbabf9e2b39bda6ccb4d81dd2434dcc02a4956df1309a7c83116.png"/><Relationship Id="rIdT4ClickFrame43" Type="http://schemas.openxmlformats.org/officeDocument/2006/relationships/image" Target="../media/pam_r2_d5597ce2343edbab_t4_click_d5597ce2343edbabf9e2b39bda6ccb4d81dd2434dcc02a4956df1309a7c83116.png"/><Relationship Id="rIdT4ClickFrame44" Type="http://schemas.openxmlformats.org/officeDocument/2006/relationships/image" Target="../media/pam_r2_d5597ce2343edbab_t4_click_d5597ce2343edbabf9e2b39bda6ccb4d81dd2434dcc02a4956df1309a7c83116.png"/><Relationship Id="rIdT4ClickFrame45" Type="http://schemas.openxmlformats.org/officeDocument/2006/relationships/image" Target="../media/pam_r2_d5597ce2343edbab_t4_click_d5597ce2343edbabf9e2b39bda6ccb4d81dd2434dcc02a4956df1309a7c83116.png"/><Relationship Id="rIdT4ClickFrame46" Type="http://schemas.openxmlformats.org/officeDocument/2006/relationships/image" Target="../media/pam_r2_d5597ce2343edbab_t4_click_d5597ce2343edbabf9e2b39bda6ccb4d81dd2434dcc02a4956df1309a7c83116.png"/><Relationship Id="rIdT4ClickFrame47" Type="http://schemas.openxmlformats.org/officeDocument/2006/relationships/image" Target="../media/pam_r2_9358132f3d799e0e_image425.png"/><Relationship Id="rIdT4ClickFrame48" Type="http://schemas.openxmlformats.org/officeDocument/2006/relationships/image" Target="../media/pam_r2_5abcf859ee31f5cb_t4_click_5abcf859ee31f5cb63cde0d9ec1206f3e743be9a8963f683876e5d71d262ca1a.png"/><Relationship Id="rIdT4ClickFrame49" Type="http://schemas.openxmlformats.org/officeDocument/2006/relationships/image" Target="../media/pam_r2_8c9c08a8933eeb50_t4_click_8c9c08a8933eeb504e229f533926e3243c123e675edad4c320382065d943425e.png"/><Relationship Id="rIdT4ClickFrame50" Type="http://schemas.openxmlformats.org/officeDocument/2006/relationships/image" Target="../media/pam_r2_ea7a225a4447f09f_t4_click_ea7a225a4447f09fa7b1e74214a390f6a7a2d9bbaccbbc2cf067a7fd78cfb083.png"/><Relationship Id="rIdT4ClickFrame51" Type="http://schemas.openxmlformats.org/officeDocument/2006/relationships/image" Target="../media/pam_r2_dfa72d5d84b2fc4e_t4_click_dfa72d5d84b2fc4e18e8277d8f38876a466e7aa17fd798cef5d2ccdcf8268919.png"/><Relationship Id="rIdT4ClickFrame52" Type="http://schemas.openxmlformats.org/officeDocument/2006/relationships/image" Target="../media/pam_r2_bd6fdd57f37a1a5b_t4_click_bd6fdd57f37a1a5b164d80ee56db69e107e37567bd97844195e4b09dc84067fc.png"/><Relationship Id="rIdT4ClickFrame53" Type="http://schemas.openxmlformats.org/officeDocument/2006/relationships/image" Target="../media/pam_r2_7b040f7c179ad343_t4_click_7b040f7c179ad34398ac5fbf3e012bfc0bcc7d179fd872d1629ab2a8db2440bf.png"/><Relationship Id="rIdT4ClickFrame54" Type="http://schemas.openxmlformats.org/officeDocument/2006/relationships/image" Target="../media/pam_r2_6403c192017cea0e_t4_click_6403c192017cea0e742f043e9cca2506d530a0e35c217eb1f1a750ace423135a.png"/><Relationship Id="rIdT4ClickFrame55" Type="http://schemas.openxmlformats.org/officeDocument/2006/relationships/image" Target="../media/pam_r2_0c1bf4a37af62b4f_t4_click_0c1bf4a37af62b4f10b62177f2ee5bf4f6b0d98cb2ad91f2ddc300a8ad2075db.png"/><Relationship Id="rIdT4ClickFrame56" Type="http://schemas.openxmlformats.org/officeDocument/2006/relationships/image" Target="../media/pam_r2_529f7aae0ac5c30e_t4_click_529f7aae0ac5c30eb780ff0ef9c419f983a5d162115012135ca631229c0800ca.png"/><Relationship Id="rIdT4ClickFrame57" Type="http://schemas.openxmlformats.org/officeDocument/2006/relationships/image" Target="../media/pam_r2_2d8cc6586e722c0a_t4_click_2d8cc6586e722c0af8e78384bb2985c6f4f2cae195db9f5837ca361a6df76894.png"/><Relationship Id="rIdT4ClickFrame58" Type="http://schemas.openxmlformats.org/officeDocument/2006/relationships/image" Target="../media/pam_r2_803100e814806220_t4_click_803100e81480622011c245baa3551df7c07165c816cfa91f501ef1f5637dd347.png"/><Relationship Id="rIdT4ClickFrame59" Type="http://schemas.openxmlformats.org/officeDocument/2006/relationships/image" Target="../media/pam_r2_219c3ac40eaa9643_t4_click_219c3ac40eaa9643c8dc7db8216f7fed62a88ddba63467c88ed23b4d899f904f.png"/><Relationship Id="rIdT4ClickFrame60" Type="http://schemas.openxmlformats.org/officeDocument/2006/relationships/image" Target="../media/pam_r2_a0ecab03608040e1_t4_click_a0ecab03608040e19ac4ec8f321e34f554ce278b642194f29db9accd5896ade3.png"/><Relationship Id="rIdT4ClickFrame61" Type="http://schemas.openxmlformats.org/officeDocument/2006/relationships/image" Target="../media/pam_r2_432749c5194f36c5_t4_click_432749c5194f36c52850ce324fe1a2549dc2ce43c5701a614705b0d12fe26b32.png"/><Relationship Id="rIdT4ClickFrame62" Type="http://schemas.openxmlformats.org/officeDocument/2006/relationships/image" Target="../media/pam_r2_57aee1f869aa59b5_t4_click_57aee1f869aa59b50119eb6f5316ceffd80ca4f8b0bf199fdc18e337919ccb95.png"/><Relationship Id="rIdT4ClickFrame63" Type="http://schemas.openxmlformats.org/officeDocument/2006/relationships/image" Target="../media/pam_r2_3006f0cf6dfddcb7_t4_click_3006f0cf6dfddcb7452fea8a6cf00a67539323cd4c4007e087211708080f5f4d.png"/><Relationship Id="rIdT4ClickFrame64" Type="http://schemas.openxmlformats.org/officeDocument/2006/relationships/image" Target="../media/pam_r2_481be5f9cd342d3d_t4_click_481be5f9cd342d3d2b530c2f5b3fc84c18f8c30e9e8615471fda2193b18e051d.png"/><Relationship Id="rIdT4ClickFrame65" Type="http://schemas.openxmlformats.org/officeDocument/2006/relationships/image" Target="../media/pam_r2_964a0a8b6d258680_t4_click_964a0a8b6d258680b7f0880ea4c42d5830042128b6501bb94563f7ed5daf6275.png"/><Relationship Id="rIdT4ClickFrame66" Type="http://schemas.openxmlformats.org/officeDocument/2006/relationships/image" Target="../media/pam_r2_7b6a72cb0c3cd9bc_t4_click_7b6a72cb0c3cd9bcbf78f7d4ac8fa0a732f7e2bff1cdb6d6de665d159ef0cf87.png"/><Relationship Id="rIdT4ClickFrame67" Type="http://schemas.openxmlformats.org/officeDocument/2006/relationships/image" Target="../media/pam_r2_52378d29454995f3_t4_click_52378d29454995f3f5a9b46ed24c933df49fd55fe9fa8dabf1d84cdb81f739af.png"/><Relationship Id="rIdT4ClickFrame68" Type="http://schemas.openxmlformats.org/officeDocument/2006/relationships/image" Target="../media/pam_r2_efb3b5f164f44bee_t4_click_efb3b5f164f44bee0fd697c7f8ed047aeb70cec947f661fc39e16fdc87edbafd.png"/><Relationship Id="rIdT4ClickFrame69" Type="http://schemas.openxmlformats.org/officeDocument/2006/relationships/image" Target="../media/pam_r2_4ff970a6ed1b8f5e_image446.png"/></Relationships>
</file>

<file path=ppt/slides/_rels/slide28.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e84e8b468da94dee"/><Relationship Type="http://schemas.openxmlformats.org/officeDocument/2006/relationships/image" Target="../media/pam_r2_4081439e6a7702eb_image413.png" Id="R1c9205ec3aef4c72"/><Relationship Type="http://schemas.openxmlformats.org/officeDocument/2006/relationships/image" Target="../media/pam_r2_4e8a909d7a4fa4b9_image459.png" Id="R3d02d852f6c34588"/><Relationship Type="http://schemas.openxmlformats.org/officeDocument/2006/relationships/image" Target="../media/pam_r2_19ac20eb5369913b_image460.png" Id="Rbd5619980a7c4978"/><Relationship Type="http://schemas.openxmlformats.org/officeDocument/2006/relationships/image" Target="../media/image7.png" Id="R8e9f879e93dc4ac8"/><Relationship Type="http://schemas.openxmlformats.org/officeDocument/2006/relationships/image" Target="../media/image11.png" Id="R5e26c2b9fcdc4944"/><Relationship Type="http://schemas.openxmlformats.org/officeDocument/2006/relationships/notesSlide" Target="../notesSlides/pam_r2_070d2ef6c9f692d2_notesSlide54.xml" Id="R9e99f514114e4006"/><Relationship Id="rIdMathSvg0" Type="http://schemas.openxmlformats.org/officeDocument/2006/relationships/image" Target="../media/pam_r2_5d41f7628eb2dec3_t4_5d41f7628eb2dec399ceda55.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55.xml"/><Relationship Id="rIdNav3" Type="http://schemas.openxmlformats.org/officeDocument/2006/relationships/slide" Target="signal_zoom_r4_56.xml"/><Relationship Id="rIdNav4" Type="http://schemas.openxmlformats.org/officeDocument/2006/relationships/slide" Target="signal_zoom_r4_57.xml"/><Relationship Id="rIdT4ClickFrame1" Type="http://schemas.openxmlformats.org/officeDocument/2006/relationships/image" Target="../media/pam_r2_4081439e6a7702eb_image413.png"/><Relationship Id="rIdT4ClickFrame2" Type="http://schemas.openxmlformats.org/officeDocument/2006/relationships/image" Target="../media/pam_r2_11fe8f73a87cb66e_t4_click_11fe8f73a87cb66e95847ad70dbcb151a2302b350cb65c33ed4020c942064024.png"/><Relationship Id="rIdT4ClickFrame3" Type="http://schemas.openxmlformats.org/officeDocument/2006/relationships/image" Target="../media/pam_r2_568b34189152f404_t4_click_568b34189152f4046c50ffcc1cd269b8833c04a7cc020406c0fea775e15b61b4.png"/><Relationship Id="rIdT4ClickFrame4" Type="http://schemas.openxmlformats.org/officeDocument/2006/relationships/image" Target="../media/pam_r2_2162379bb8b5db09_t4_click_2162379bb8b5db09916c0c619df10c1b6242892c1fee9e140bd4f67b7b4d52d9.png"/><Relationship Id="rIdT4ClickFrame5" Type="http://schemas.openxmlformats.org/officeDocument/2006/relationships/image" Target="../media/pam_r2_1802d18988400459_t4_click_1802d1898840045979955319cb0348858c7bc8aa49564c770645e1abe1e590bc.png"/><Relationship Id="rIdT4ClickFrame6" Type="http://schemas.openxmlformats.org/officeDocument/2006/relationships/image" Target="../media/pam_r2_694e4cec2e961a88_t4_click_694e4cec2e961a883abb06b9055e9ca7843eeb485e7fdf1af19ffaa358e61f38.png"/><Relationship Id="rIdT4ClickFrame7" Type="http://schemas.openxmlformats.org/officeDocument/2006/relationships/image" Target="../media/pam_r2_a97919009baa4530_t4_click_a97919009baa453023cff86351bc4f230f550c9280ae710ee4d3e6c7266cb900.png"/><Relationship Id="rIdT4ClickFrame8" Type="http://schemas.openxmlformats.org/officeDocument/2006/relationships/image" Target="../media/pam_r2_26c13b238a4863e8_t4_click_26c13b238a4863e85a0276e0c3938410e764112723115289616f20902aceb7a9.png"/><Relationship Id="rIdT4ClickFrame9" Type="http://schemas.openxmlformats.org/officeDocument/2006/relationships/image" Target="../media/pam_r2_3b156f52b76d580d_t4_click_3b156f52b76d580dcd3722ab6b9d84534d8f908f3eabfe7f330bae9e370f8cec.png"/><Relationship Id="rIdT4ClickFrame10" Type="http://schemas.openxmlformats.org/officeDocument/2006/relationships/image" Target="../media/pam_r2_74eee167e81ae715_t4_click_74eee167e81ae7156c431aa5ce3fc93f8493bb75a504b3cd4a8c115b6a000ea8.png"/><Relationship Id="rIdT4ClickFrame11" Type="http://schemas.openxmlformats.org/officeDocument/2006/relationships/image" Target="../media/pam_r2_222541882c84f435_t4_click_222541882c84f4353df631919448cda41943f136c060f6445ced10995a5042d6.png"/><Relationship Id="rIdT4ClickFrame12" Type="http://schemas.openxmlformats.org/officeDocument/2006/relationships/image" Target="../media/pam_r2_802ea6091ca5b961_t4_click_802ea6091ca5b961078fba577625c6a7afda08afedf471c8fc6e9201a7aa6aa2.png"/><Relationship Id="rIdT4ClickFrame13" Type="http://schemas.openxmlformats.org/officeDocument/2006/relationships/image" Target="../media/pam_r2_5c288850ac8f71c8_t4_click_5c288850ac8f71c8aebd966f5af5294e428ae6bc9446a61e5266745f5ee235e8.png"/><Relationship Id="rIdT4ClickFrame14" Type="http://schemas.openxmlformats.org/officeDocument/2006/relationships/image" Target="../media/pam_r2_ce86c32254d34d5b_t4_click_ce86c32254d34d5bcb70f1f12467ec18a8f9aef4529ea2096e385e0ecf5e6e88.png"/><Relationship Id="rIdT4ClickFrame15" Type="http://schemas.openxmlformats.org/officeDocument/2006/relationships/image" Target="../media/pam_r2_98e3c98f15e6609a_t4_click_98e3c98f15e6609ab9b1e65eeec20e221fa427919bb53ef4b0380cfd6732c8ee.png"/><Relationship Id="rIdT4ClickFrame16" Type="http://schemas.openxmlformats.org/officeDocument/2006/relationships/image" Target="../media/pam_r2_c5ffff179ab2d87b_t4_click_c5ffff179ab2d87b877213bb126929ee0fcae4e7380a0166ab780e5b0c6de30f.png"/><Relationship Id="rIdT4ClickFrame17" Type="http://schemas.openxmlformats.org/officeDocument/2006/relationships/image" Target="../media/pam_r2_85b22136316cad68_t4_click_85b22136316cad68331a2556458354f42dde7d7e215d7f412d57d6b21dc04073.png"/><Relationship Id="rIdT4ClickFrame18" Type="http://schemas.openxmlformats.org/officeDocument/2006/relationships/image" Target="../media/pam_r2_0504ae09c27156a5_t4_click_0504ae09c27156a52f5d23b25bc0d00a57a47bda3c1fbe966ace32eaf8ab7f28.png"/><Relationship Id="rIdT4ClickFrame19" Type="http://schemas.openxmlformats.org/officeDocument/2006/relationships/image" Target="../media/pam_r2_b7fe361dfd50458e_t4_click_b7fe361dfd50458e4dfb5c998986814bea3609cb5f3801de31fd7eca1c9a9731.png"/><Relationship Id="rIdT4ClickFrame20" Type="http://schemas.openxmlformats.org/officeDocument/2006/relationships/image" Target="../media/pam_r2_0e7d735fba3008bf_t4_click_0e7d735fba3008bf8d9d3a4427496a27b3425a8fbe3fa098b1bd37ee873d28bc.png"/><Relationship Id="rIdT4ClickFrame21" Type="http://schemas.openxmlformats.org/officeDocument/2006/relationships/image" Target="../media/pam_r2_9c1a8c355a825548_t4_click_9c1a8c355a82554813773399de7ec1403d64084bd719fc23e7efa02e629463f0.png"/><Relationship Id="rIdT4ClickFrame22" Type="http://schemas.openxmlformats.org/officeDocument/2006/relationships/image" Target="../media/pam_r2_e47d585ce5110f94_t4_click_e47d585ce5110f94a5225ec4a2e490e53e17827ae86147038a547055cee4fdfc.png"/><Relationship Id="rIdT4ClickFrame23" Type="http://schemas.openxmlformats.org/officeDocument/2006/relationships/image" Target="../media/pam_r2_12d3653770a04540_t4_click_12d3653770a04540798a6a69da63b17a6cc116e0e04bc44850a5371fd25abc0f.png"/><Relationship Id="rIdT4ClickFrame24" Type="http://schemas.openxmlformats.org/officeDocument/2006/relationships/image" Target="../media/pam_r2_4e8a909d7a4fa4b9_image459.png"/><Relationship Id="rIdT4ClickFrame25" Type="http://schemas.openxmlformats.org/officeDocument/2006/relationships/image" Target="../media/pam_r2_37f6ee9f868b5ca6_t4_click_37f6ee9f868b5ca64fd27c1866d0933f4d89547189b7f3830f2ff8ccb49e7e96.png"/><Relationship Id="rIdT4ClickFrame26" Type="http://schemas.openxmlformats.org/officeDocument/2006/relationships/image" Target="../media/pam_r2_37f6ee9f868b5ca6_t4_click_37f6ee9f868b5ca64fd27c1866d0933f4d89547189b7f3830f2ff8ccb49e7e96.png"/><Relationship Id="rIdT4ClickFrame27" Type="http://schemas.openxmlformats.org/officeDocument/2006/relationships/image" Target="../media/pam_r2_acb65aa89d9f4c24_t4_click_acb65aa89d9f4c249f840d1385199da01926e1da3039767ed7dd6c4d7cbc9837.png"/><Relationship Id="rIdT4ClickFrame28" Type="http://schemas.openxmlformats.org/officeDocument/2006/relationships/image" Target="../media/pam_r2_b936dd4632c3392d_t4_click_b936dd4632c3392de0ae619c0aa0808bbeb360183c8d9d18af0ae51370c6d32d.png"/><Relationship Id="rIdT4ClickFrame29" Type="http://schemas.openxmlformats.org/officeDocument/2006/relationships/image" Target="../media/pam_r2_b936dd4632c3392d_t4_click_b936dd4632c3392de0ae619c0aa0808bbeb360183c8d9d18af0ae51370c6d32d.png"/><Relationship Id="rIdT4ClickFrame30" Type="http://schemas.openxmlformats.org/officeDocument/2006/relationships/image" Target="../media/pam_r2_aa0105534b4d54d8_t4_click_aa0105534b4d54d80637873930da195dfcbc376e9b9f5131ef0cfad1380a2d2c.png"/><Relationship Id="rIdT4ClickFrame31" Type="http://schemas.openxmlformats.org/officeDocument/2006/relationships/image" Target="../media/pam_r2_aa0105534b4d54d8_t4_click_aa0105534b4d54d80637873930da195dfcbc376e9b9f5131ef0cfad1380a2d2c.png"/><Relationship Id="rIdT4ClickFrame32" Type="http://schemas.openxmlformats.org/officeDocument/2006/relationships/image" Target="../media/pam_r2_4e8b9e05ffd19af2_t4_click_4e8b9e05ffd19af2b3e7465e8946917e4eb4d4a398560affbb895e58030a51e8.png"/><Relationship Id="rIdT4ClickFrame33" Type="http://schemas.openxmlformats.org/officeDocument/2006/relationships/image" Target="../media/pam_r2_015dfcbc1476b737_t4_click_015dfcbc1476b7377bc370b46819fa9894702f7e14a4505405430dc8790a6518.png"/><Relationship Id="rIdT4ClickFrame34" Type="http://schemas.openxmlformats.org/officeDocument/2006/relationships/image" Target="../media/pam_r2_015dfcbc1476b737_t4_click_015dfcbc1476b7377bc370b46819fa9894702f7e14a4505405430dc8790a6518.png"/><Relationship Id="rIdT4ClickFrame35" Type="http://schemas.openxmlformats.org/officeDocument/2006/relationships/image" Target="../media/pam_r2_0b760fc4f8758a52_t4_click_0b760fc4f8758a52f2d9b10046ad7931cdc1ea8ac2fab75f07c4415bf788baf3.png"/><Relationship Id="rIdT4ClickFrame36" Type="http://schemas.openxmlformats.org/officeDocument/2006/relationships/image" Target="../media/pam_r2_60e7b91dcaa9b621_t4_click_60e7b91dcaa9b621d233129882d4f8f3e0bff908254dbc54e8bb25b4ae98d6dc.png"/><Relationship Id="rIdT4ClickFrame37" Type="http://schemas.openxmlformats.org/officeDocument/2006/relationships/image" Target="../media/pam_r2_60e7b91dcaa9b621_t4_click_60e7b91dcaa9b621d233129882d4f8f3e0bff908254dbc54e8bb25b4ae98d6dc.png"/><Relationship Id="rIdT4ClickFrame38" Type="http://schemas.openxmlformats.org/officeDocument/2006/relationships/image" Target="../media/pam_r2_9751c9a15bb4be78_t4_click_9751c9a15bb4be7891e8e373da5b34369e084dd1d102cfb88d94f59fd096367d.png"/><Relationship Id="rIdT4ClickFrame39" Type="http://schemas.openxmlformats.org/officeDocument/2006/relationships/image" Target="../media/pam_r2_b5b4a28d3b116912_t4_click_b5b4a28d3b116912c590db715f83a240964dd7ce127990a294c665f9a77003e9.png"/><Relationship Id="rIdT4ClickFrame40" Type="http://schemas.openxmlformats.org/officeDocument/2006/relationships/image" Target="../media/pam_r2_b5b4a28d3b116912_t4_click_b5b4a28d3b116912c590db715f83a240964dd7ce127990a294c665f9a77003e9.png"/><Relationship Id="rIdT4ClickFrame41" Type="http://schemas.openxmlformats.org/officeDocument/2006/relationships/image" Target="../media/pam_r2_3650e46c1459766c_t4_click_3650e46c1459766c8e5bbf92b685356dc7e405eb270d1c2a82f00ee5d5b229c7.png"/><Relationship Id="rIdT4ClickFrame42" Type="http://schemas.openxmlformats.org/officeDocument/2006/relationships/image" Target="../media/pam_r2_3650e46c1459766c_t4_click_3650e46c1459766c8e5bbf92b685356dc7e405eb270d1c2a82f00ee5d5b229c7.png"/><Relationship Id="rIdT4ClickFrame43" Type="http://schemas.openxmlformats.org/officeDocument/2006/relationships/image" Target="../media/pam_r2_2c941deb75d17737_t4_click_2c941deb75d177378a8fa7149dd03b5aa6136efd15d4d7ecf1c9af90894dc3fd.png"/><Relationship Id="rIdT4ClickFrame44" Type="http://schemas.openxmlformats.org/officeDocument/2006/relationships/image" Target="../media/pam_r2_17127eb71f28993b_t4_click_17127eb71f28993bbdfd45748d00f3fa35d181b775b252fa19821fd311a97a00.png"/><Relationship Id="rIdT4ClickFrame45" Type="http://schemas.openxmlformats.org/officeDocument/2006/relationships/image" Target="../media/pam_r2_17127eb71f28993b_t4_click_17127eb71f28993bbdfd45748d00f3fa35d181b775b252fa19821fd311a97a00.png"/><Relationship Id="rIdT4ClickFrame46" Type="http://schemas.openxmlformats.org/officeDocument/2006/relationships/image" Target="../media/pam_r2_720d3a8e45f6ce0c_t4_click_720d3a8e45f6ce0c7945563f6c2e9ff0b41495ddcfd54801430ddbea96e5a31c.png"/><Relationship Id="rIdT4ClickFrame47" Type="http://schemas.openxmlformats.org/officeDocument/2006/relationships/image" Target="../media/pam_r2_19ac20eb5369913b_image460.png"/><Relationship Id="rIdT4ClickFrame48" Type="http://schemas.openxmlformats.org/officeDocument/2006/relationships/image" Target="../media/pam_r2_83d115d20add7500_t4_click_83d115d20add7500a0e212b4488d0574bdf868855f684c4b34e2e8abf96d1f79.png"/><Relationship Id="rIdT4ClickFrame49" Type="http://schemas.openxmlformats.org/officeDocument/2006/relationships/image" Target="../media/pam_r2_ecd79dda3db42501_t4_click_ecd79dda3db42501ad8ad2c7418b044f25b4dc28fcdd6c6a7fa18cbeb3921546.png"/><Relationship Id="rIdT4ClickFrame50" Type="http://schemas.openxmlformats.org/officeDocument/2006/relationships/image" Target="../media/pam_r2_16450aaeebbcb80c_t4_click_16450aaeebbcb80cd318a3bdb477c10aea1cb43bdc72911600745b8fba61433d.png"/><Relationship Id="rIdT4ClickFrame51" Type="http://schemas.openxmlformats.org/officeDocument/2006/relationships/image" Target="../media/pam_r2_1c978941394ba37d_t4_click_1c978941394ba37d815082359c78decdb8ab343843df8a32d2aa3ac460e33d46.png"/><Relationship Id="rIdT4ClickFrame52" Type="http://schemas.openxmlformats.org/officeDocument/2006/relationships/image" Target="../media/pam_r2_1487c55ef9044656_t4_click_1487c55ef9044656d325b2c3f7eabfc314d13d0807d3a700091673a96e021c0c.png"/><Relationship Id="rIdT4ClickFrame53" Type="http://schemas.openxmlformats.org/officeDocument/2006/relationships/image" Target="../media/pam_r2_b9ce76342134d718_t4_click_b9ce76342134d718f414f2a6b799ddac3f0d138ec9a64b00a17c51f3c4152298.png"/><Relationship Id="rIdT4ClickFrame54" Type="http://schemas.openxmlformats.org/officeDocument/2006/relationships/image" Target="../media/pam_r2_f03032ee9ac9557c_t4_click_f03032ee9ac9557c9c1c132c30b18c6010b83b34ee97c0d5bb9e324bc224f4d3.png"/><Relationship Id="rIdT4ClickFrame55" Type="http://schemas.openxmlformats.org/officeDocument/2006/relationships/image" Target="../media/pam_r2_863a8ba814270a8a_t4_click_863a8ba814270a8af4beda8d4bad34910c4be5ee2d16fe1f060283c288ae2899.png"/><Relationship Id="rIdT4ClickFrame56" Type="http://schemas.openxmlformats.org/officeDocument/2006/relationships/image" Target="../media/pam_r2_125e472ff6f4636a_t4_click_125e472ff6f4636a34dfb70f671a0e5e8d0785623164903744f422cbb247b3be.png"/><Relationship Id="rIdT4ClickFrame57" Type="http://schemas.openxmlformats.org/officeDocument/2006/relationships/image" Target="../media/pam_r2_9e0239009d49d778_t4_click_9e0239009d49d778defa4518cec3c4e442bcdf79ab51ac609501e3171aeda503.png"/><Relationship Id="rIdT4ClickFrame58" Type="http://schemas.openxmlformats.org/officeDocument/2006/relationships/image" Target="../media/pam_r2_c14a7bd8489b8116_t4_click_c14a7bd8489b81169bc5569566de26e017405b608cf9a4a25bf44fd37f26e045.png"/><Relationship Id="rIdT4ClickFrame59" Type="http://schemas.openxmlformats.org/officeDocument/2006/relationships/image" Target="../media/pam_r2_4759a6bb34d7e3ee_t4_click_4759a6bb34d7e3eec33e53d33e901836c5706a13ada0f56cac920a742507a410.png"/><Relationship Id="rIdT4ClickFrame60" Type="http://schemas.openxmlformats.org/officeDocument/2006/relationships/image" Target="../media/pam_r2_64bb7e9254041e58_t4_click_64bb7e9254041e58bcce1d80d92bcb589e05fd3454e2c9d9d79dcd253d9c4793.png"/><Relationship Id="rIdT4ClickFrame61" Type="http://schemas.openxmlformats.org/officeDocument/2006/relationships/image" Target="../media/pam_r2_ecf6ef9a33b32ecd_t4_click_ecf6ef9a33b32ecd4f6539077da129fceb650acb7103f0c162e770f166f8457f.png"/><Relationship Id="rIdT4ClickFrame62" Type="http://schemas.openxmlformats.org/officeDocument/2006/relationships/image" Target="../media/pam_r2_f15107860b01e0cf_t4_click_f15107860b01e0cfd2575e3bce6471cdd89277db3c47ee7693e595cc7f1b968b.png"/><Relationship Id="rIdT4ClickFrame63" Type="http://schemas.openxmlformats.org/officeDocument/2006/relationships/image" Target="../media/pam_r2_3c944543e6fdd2e5_t4_click_3c944543e6fdd2e5e1867cef3e5950fd0a48e3ee87e51dd31759caf2866832ee.png"/><Relationship Id="rIdT4ClickFrame64" Type="http://schemas.openxmlformats.org/officeDocument/2006/relationships/image" Target="../media/pam_r2_843cbc20097bf78d_t4_click_843cbc20097bf78d4c1cb8f7a9b8178f95be2d3fbd94fb067eed184c56b5584f.png"/><Relationship Id="rIdT4ClickFrame65" Type="http://schemas.openxmlformats.org/officeDocument/2006/relationships/image" Target="../media/pam_r2_ce60bb3425046713_t4_click_ce60bb3425046713dc9c1ee39add843bb8a8ffe092bdcbae19de22ec9606c31d.png"/><Relationship Id="rIdT4ClickFrame66" Type="http://schemas.openxmlformats.org/officeDocument/2006/relationships/image" Target="../media/pam_r2_5c73b6408673d9e2_t4_click_5c73b6408673d9e2affcf465179a50a1908c1c05ea52414290494baa77e85b18.png"/><Relationship Id="rIdT4ClickFrame67" Type="http://schemas.openxmlformats.org/officeDocument/2006/relationships/image" Target="../media/pam_r2_8d818583e49f11c1_t4_click_8d818583e49f11c1fb5328233c6d964b5231af5ec240e1a7aa23aefbff28ab70.png"/><Relationship Id="rIdT4ClickFrame68" Type="http://schemas.openxmlformats.org/officeDocument/2006/relationships/image" Target="../media/pam_r2_a18483f8b4e716cd_t4_click_a18483f8b4e716cdec3a6137959595af7cddb74b785eaacfd1fab5ad5b08f43c.png"/><Relationship Id="rIdT4ClickFrame69" Type="http://schemas.openxmlformats.org/officeDocument/2006/relationships/image" Target="../media/pam_r2_8223f1100217d5e0_image481.png"/></Relationships>
</file>

<file path=ppt/slides/_rels/slide29.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6001b894205c4b65"/><Relationship Type="http://schemas.openxmlformats.org/officeDocument/2006/relationships/image" Target="../media/pam_r2_bf2696f717a5ab19_image441.png" Id="R19dd7221eb914652"/><Relationship Type="http://schemas.openxmlformats.org/officeDocument/2006/relationships/image" Target="../media/pam_r2_8b259ade4e28840f_image494.png" Id="Rb944033f0aa74c59"/><Relationship Type="http://schemas.openxmlformats.org/officeDocument/2006/relationships/image" Target="../media/pam_r2_035c132b88432e3d_image495.png" Id="R255d76d8baf044b6"/><Relationship Type="http://schemas.openxmlformats.org/officeDocument/2006/relationships/image" Target="../media/pam_r2_39f86f58bf70fd2b_image233.png" Id="Rf9e3ae0679594575"/><Relationship Type="http://schemas.openxmlformats.org/officeDocument/2006/relationships/image" Target="../media/image11.png" Id="R1e8fb6c425914c51"/><Relationship Type="http://schemas.openxmlformats.org/officeDocument/2006/relationships/notesSlide" Target="../notesSlides/pam_r2_c9a2ea79565c4167_notesSlide58.xml" Id="Rebcf8900f7084090"/><Relationship Id="rIdMathSvg0" Type="http://schemas.openxmlformats.org/officeDocument/2006/relationships/image" Target="../media/pam_r2_d5df7dc24539573c_t4_d5df7dc24539573c1c52c25d.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59.xml"/><Relationship Id="rIdNav3" Type="http://schemas.openxmlformats.org/officeDocument/2006/relationships/slide" Target="signal_zoom_r4_60.xml"/><Relationship Id="rIdNav4" Type="http://schemas.openxmlformats.org/officeDocument/2006/relationships/slide" Target="signal_zoom_r4_61.xml"/><Relationship Id="rIdT4ClickFrame1" Type="http://schemas.openxmlformats.org/officeDocument/2006/relationships/image" Target="../media/pam_r2_bf2696f717a5ab19_image441.png"/><Relationship Id="rIdT4ClickFrame2" Type="http://schemas.openxmlformats.org/officeDocument/2006/relationships/image" Target="../media/pam_r2_d2952a192551d66d_t4_click_d2952a192551d66d55201a9911d5265387d45a0c268126d143fb17a0a9e29c6f.png"/><Relationship Id="rIdT4ClickFrame3" Type="http://schemas.openxmlformats.org/officeDocument/2006/relationships/image" Target="../media/pam_r2_cffe5668284b934a_t4_click_cffe5668284b934af6fbb2d71ecf4877b570f6bf50a6251869b4c89448a120bb.png"/><Relationship Id="rIdT4ClickFrame4" Type="http://schemas.openxmlformats.org/officeDocument/2006/relationships/image" Target="../media/pam_r2_3630e08823969e43_t4_click_3630e08823969e43c8e2a8a06c5ec8bc2f3553012d68d3576261d069ba03a9d7.png"/><Relationship Id="rIdT4ClickFrame5" Type="http://schemas.openxmlformats.org/officeDocument/2006/relationships/image" Target="../media/pam_r2_e26fe0b7a4add5bb_t4_click_e26fe0b7a4add5bb4866d81e53c399da30603000e226b21feadcdc2f90a40a2c.png"/><Relationship Id="rIdT4ClickFrame6" Type="http://schemas.openxmlformats.org/officeDocument/2006/relationships/image" Target="../media/pam_r2_012e91674d323701_t4_click_012e91674d3237014f68364ee200696b776b0bfb564275be54422dc2034e0980.png"/><Relationship Id="rIdT4ClickFrame7" Type="http://schemas.openxmlformats.org/officeDocument/2006/relationships/image" Target="../media/pam_r2_c7348de692cc390a_t4_click_c7348de692cc390a7234b4e119b125e0e7c4ca56a65be879fb4ffd5c6c5faadd.png"/><Relationship Id="rIdT4ClickFrame8" Type="http://schemas.openxmlformats.org/officeDocument/2006/relationships/image" Target="../media/pam_r2_c1ac66f1998b9139_t4_click_c1ac66f1998b91397b9ebf7f3a5d649c2551723c047c96b43bf314d0b52a365e.png"/><Relationship Id="rIdT4ClickFrame9" Type="http://schemas.openxmlformats.org/officeDocument/2006/relationships/image" Target="../media/pam_r2_74ad28683c6bfd98_t4_click_74ad28683c6bfd98a22b237341fb263ea63f59ea3c8de3e8d7fae13368a1dc49.png"/><Relationship Id="rIdT4ClickFrame10" Type="http://schemas.openxmlformats.org/officeDocument/2006/relationships/image" Target="../media/pam_r2_c43f781832f95aa4_t4_click_c43f781832f95aa4e607a6ba13eab85a5b6d3bcf31eebc29722377bb6b3d2114.png"/><Relationship Id="rIdT4ClickFrame11" Type="http://schemas.openxmlformats.org/officeDocument/2006/relationships/image" Target="../media/pam_r2_f3dc881990364544_t4_click_f3dc881990364544fd7d3795919d821fa235b1f8f59f9f5cc5b6fd9f85db1b0b.png"/><Relationship Id="rIdT4ClickFrame12" Type="http://schemas.openxmlformats.org/officeDocument/2006/relationships/image" Target="../media/pam_r2_5eeb68d5f5182e6b_t4_click_5eeb68d5f5182e6b57ab67ca0eb12641cf586f4c7149a23abb40ca5ab9a655bf.png"/><Relationship Id="rIdT4ClickFrame13" Type="http://schemas.openxmlformats.org/officeDocument/2006/relationships/image" Target="../media/pam_r2_ff949aa1324cf59a_t4_click_ff949aa1324cf59af40a9eb892c932a2c2b5d6943c92fdd0a557d9d55fc6368d.png"/><Relationship Id="rIdT4ClickFrame14" Type="http://schemas.openxmlformats.org/officeDocument/2006/relationships/image" Target="../media/pam_r2_edaa1f1156ffe0b4_t4_click_edaa1f1156ffe0b46613ef159b4e49b2c8cb07a6d42d7aec3c41be6ed01c1d56.png"/><Relationship Id="rIdT4ClickFrame15" Type="http://schemas.openxmlformats.org/officeDocument/2006/relationships/image" Target="../media/pam_r2_3399b7f5bc38b885_t4_click_3399b7f5bc38b885bcdd5e074b20bcebe737bf164460c201d5f42dd8e44b2bd9.png"/><Relationship Id="rIdT4ClickFrame16" Type="http://schemas.openxmlformats.org/officeDocument/2006/relationships/image" Target="../media/pam_r2_f66bedc499349eea_t4_click_f66bedc499349eea7ae1b58d9b94334544d970a6bad4425ccd32f071c10e10ed.png"/><Relationship Id="rIdT4ClickFrame17" Type="http://schemas.openxmlformats.org/officeDocument/2006/relationships/image" Target="../media/pam_r2_d8ad5cf19a43643f_t4_click_d8ad5cf19a43643f3aa4216845bdb7c27f4c156abd0a2afd0963fd0ce4365653.png"/><Relationship Id="rIdT4ClickFrame18" Type="http://schemas.openxmlformats.org/officeDocument/2006/relationships/image" Target="../media/pam_r2_ecba75d9e621ab57_t4_click_ecba75d9e621ab579930153a08dc95d0a8a881675756cae10abd7b69b36af7b4.png"/><Relationship Id="rIdT4ClickFrame19" Type="http://schemas.openxmlformats.org/officeDocument/2006/relationships/image" Target="../media/pam_r2_168d93d8373c3ff7_t4_click_168d93d8373c3ff79c62b6261c6778e41ec87618af4e47f143246baca63c66bf.png"/><Relationship Id="rIdT4ClickFrame20" Type="http://schemas.openxmlformats.org/officeDocument/2006/relationships/image" Target="../media/pam_r2_8628508ef6f472e4_t4_click_8628508ef6f472e457fbbc12a4ce037b34b98367a0b4fe648d006fc17d7b0878.png"/><Relationship Id="rIdT4ClickFrame21" Type="http://schemas.openxmlformats.org/officeDocument/2006/relationships/image" Target="../media/pam_r2_0c3569e9bc8fd3c8_t4_click_0c3569e9bc8fd3c867ee3ef56271e1ee8f5f1d4ea179b43dd72927c82e0d85ad.png"/><Relationship Id="rIdT4ClickFrame22" Type="http://schemas.openxmlformats.org/officeDocument/2006/relationships/image" Target="../media/pam_r2_c63f8fbb6b4902fa_t4_click_c63f8fbb6b4902fa96b71fd742803b74cffccd9588e3f3b9539068e4940ab7ed.png"/><Relationship Id="rIdT4ClickFrame23" Type="http://schemas.openxmlformats.org/officeDocument/2006/relationships/image" Target="../media/pam_r2_88411f334208b726_t4_click_88411f334208b726c4eef7d75b28e7e6552bfd19432a731679d3f284bd7fd512.png"/><Relationship Id="rIdT4ClickFrame24" Type="http://schemas.openxmlformats.org/officeDocument/2006/relationships/image" Target="../media/pam_r2_8b259ade4e28840f_image494.png"/><Relationship Id="rIdT4ClickFrame25" Type="http://schemas.openxmlformats.org/officeDocument/2006/relationships/image" Target="../media/pam_r2_4783b5b54f5dc4d8_t4_click_4783b5b54f5dc4d8784a0b3aeaa85f5c72140a35a6df63e136c2e62912ced262.png"/><Relationship Id="rIdT4ClickFrame26" Type="http://schemas.openxmlformats.org/officeDocument/2006/relationships/image" Target="../media/pam_r2_4783b5b54f5dc4d8_t4_click_4783b5b54f5dc4d8784a0b3aeaa85f5c72140a35a6df63e136c2e62912ced262.png"/><Relationship Id="rIdT4ClickFrame27" Type="http://schemas.openxmlformats.org/officeDocument/2006/relationships/image" Target="../media/pam_r2_d833e16d9bbb5269_t4_click_d833e16d9bbb5269fc8a8a74528434a1c2476649fe7e59016e7365d23475c7d3.png"/><Relationship Id="rIdT4ClickFrame28" Type="http://schemas.openxmlformats.org/officeDocument/2006/relationships/image" Target="../media/pam_r2_50008f29f7b6857e_t4_click_50008f29f7b6857e99e5983dd69c6f3dd4ef13345dd255c15de71181124fffb8.png"/><Relationship Id="rIdT4ClickFrame29" Type="http://schemas.openxmlformats.org/officeDocument/2006/relationships/image" Target="../media/pam_r2_867fd117f7d927ca_t4_click_867fd117f7d927cac19bc68cb8a42493e085c2e80ffa719b3b342e6dabe94a3a.png"/><Relationship Id="rIdT4ClickFrame30" Type="http://schemas.openxmlformats.org/officeDocument/2006/relationships/image" Target="../media/pam_r2_867fd117f7d927ca_t4_click_867fd117f7d927cac19bc68cb8a42493e085c2e80ffa719b3b342e6dabe94a3a.png"/><Relationship Id="rIdT4ClickFrame31" Type="http://schemas.openxmlformats.org/officeDocument/2006/relationships/image" Target="../media/pam_r2_59e09d5fb79a5e7d_t4_click_59e09d5fb79a5e7d015f57b569ee295eb280a67ceb0c55ce1d4461ba3e8eb475.png"/><Relationship Id="rIdT4ClickFrame32" Type="http://schemas.openxmlformats.org/officeDocument/2006/relationships/image" Target="../media/pam_r2_ab6a94bc0755998f_t4_click_ab6a94bc0755998f7b4058fb9caa1fcda697e41e45aa16996c8bb1b59e3ce2ff.png"/><Relationship Id="rIdT4ClickFrame33" Type="http://schemas.openxmlformats.org/officeDocument/2006/relationships/image" Target="../media/pam_r2_ab6a94bc0755998f_t4_click_ab6a94bc0755998f7b4058fb9caa1fcda697e41e45aa16996c8bb1b59e3ce2ff.png"/><Relationship Id="rIdT4ClickFrame34" Type="http://schemas.openxmlformats.org/officeDocument/2006/relationships/image" Target="../media/pam_r2_ab6a94bc0755998f_t4_click_ab6a94bc0755998f7b4058fb9caa1fcda697e41e45aa16996c8bb1b59e3ce2ff.png"/><Relationship Id="rIdT4ClickFrame35" Type="http://schemas.openxmlformats.org/officeDocument/2006/relationships/image" Target="../media/pam_r2_ab6a94bc0755998f_t4_click_ab6a94bc0755998f7b4058fb9caa1fcda697e41e45aa16996c8bb1b59e3ce2ff.png"/><Relationship Id="rIdT4ClickFrame36" Type="http://schemas.openxmlformats.org/officeDocument/2006/relationships/image" Target="../media/pam_r2_ab6a94bc0755998f_t4_click_ab6a94bc0755998f7b4058fb9caa1fcda697e41e45aa16996c8bb1b59e3ce2ff.png"/><Relationship Id="rIdT4ClickFrame37" Type="http://schemas.openxmlformats.org/officeDocument/2006/relationships/image" Target="../media/pam_r2_ab6a94bc0755998f_t4_click_ab6a94bc0755998f7b4058fb9caa1fcda697e41e45aa16996c8bb1b59e3ce2ff.png"/><Relationship Id="rIdT4ClickFrame38" Type="http://schemas.openxmlformats.org/officeDocument/2006/relationships/image" Target="../media/pam_r2_ab6a94bc0755998f_t4_click_ab6a94bc0755998f7b4058fb9caa1fcda697e41e45aa16996c8bb1b59e3ce2ff.png"/><Relationship Id="rIdT4ClickFrame39" Type="http://schemas.openxmlformats.org/officeDocument/2006/relationships/image" Target="../media/pam_r2_2b7038d4411f05ea_t4_click_2b7038d4411f05eaa4e46d2a219237be1d792657b417051d69340ccf80f32555.png"/><Relationship Id="rIdT4ClickFrame40" Type="http://schemas.openxmlformats.org/officeDocument/2006/relationships/image" Target="../media/pam_r2_a3520a7f32760ba3_t4_click_a3520a7f32760ba3811e415c55d3be9edc38abf9d9e43c176ac8d9d0e5e266ce.png"/><Relationship Id="rIdT4ClickFrame41" Type="http://schemas.openxmlformats.org/officeDocument/2006/relationships/image" Target="../media/pam_r2_a3520a7f32760ba3_t4_click_a3520a7f32760ba3811e415c55d3be9edc38abf9d9e43c176ac8d9d0e5e266ce.png"/><Relationship Id="rIdT4ClickFrame42" Type="http://schemas.openxmlformats.org/officeDocument/2006/relationships/image" Target="../media/pam_r2_2af289e2d0412607_t4_click_2af289e2d0412607249c67eb3658b9844d7cd9561751c8b1a4c1f63d9fc620d4.png"/><Relationship Id="rIdT4ClickFrame43" Type="http://schemas.openxmlformats.org/officeDocument/2006/relationships/image" Target="../media/pam_r2_35307c69f5c946f0_t4_click_35307c69f5c946f02d95ea84bf89729d3d1172e77855b51385a0f3be7bf14a70.png"/><Relationship Id="rIdT4ClickFrame44" Type="http://schemas.openxmlformats.org/officeDocument/2006/relationships/image" Target="../media/pam_r2_c126738df5605e68_t4_click_c126738df5605e6815f92bd8f082f784079607cc2d44b29493d2a419ed306131.png"/><Relationship Id="rIdT4ClickFrame45" Type="http://schemas.openxmlformats.org/officeDocument/2006/relationships/image" Target="../media/pam_r2_c126738df5605e68_t4_click_c126738df5605e6815f92bd8f082f784079607cc2d44b29493d2a419ed306131.png"/><Relationship Id="rIdT4ClickFrame46" Type="http://schemas.openxmlformats.org/officeDocument/2006/relationships/image" Target="../media/pam_r2_54a0931d079dd12a_t4_click_54a0931d079dd12af74d70ceb06931bf22cafb226f6600f622d0c3ad9d6929f0.png"/><Relationship Id="rIdT4ClickFrame47" Type="http://schemas.openxmlformats.org/officeDocument/2006/relationships/image" Target="../media/pam_r2_035c132b88432e3d_image495.png"/><Relationship Id="rIdT4ClickFrame48" Type="http://schemas.openxmlformats.org/officeDocument/2006/relationships/image" Target="../media/pam_r2_3ba3375e9be8b05d_t4_click_3ba3375e9be8b05d904e1dd2e0116eb802cb421fcee737adee3cc16f12cbf292.png"/><Relationship Id="rIdT4ClickFrame49" Type="http://schemas.openxmlformats.org/officeDocument/2006/relationships/image" Target="../media/pam_r2_192a27d79778c758_t4_click_192a27d79778c758d631ac3b3c5fc835d1db4aa29b84c8e7f062f94f8baf5a37.png"/><Relationship Id="rIdT4ClickFrame50" Type="http://schemas.openxmlformats.org/officeDocument/2006/relationships/image" Target="../media/pam_r2_fb6278a3e3febc45_t4_click_fb6278a3e3febc451989bc0400d6384b1c46a2fdb0358e741350c6a65e921d89.png"/><Relationship Id="rIdT4ClickFrame51" Type="http://schemas.openxmlformats.org/officeDocument/2006/relationships/image" Target="../media/pam_r2_0bff38855dea92c3_t4_click_0bff38855dea92c37def9b2266211aa4ee2310f0b4a93c7d3796df92671898aa.png"/><Relationship Id="rIdT4ClickFrame52" Type="http://schemas.openxmlformats.org/officeDocument/2006/relationships/image" Target="../media/pam_r2_b22325e69e0b67fb_t4_click_b22325e69e0b67fb7fe8a73c813caa534a832e454e68b28fda8246ffd717b159.png"/><Relationship Id="rIdT4ClickFrame53" Type="http://schemas.openxmlformats.org/officeDocument/2006/relationships/image" Target="../media/pam_r2_c5c7955196366d92_t4_click_c5c7955196366d9247083ca5429280fcd9af384eb71c1cc440b754daa53cb776.png"/><Relationship Id="rIdT4ClickFrame54" Type="http://schemas.openxmlformats.org/officeDocument/2006/relationships/image" Target="../media/pam_r2_e3a35d7423e22b13_t4_click_e3a35d7423e22b13ed1e347138a1e8fbe178c70514ed76f0851fc35632dcf679.png"/><Relationship Id="rIdT4ClickFrame55" Type="http://schemas.openxmlformats.org/officeDocument/2006/relationships/image" Target="../media/pam_r2_6c87ac7c7560b965_t4_click_6c87ac7c7560b9655cbb55d1439a7ee3be84b5fa7290292f9b4087a0d3834491.png"/><Relationship Id="rIdT4ClickFrame56" Type="http://schemas.openxmlformats.org/officeDocument/2006/relationships/image" Target="../media/pam_r2_4016032aeb19db48_t4_click_4016032aeb19db489558fd97e812cfd3e0ac00f22c6742fe9a5e9c5ad532913d.png"/><Relationship Id="rIdT4ClickFrame57" Type="http://schemas.openxmlformats.org/officeDocument/2006/relationships/image" Target="../media/pam_r2_748625afe0611bf2_t4_click_748625afe0611bf20d5f78b6397283e79aafb12a660beb4c9a25bfc99d02834d.png"/><Relationship Id="rIdT4ClickFrame58" Type="http://schemas.openxmlformats.org/officeDocument/2006/relationships/image" Target="../media/pam_r2_91bbaf8ad5f5cf19_t4_click_91bbaf8ad5f5cf1949cf41b40e71d04de0a4172cedaf8a9262d3a21a20ab5f1c.png"/><Relationship Id="rIdT4ClickFrame59" Type="http://schemas.openxmlformats.org/officeDocument/2006/relationships/image" Target="../media/pam_r2_52cccee084434954_t4_click_52cccee0844349548d27426bef4906427ed6055c293ea25e84e0c9a53f796246.png"/><Relationship Id="rIdT4ClickFrame60" Type="http://schemas.openxmlformats.org/officeDocument/2006/relationships/image" Target="../media/pam_r2_4f4050b9b9d90594_t4_click_4f4050b9b9d90594a00b91787935521e397ee399ee100f0b893c1f720bddb38e.png"/><Relationship Id="rIdT4ClickFrame61" Type="http://schemas.openxmlformats.org/officeDocument/2006/relationships/image" Target="../media/pam_r2_129184423831a6d6_t4_click_129184423831a6d6a2dcc27ef7a3f3b7bbe3b8dd30bbab10d420fc5dd75678eb.png"/><Relationship Id="rIdT4ClickFrame62" Type="http://schemas.openxmlformats.org/officeDocument/2006/relationships/image" Target="../media/pam_r2_01579fc08d39895d_t4_click_01579fc08d39895d874baf8adab6b0e02d73d9d07a1e090ba3db5b2eb8f26cbb.png"/><Relationship Id="rIdT4ClickFrame63" Type="http://schemas.openxmlformats.org/officeDocument/2006/relationships/image" Target="../media/pam_r2_7a99681aee3e5464_t4_click_7a99681aee3e54642ec96e13addf607ce794862f9c41c5b0ee2401edf8b7fdd3.png"/><Relationship Id="rIdT4ClickFrame64" Type="http://schemas.openxmlformats.org/officeDocument/2006/relationships/image" Target="../media/pam_r2_734221af90fdfdde_t4_click_734221af90fdfddecf52b936f97bfcc7493c416b988037baf6c2ff547194b5c9.png"/><Relationship Id="rIdT4ClickFrame65" Type="http://schemas.openxmlformats.org/officeDocument/2006/relationships/image" Target="../media/pam_r2_021ba32c733e0c32_t4_click_021ba32c733e0c32c4bac18ab08d2c371623fba7208837770fe19be988d7469e.png"/><Relationship Id="rIdT4ClickFrame66" Type="http://schemas.openxmlformats.org/officeDocument/2006/relationships/image" Target="../media/pam_r2_42178472cfc9d620_t4_click_42178472cfc9d62096860279d871319bd46025d2b9af6b4f34e4cee66c45e82c.png"/><Relationship Id="rIdT4ClickFrame67" Type="http://schemas.openxmlformats.org/officeDocument/2006/relationships/image" Target="../media/pam_r2_57b6b92b5b77e491_t4_click_57b6b92b5b77e491a7841b5326017889774319bfbbc8674592388b3f7e439623.png"/><Relationship Id="rIdT4ClickFrame68" Type="http://schemas.openxmlformats.org/officeDocument/2006/relationships/image" Target="../media/pam_r2_c54a30eae2a0a6db_t4_click_c54a30eae2a0a6db1ab618e7a2a27b41264547accbfb947e4b091e607928a915.png"/><Relationship Id="rIdT4ClickFrame69" Type="http://schemas.openxmlformats.org/officeDocument/2006/relationships/image" Target="../media/pam_r2_db9c806b6680c8b8_image516.png"/></Relationships>
</file>

<file path=ppt/slides/_rels/slide30.xml.rels><?xml version='1.0' encoding='UTF-8' standalone='yes'?>
<Relationships xmlns="http://schemas.openxmlformats.org/package/2006/relationships"><Relationship Type="http://schemas.openxmlformats.org/officeDocument/2006/relationships/slideLayout" Target="../slideLayouts/pam_r2_2300fbb688968eeb_t3_reference_methods_slideLayout1.xml" Id="R24bbacb9d21c40e9"/><Relationship Type="http://schemas.openxmlformats.org/officeDocument/2006/relationships/image" Target="../media/pam_r2_80bb618d8aee1ff2_image469.png" Id="R6a345808692f4064"/><Relationship Type="http://schemas.openxmlformats.org/officeDocument/2006/relationships/image" Target="../media/pam_r2_9b11ca1a384bab39_image470.png" Id="Rf2ef1b23b2734b75"/><Relationship Type="http://schemas.openxmlformats.org/officeDocument/2006/relationships/image" Target="../media/pam_r2_ab6e88c4e80c0b6a_image471.png" Id="R117b621a92694745"/><Relationship Type="http://schemas.openxmlformats.org/officeDocument/2006/relationships/image" Target="../media/image66.png" Id="R8600cd3f1a404863"/><Relationship Type="http://schemas.openxmlformats.org/officeDocument/2006/relationships/image" Target="../media/image11.png" Id="Rafaf2449cfb64632"/><Relationship Type="http://schemas.openxmlformats.org/officeDocument/2006/relationships/notesSlide" Target="../notesSlides/pam_r2_fd06293ffc40c472_notesSlide62.xml" Id="R4207cfefa6cd454c"/><Relationship Id="rIdMathSvg0" Type="http://schemas.openxmlformats.org/officeDocument/2006/relationships/image" Target="../media/pam_r2_c3fb69035428ca7b_t4_c3fb69035428ca7b38b37e0c.svg"/><Relationship Id="rIdMathSvg1" Type="http://schemas.openxmlformats.org/officeDocument/2006/relationships/image" Target="../media/pam_r2_e19f416ebac7b7dd_t4_e19f416ebac7b7dd4205b7a8.svg"/><Relationship Id="rIdNav0" Type="http://schemas.openxmlformats.org/officeDocument/2006/relationships/slide" Target="pam_process_1.xml"/><Relationship Id="rIdNav1" Type="http://schemas.openxmlformats.org/officeDocument/2006/relationships/slide" Target="slide21.xml"/><Relationship Id="rIdNav2" Type="http://schemas.openxmlformats.org/officeDocument/2006/relationships/slide" Target="signal_zoom_r4_63.xml"/><Relationship Id="rIdNav3" Type="http://schemas.openxmlformats.org/officeDocument/2006/relationships/slide" Target="signal_zoom_r4_64.xml"/><Relationship Id="rIdNav4" Type="http://schemas.openxmlformats.org/officeDocument/2006/relationships/slide" Target="signal_zoom_r4_65.xml"/><Relationship Id="rIdT4ClickFrame1" Type="http://schemas.openxmlformats.org/officeDocument/2006/relationships/image" Target="../media/pam_r2_80bb618d8aee1ff2_image469.png"/><Relationship Id="rIdT4ClickFrame2" Type="http://schemas.openxmlformats.org/officeDocument/2006/relationships/image" Target="../media/pam_r2_b552034de2b3548f_t4_click_b552034de2b3548f1b17a7cce3bd0dd4e498efb18ffbc7e171c30b087688df99.png"/><Relationship Id="rIdT4ClickFrame3" Type="http://schemas.openxmlformats.org/officeDocument/2006/relationships/image" Target="../media/pam_r2_d16bff4a5088be9c_t4_click_d16bff4a5088be9c7759632296989ebbb52df470a52db3b32298db174b5d4167.png"/><Relationship Id="rIdT4ClickFrame4" Type="http://schemas.openxmlformats.org/officeDocument/2006/relationships/image" Target="../media/pam_r2_3cbe10cc643233d9_t4_click_3cbe10cc643233d9228aab7ca8254f640628bcec260ba5bd1f520ec616c05f19.png"/><Relationship Id="rIdT4ClickFrame5" Type="http://schemas.openxmlformats.org/officeDocument/2006/relationships/image" Target="../media/pam_r2_c70e19328fb39b23_t4_click_c70e19328fb39b23c3c06ed5a748ba33c92e323e73a15a338f33116df422f401.png"/><Relationship Id="rIdT4ClickFrame6" Type="http://schemas.openxmlformats.org/officeDocument/2006/relationships/image" Target="../media/pam_r2_43f27c1af5847023_t4_click_43f27c1af584702357623fdf9c8681b220cba3f3078fcc349b9a061a40523f21.png"/><Relationship Id="rIdT4ClickFrame7" Type="http://schemas.openxmlformats.org/officeDocument/2006/relationships/image" Target="../media/pam_r2_69daa1eccd72a68d_t4_click_69daa1eccd72a68d3bd96df4739b1325b88f7ee9d0a2f5a7eff2671558cadde4.png"/><Relationship Id="rIdT4ClickFrame8" Type="http://schemas.openxmlformats.org/officeDocument/2006/relationships/image" Target="../media/pam_r2_0626800b58156aca_t4_click_0626800b58156aca9602e1044d39e21911ae109f16b1a3548dfc11fce683f57b.png"/><Relationship Id="rIdT4ClickFrame9" Type="http://schemas.openxmlformats.org/officeDocument/2006/relationships/image" Target="../media/pam_r2_212804322b4223d7_t4_click_212804322b4223d751ec2d3712e2710430573308c9410893e6473317151093a1.png"/><Relationship Id="rIdT4ClickFrame10" Type="http://schemas.openxmlformats.org/officeDocument/2006/relationships/image" Target="../media/pam_r2_2cd5de93bccdb428_t4_click_2cd5de93bccdb4282258c77234d19e6f2abfad7225878b42c8c858546900fc13.png"/><Relationship Id="rIdT4ClickFrame11" Type="http://schemas.openxmlformats.org/officeDocument/2006/relationships/image" Target="../media/pam_r2_e7f81aeb1fe09b97_t4_click_e7f81aeb1fe09b97967521bcebcf03b61033b23b9e37f44c126f58084b4308f4.png"/><Relationship Id="rIdT4ClickFrame12" Type="http://schemas.openxmlformats.org/officeDocument/2006/relationships/image" Target="../media/pam_r2_5528229c7a00465a_t4_click_5528229c7a00465a943b957b0a110d61561c4430e20abc8becb365bfce2b2ac1.png"/><Relationship Id="rIdT4ClickFrame13" Type="http://schemas.openxmlformats.org/officeDocument/2006/relationships/image" Target="../media/pam_r2_25917a312883dd98_t4_click_25917a312883dd983fb7242d6bb7e9fd30ffedff4879f26c8a9253c57fdb81cf.png"/><Relationship Id="rIdT4ClickFrame14" Type="http://schemas.openxmlformats.org/officeDocument/2006/relationships/image" Target="../media/pam_r2_c5162eee68c597b8_t4_click_c5162eee68c597b89e06699c06ee75e1a8087af8446b9d477adedc8fe1065097.png"/><Relationship Id="rIdT4ClickFrame15" Type="http://schemas.openxmlformats.org/officeDocument/2006/relationships/image" Target="../media/pam_r2_8dafd9df2b127bad_t4_click_8dafd9df2b127bad394a396690fdd52927d30aa8df5f9d3c2bdc19917c8d0574.png"/><Relationship Id="rIdT4ClickFrame16" Type="http://schemas.openxmlformats.org/officeDocument/2006/relationships/image" Target="../media/pam_r2_b14b1134a36e149b_t4_click_b14b1134a36e149b6739dca482ad7ddbf96351c35b38cf4d0e9056ec956ce656.png"/><Relationship Id="rIdT4ClickFrame17" Type="http://schemas.openxmlformats.org/officeDocument/2006/relationships/image" Target="../media/pam_r2_17acbf152092446f_t4_click_17acbf152092446f45e9ea780244a955efff9eeb3f7a3b79c09fa163d6b86bc3.png"/><Relationship Id="rIdT4ClickFrame18" Type="http://schemas.openxmlformats.org/officeDocument/2006/relationships/image" Target="../media/pam_r2_9f67b9ed7d38d7d3_t4_click_9f67b9ed7d38d7d3563061b8f6dad49a3e19234ea05d2131c8a74eb28f379698.png"/><Relationship Id="rIdT4ClickFrame19" Type="http://schemas.openxmlformats.org/officeDocument/2006/relationships/image" Target="../media/pam_r2_fadd5170cf3cc044_t4_click_fadd5170cf3cc0440fc6a0ecb240c41d0767a573d0b3cc370843f997ba3c6b95.png"/><Relationship Id="rIdT4ClickFrame20" Type="http://schemas.openxmlformats.org/officeDocument/2006/relationships/image" Target="../media/pam_r2_0768d7b1f2e2f200_t4_click_0768d7b1f2e2f2006ed0716d99b6f4477dc7606cbb554e715c126a7c1a09b15c.png"/><Relationship Id="rIdT4ClickFrame21" Type="http://schemas.openxmlformats.org/officeDocument/2006/relationships/image" Target="../media/pam_r2_ca5ed1ff31aa183c_t4_click_ca5ed1ff31aa183cf94336c171def7ac8a5621fdb4c5a3683ce072a1d00efd2a.png"/><Relationship Id="rIdT4ClickFrame22" Type="http://schemas.openxmlformats.org/officeDocument/2006/relationships/image" Target="../media/pam_r2_5b7e0d5b6241d074_t4_click_5b7e0d5b6241d074cb989e5e60b1e7f8d3829e329708ad6775cf98716f749cd9.png"/><Relationship Id="rIdT4ClickFrame23" Type="http://schemas.openxmlformats.org/officeDocument/2006/relationships/image" Target="../media/pam_r2_c2e52ba06f3797a0_t4_click_c2e52ba06f3797a0bd28c0bc7a014d60893454e369a6a3b25f261ffffa04cda2.png"/><Relationship Id="rIdT4ClickFrame24" Type="http://schemas.openxmlformats.org/officeDocument/2006/relationships/image" Target="../media/pam_r2_9b11ca1a384bab39_image470.png"/><Relationship Id="rIdT4ClickFrame25" Type="http://schemas.openxmlformats.org/officeDocument/2006/relationships/image" Target="../media/pam_r2_daefb7e0b6800cf6_t4_click_daefb7e0b6800cf6cedd6cbc7540ee80e393999cce72f4064e34c9a44f963649.png"/><Relationship Id="rIdT4ClickFrame26" Type="http://schemas.openxmlformats.org/officeDocument/2006/relationships/image" Target="../media/pam_r2_f97cb603d3572cc7_t4_click_f97cb603d3572cc73d80cd35b76ce6708320e3fdf12d9a614c6e2c3072010803.png"/><Relationship Id="rIdT4ClickFrame27" Type="http://schemas.openxmlformats.org/officeDocument/2006/relationships/image" Target="../media/pam_r2_65d80e2a1b9dc272_t4_click_65d80e2a1b9dc27207627f60d9f7504ec4ea7dd5b306bbb5bad07837e7a7967e.png"/><Relationship Id="rIdT4ClickFrame28" Type="http://schemas.openxmlformats.org/officeDocument/2006/relationships/image" Target="../media/pam_r2_883004f1c70a850c_t4_click_883004f1c70a850c7e5178d233bcdcb647a4bf4b80530e85a4f69ba828e6926b.png"/><Relationship Id="rIdT4ClickFrame29" Type="http://schemas.openxmlformats.org/officeDocument/2006/relationships/image" Target="../media/pam_r2_adafc7416ad92bd6_t4_click_adafc7416ad92bd6153a336ab71fbf56656c3e085ec70c5c80bd7f4f8c6260da.png"/><Relationship Id="rIdT4ClickFrame30" Type="http://schemas.openxmlformats.org/officeDocument/2006/relationships/image" Target="../media/pam_r2_08533036d658724f_t4_click_08533036d658724f7d6336c6d3749d32b51d3a505d72b0dac885b4f814b1849d.png"/><Relationship Id="rIdT4ClickFrame31" Type="http://schemas.openxmlformats.org/officeDocument/2006/relationships/image" Target="../media/pam_r2_ee1ed2c303f71133_t4_click_ee1ed2c303f71133c0061ca87027309d070d0328115cfa788fda6ff5393b90c9.png"/><Relationship Id="rIdT4ClickFrame32" Type="http://schemas.openxmlformats.org/officeDocument/2006/relationships/image" Target="../media/pam_r2_b200ef9571442c04_t4_click_b200ef9571442c04bbc74e215e7fd8f4ec65a853b2634410a5b68cd2c6230f9a.png"/><Relationship Id="rIdT4ClickFrame33" Type="http://schemas.openxmlformats.org/officeDocument/2006/relationships/image" Target="../media/pam_r2_9ffb4a994f5750f6_t4_click_9ffb4a994f5750f61b8b63574b389843542a6007bf905f919a86c2b2ead5c3e3.png"/><Relationship Id="rIdT4ClickFrame34" Type="http://schemas.openxmlformats.org/officeDocument/2006/relationships/image" Target="../media/pam_r2_753513a9790e8505_t4_click_753513a9790e85057c666185905c89d3d017dd5bb8c484b56b83f040d0abacfc.png"/><Relationship Id="rIdT4ClickFrame35" Type="http://schemas.openxmlformats.org/officeDocument/2006/relationships/image" Target="../media/pam_r2_568c5eb92fd43a20_t4_click_568c5eb92fd43a20d61dc8a33a8da4ce7710e4291b6e8d72408ed90840ca2d0d.png"/><Relationship Id="rIdT4ClickFrame36" Type="http://schemas.openxmlformats.org/officeDocument/2006/relationships/image" Target="../media/pam_r2_a453405c8787e521_t4_click_a453405c8787e521b9f994d60a17e55a74c1e464048e84867d79243e0c413076.png"/><Relationship Id="rIdT4ClickFrame37" Type="http://schemas.openxmlformats.org/officeDocument/2006/relationships/image" Target="../media/pam_r2_541e3203f6f58fc9_t4_click_541e3203f6f58fc921bae7b62b19db3512904a6fafcfdf24cae4fd43693eb61f.png"/><Relationship Id="rIdT4ClickFrame38" Type="http://schemas.openxmlformats.org/officeDocument/2006/relationships/image" Target="../media/pam_r2_c94096be532b8ead_t4_click_c94096be532b8ead06e7418e146ac2fb07b475d8b05a13e8f17a2f67a8a7442e.png"/><Relationship Id="rIdT4ClickFrame39" Type="http://schemas.openxmlformats.org/officeDocument/2006/relationships/image" Target="../media/pam_r2_6aa376cdaca7a026_t4_click_6aa376cdaca7a02610055b9555ebaf7eb9e89332fc705a462bb6aae1d67415e8.png"/><Relationship Id="rIdT4ClickFrame40" Type="http://schemas.openxmlformats.org/officeDocument/2006/relationships/image" Target="../media/pam_r2_960343ce1c049cbe_t4_click_960343ce1c049cbe9e99ff5302a4acfe4e27715c6afa8dcc50b62fd7acccc327.png"/><Relationship Id="rIdT4ClickFrame41" Type="http://schemas.openxmlformats.org/officeDocument/2006/relationships/image" Target="../media/pam_r2_057147bd9bd2b716_t4_click_057147bd9bd2b716b3875dd19313ab85b1c74b9931bea4f4e31a74ce794dd1f9.png"/><Relationship Id="rIdT4ClickFrame42" Type="http://schemas.openxmlformats.org/officeDocument/2006/relationships/image" Target="../media/pam_r2_d4aa22fb3223e55b_t4_click_d4aa22fb3223e55b8591d16180797f9b143b4c99875c91931f300089efa6a7b7.png"/><Relationship Id="rIdT4ClickFrame43" Type="http://schemas.openxmlformats.org/officeDocument/2006/relationships/image" Target="../media/pam_r2_c2feb537cbda53c0_t4_click_c2feb537cbda53c08b085f13536953baf8e0f8b412401e607f7d0f734d0cb02d.png"/><Relationship Id="rIdT4ClickFrame44" Type="http://schemas.openxmlformats.org/officeDocument/2006/relationships/image" Target="../media/pam_r2_790d6d72e86efa33_t4_click_790d6d72e86efa333566c54f7a679dbf5049d19632c5bf5904870c127bb211e0.png"/><Relationship Id="rIdT4ClickFrame45" Type="http://schemas.openxmlformats.org/officeDocument/2006/relationships/image" Target="../media/pam_r2_1bc9780667806973_t4_click_1bc9780667806973b530b371ece53b705fb5c62905320d0dc88a0caee5553603.png"/><Relationship Id="rIdT4ClickFrame46" Type="http://schemas.openxmlformats.org/officeDocument/2006/relationships/image" Target="../media/pam_r2_ab9448db33b7b33a_t4_click_ab9448db33b7b33a54977cf8898b84bbc9957b8a6204fb8cb4563696734ad859.png"/><Relationship Id="rIdT4ClickFrame47" Type="http://schemas.openxmlformats.org/officeDocument/2006/relationships/image" Target="../media/pam_r2_ab6e88c4e80c0b6a_image471.png"/><Relationship Id="rIdT4ClickFrame48" Type="http://schemas.openxmlformats.org/officeDocument/2006/relationships/image" Target="../media/pam_r2_6814dce586c59bca_t4_click_6814dce586c59bca0d9a6eb9d216719d416c2eeca3bca5fd41ca34929e866be5.png"/><Relationship Id="rIdT4ClickFrame49" Type="http://schemas.openxmlformats.org/officeDocument/2006/relationships/image" Target="../media/pam_r2_9f062d0058d5cd66_t4_click_9f062d0058d5cd66cd4181dde494255daf2a21afa6101c27691ee9d1f751e7fe.png"/><Relationship Id="rIdT4ClickFrame50" Type="http://schemas.openxmlformats.org/officeDocument/2006/relationships/image" Target="../media/pam_r2_1264088b018d91a1_t4_click_1264088b018d91a1c87859d08611dd7c3ca1d973fb0d8549ae108ad465b5e9fd.png"/><Relationship Id="rIdT4ClickFrame51" Type="http://schemas.openxmlformats.org/officeDocument/2006/relationships/image" Target="../media/pam_r2_e6e2141986edc825_t4_click_e6e2141986edc825e2446840a3574d61872181d8c499823a9a33a16dfb4802ea.png"/><Relationship Id="rIdT4ClickFrame52" Type="http://schemas.openxmlformats.org/officeDocument/2006/relationships/image" Target="../media/pam_r2_293e52ba1b162a58_t4_click_293e52ba1b162a58ef4a6b0c29c1af4649f41201ccef6783616337ed8548c23d.png"/><Relationship Id="rIdT4ClickFrame53" Type="http://schemas.openxmlformats.org/officeDocument/2006/relationships/image" Target="../media/pam_r2_97e5c74072a8a8ab_t4_click_97e5c74072a8a8abd30595d4d5b440cf7a36493ce4b95f8a938ced78605320aa.png"/><Relationship Id="rIdT4ClickFrame54" Type="http://schemas.openxmlformats.org/officeDocument/2006/relationships/image" Target="../media/pam_r2_14eec86fc719c69d_t4_click_14eec86fc719c69dd00a416d54a00825092422c30d6a96e4ed739f550f219d29.png"/><Relationship Id="rIdT4ClickFrame55" Type="http://schemas.openxmlformats.org/officeDocument/2006/relationships/image" Target="../media/pam_r2_d98f10b8436fca66_t4_click_d98f10b8436fca6631a7f460b93e16995a5b3e2c3127700d6b94090a83c03ba0.png"/><Relationship Id="rIdT4ClickFrame56" Type="http://schemas.openxmlformats.org/officeDocument/2006/relationships/image" Target="../media/pam_r2_29e0f90ebc77ba0d_t4_click_29e0f90ebc77ba0d1ee59524ce70498c35bcb56162f925dc84719120e0b7fe09.png"/><Relationship Id="rIdT4ClickFrame57" Type="http://schemas.openxmlformats.org/officeDocument/2006/relationships/image" Target="../media/pam_r2_82713be4a8f31236_t4_click_82713be4a8f312367641c761e2ebf1974e4b5af3aa25ea20f58e2e3a98de4414.png"/><Relationship Id="rIdT4ClickFrame58" Type="http://schemas.openxmlformats.org/officeDocument/2006/relationships/image" Target="../media/pam_r2_b2f3195b80d2bc7c_t4_click_b2f3195b80d2bc7c9e0f7e239b0242d91a2eb700860eb38659bc5e4ca721c1d0.png"/><Relationship Id="rIdT4ClickFrame59" Type="http://schemas.openxmlformats.org/officeDocument/2006/relationships/image" Target="../media/pam_r2_a14f2de1ae367962_t4_click_a14f2de1ae367962547a47b4edc1f8bf94538a020f7eb774dfafda90de48fbd2.png"/><Relationship Id="rIdT4ClickFrame60" Type="http://schemas.openxmlformats.org/officeDocument/2006/relationships/image" Target="../media/pam_r2_7973d3b9b9835abf_t4_click_7973d3b9b9835abf165a9f931b4fa71a66c7c61f21f029c5a6b4358ea9277ed2.png"/><Relationship Id="rIdT4ClickFrame61" Type="http://schemas.openxmlformats.org/officeDocument/2006/relationships/image" Target="../media/pam_r2_f3939e6344c80671_t4_click_f3939e6344c80671128d84c0efa079700487b773da2311facbcb87420752c8c0.png"/><Relationship Id="rIdT4ClickFrame62" Type="http://schemas.openxmlformats.org/officeDocument/2006/relationships/image" Target="../media/pam_r2_00b955fc08e6187d_t4_click_00b955fc08e6187d99fd50aba1751137b7a56e4973f52af44abbfeb300668e01.png"/><Relationship Id="rIdT4ClickFrame63" Type="http://schemas.openxmlformats.org/officeDocument/2006/relationships/image" Target="../media/pam_r2_58a7c1555bb382ca_t4_click_58a7c1555bb382caa340f93979b5c38dea5cdfb2dc11854a79701d774835f5a4.png"/><Relationship Id="rIdT4ClickFrame64" Type="http://schemas.openxmlformats.org/officeDocument/2006/relationships/image" Target="../media/pam_r2_2be6fc23f3d934a9_t4_click_2be6fc23f3d934a94cc1030b56e85fcd5759b16a78cc09ec0612b5c8c61ef2c9.png"/><Relationship Id="rIdT4ClickFrame65" Type="http://schemas.openxmlformats.org/officeDocument/2006/relationships/image" Target="../media/pam_r2_622607bd69e8b432_t4_click_622607bd69e8b432443be5299d475b2acd2d8e1faa7c2b13a18b5045841993cd.png"/><Relationship Id="rIdT4ClickFrame66" Type="http://schemas.openxmlformats.org/officeDocument/2006/relationships/image" Target="../media/pam_r2_a8702769af71d82e_t4_click_a8702769af71d82e9079c71d44e92066714ebeeee516a7556743db7abdf76f35.png"/><Relationship Id="rIdT4ClickFrame67" Type="http://schemas.openxmlformats.org/officeDocument/2006/relationships/image" Target="../media/pam_r2_dcff4cece7b8229c_t4_click_dcff4cece7b8229ce880c11e1764442f5f23ba6d5cf7c2c877483558f3ccc432.png"/><Relationship Id="rIdT4ClickFrame68" Type="http://schemas.openxmlformats.org/officeDocument/2006/relationships/image" Target="../media/pam_r2_a3d9d204fad3d358_t4_click_a3d9d204fad3d3587b00951c30e13d248495a7488aa19ceaa51f0a4700ad7527.png"/><Relationship Id="rIdT4ClickFrame69" Type="http://schemas.openxmlformats.org/officeDocument/2006/relationships/image" Target="../media/pam_r2_3fcda9474233217c_image488.png"/></Relationships>
</file>

<file path=ppt/slides/_rels/slide32.xml.rels><?xml version='1.0' encoding='UTF-8' standalone='yes'?>
<Relationships xmlns="http://schemas.openxmlformats.org/package/2006/relationships"><Relationship Type="http://schemas.openxmlformats.org/officeDocument/2006/relationships/slideLayout" Target="../slideLayouts/t3_reference_methods_slideLayout1.xml" Id="R19fc4c3bde2d487e"/><Relationship Type="http://schemas.openxmlformats.org/officeDocument/2006/relationships/notesSlide" Target="/ppt/notesSlides/notesSlide32.xml" Id="R92caac82668a462a"/><Relationship Id="rIdNav0" Type="http://schemas.openxmlformats.org/officeDocument/2006/relationships/slide" Target="slide21.xml"/></Relationships>
</file>

<file path=ppt/slides/_rels/slide33.xml.rels><?xml version='1.0' encoding='UTF-8' standalone='yes'?>
<Relationships xmlns="http://schemas.openxmlformats.org/package/2006/relationships"><Relationship Type="http://schemas.openxmlformats.org/officeDocument/2006/relationships/slideLayout" Target="../slideLayouts/t3_reference_methods_slideLayout1.xml" Id="R97cbcfedfa6d49d0"/><Relationship Type="http://schemas.openxmlformats.org/officeDocument/2006/relationships/notesSlide" Target="/ppt/notesSlides/notesSlide33.xml" Id="R9b61ee49eaba4c54"/><Relationship Id="rIdNav0" Type="http://schemas.openxmlformats.org/officeDocument/2006/relationships/slide" Target="slide21.xml"/><Relationship Id="rIdNav1" Type="http://schemas.openxmlformats.org/officeDocument/2006/relationships/slide" Target="slide34.xml"/><Relationship Id="rIdNav2" Type="http://schemas.openxmlformats.org/officeDocument/2006/relationships/slide" Target="slide34.xml"/><Relationship Id="rIdNav3" Type="http://schemas.openxmlformats.org/officeDocument/2006/relationships/slide" Target="slide44.xml"/><Relationship Id="rIdNav4" Type="http://schemas.openxmlformats.org/officeDocument/2006/relationships/slide" Target="slide44.xml"/><Relationship Id="rIdNav5" Type="http://schemas.openxmlformats.org/officeDocument/2006/relationships/slide" Target="slide51.xml"/><Relationship Id="rIdNav6" Type="http://schemas.openxmlformats.org/officeDocument/2006/relationships/slide" Target="slide51.xml"/><Relationship Id="rIdNav7" Type="http://schemas.openxmlformats.org/officeDocument/2006/relationships/slide" Target="slide59.xml"/><Relationship Id="rIdNav8" Type="http://schemas.openxmlformats.org/officeDocument/2006/relationships/slide" Target="slide59.xml"/><Relationship Id="rIdNav9" Type="http://schemas.openxmlformats.org/officeDocument/2006/relationships/slide" Target="slide60.xml"/><Relationship Id="rIdNav10" Type="http://schemas.openxmlformats.org/officeDocument/2006/relationships/slide" Target="slide60.xml"/><Relationship Id="rIdNav11" Type="http://schemas.openxmlformats.org/officeDocument/2006/relationships/slide" Target="slide68.xml"/><Relationship Id="rIdNav12" Type="http://schemas.openxmlformats.org/officeDocument/2006/relationships/slide" Target="slide68.xml"/><Relationship Id="rIdNav13" Type="http://schemas.openxmlformats.org/officeDocument/2006/relationships/slide" Target="slide21.xml"/></Relationships>
</file>

<file path=ppt/slides/_rels/slide34.xml.rels><?xml version='1.0' encoding='UTF-8' standalone='yes'?>
<Relationships xmlns="http://schemas.openxmlformats.org/package/2006/relationships"><Relationship Type="http://schemas.openxmlformats.org/officeDocument/2006/relationships/slideLayout" Target="../slideLayouts/t3_reference_methods_slideLayout1.xml" Id="Rf5109f807205466c"/><Relationship Type="http://schemas.openxmlformats.org/officeDocument/2006/relationships/image" Target="/ppt/media/image76.png" Id="R2cb97545fd2c4f40"/><Relationship Type="http://schemas.openxmlformats.org/officeDocument/2006/relationships/image" Target="/ppt/media/image77.png" Id="R7339d2afa53343b4"/><Relationship Type="http://schemas.openxmlformats.org/officeDocument/2006/relationships/notesSlide" Target="/ppt/notesSlides/notesSlide34.xml" Id="Rfd8eee22a01647ad"/><Relationship Id="rIdMathSvg0" Type="http://schemas.openxmlformats.org/officeDocument/2006/relationships/image" Target="../media/t4_4bb6a292354685f044ffc91f.svg"/><Relationship Id="rIdNav0" Type="http://schemas.openxmlformats.org/officeDocument/2006/relationships/slide" Target="slide21.xml"/><Relationship Id="rIdNav1" Type="http://schemas.openxmlformats.org/officeDocument/2006/relationships/slide" Target="slide33.xml"/></Relationships>
</file>

<file path=ppt/slides/_rels/slide35.xml.rels><?xml version='1.0' encoding='UTF-8' standalone='yes'?>
<Relationships xmlns="http://schemas.openxmlformats.org/package/2006/relationships"><Relationship Type="http://schemas.openxmlformats.org/officeDocument/2006/relationships/slideLayout" Target="../slideLayouts/t3_reference_methods_slideLayout1.xml" Id="Raa6b88e602404870"/><Relationship Type="http://schemas.openxmlformats.org/officeDocument/2006/relationships/image" Target="/ppt/media/image78.png" Id="R889f765b0f784be6"/><Relationship Type="http://schemas.openxmlformats.org/officeDocument/2006/relationships/image" Target="/ppt/media/image79.png" Id="Rfad56c085bb34bd8"/><Relationship Type="http://schemas.openxmlformats.org/officeDocument/2006/relationships/image" Target="/ppt/media/image80.png" Id="R09d36bce31304e39"/><Relationship Type="http://schemas.openxmlformats.org/officeDocument/2006/relationships/image" Target="/ppt/media/image81.png" Id="R5560adeb14fa4558"/><Relationship Type="http://schemas.openxmlformats.org/officeDocument/2006/relationships/image" Target="/ppt/media/image82.png" Id="Rec84fb09fa6e4407"/><Relationship Type="http://schemas.openxmlformats.org/officeDocument/2006/relationships/image" Target="/ppt/media/image83.png" Id="R8b959d019b26405b"/><Relationship Type="http://schemas.openxmlformats.org/officeDocument/2006/relationships/notesSlide" Target="/ppt/notesSlides/notesSlide35.xml" Id="Rac04fdcb9ef14ca7"/><Relationship Id="rIdMathSvg0" Type="http://schemas.openxmlformats.org/officeDocument/2006/relationships/image" Target="../media/t4_a6156b8358f7ce94ab7faa90.svg"/><Relationship Id="rIdMathSvg1" Type="http://schemas.openxmlformats.org/officeDocument/2006/relationships/image" Target="../media/t4_88b36e7a375633bab05ef918.svg"/><Relationship Id="rIdMathSvg2" Type="http://schemas.openxmlformats.org/officeDocument/2006/relationships/image" Target="../media/t4_7385f62b1f12c6f9ae9cfee0.svg"/><Relationship Id="rIdMathSvg3" Type="http://schemas.openxmlformats.org/officeDocument/2006/relationships/image" Target="../media/t4_bd143300fb050b666b0d89b7.svg"/><Relationship Id="rIdMathSvg4" Type="http://schemas.openxmlformats.org/officeDocument/2006/relationships/image" Target="../media/t4_ed29bc58ac82342b90af7bb4.svg"/><Relationship Id="rIdMathSvg5" Type="http://schemas.openxmlformats.org/officeDocument/2006/relationships/image" Target="../media/t4_3939bf65ad001e45d24b13a5.svg"/><Relationship Id="rIdNav0" Type="http://schemas.openxmlformats.org/officeDocument/2006/relationships/slide" Target="slide21.xml"/><Relationship Id="rIdNav1" Type="http://schemas.openxmlformats.org/officeDocument/2006/relationships/slide" Target="slide33.xml"/></Relationships>
</file>

<file path=ppt/slides/_rels/slide36.xml.rels><?xml version='1.0' encoding='UTF-8' standalone='yes'?>
<Relationships xmlns="http://schemas.openxmlformats.org/package/2006/relationships"><Relationship Type="http://schemas.openxmlformats.org/officeDocument/2006/relationships/slideLayout" Target="../slideLayouts/t3_reference_methods_slideLayout1.xml" Id="Rf1c3c114e52c4eb2"/><Relationship Type="http://schemas.openxmlformats.org/officeDocument/2006/relationships/image" Target="/ppt/media/image84.png" Id="R00478a5fce454c25"/><Relationship Type="http://schemas.openxmlformats.org/officeDocument/2006/relationships/image" Target="/ppt/media/image85.png" Id="Rb3c99aea7d2242e6"/><Relationship Type="http://schemas.openxmlformats.org/officeDocument/2006/relationships/notesSlide" Target="/ppt/notesSlides/notesSlide36.xml" Id="R01654f58b9ad444c"/><Relationship Id="rIdMathSvg0" Type="http://schemas.openxmlformats.org/officeDocument/2006/relationships/image" Target="../media/t4_88cf2600d64918e15f64e2f5.svg"/><Relationship Id="rIdNav0" Type="http://schemas.openxmlformats.org/officeDocument/2006/relationships/slide" Target="slide21.xml"/><Relationship Id="rIdNav1" Type="http://schemas.openxmlformats.org/officeDocument/2006/relationships/slide" Target="slide33.xml"/></Relationships>
</file>

<file path=ppt/slides/_rels/slide37.xml.rels><?xml version='1.0' encoding='UTF-8' standalone='yes'?>
<Relationships xmlns="http://schemas.openxmlformats.org/package/2006/relationships"><Relationship Type="http://schemas.openxmlformats.org/officeDocument/2006/relationships/slideLayout" Target="../slideLayouts/t3_reference_methods_slideLayout1.xml" Id="R156a644513d4464c"/><Relationship Type="http://schemas.openxmlformats.org/officeDocument/2006/relationships/image" Target="/ppt/media/image86.png" Id="R7ad751878737469e"/><Relationship Type="http://schemas.openxmlformats.org/officeDocument/2006/relationships/image" Target="/ppt/media/image87.png" Id="Ra4de4ba8bf914b51"/><Relationship Type="http://schemas.openxmlformats.org/officeDocument/2006/relationships/image" Target="/ppt/media/image88.png" Id="Ree9ea82397504293"/><Relationship Type="http://schemas.openxmlformats.org/officeDocument/2006/relationships/image" Target="/ppt/media/image89.png" Id="R91498b8ad638433b"/><Relationship Type="http://schemas.openxmlformats.org/officeDocument/2006/relationships/image" Target="/ppt/media/image90.png" Id="Red027b11111048ac"/><Relationship Type="http://schemas.openxmlformats.org/officeDocument/2006/relationships/image" Target="/ppt/media/image91.png" Id="Rc58ff3f9f183471d"/><Relationship Type="http://schemas.openxmlformats.org/officeDocument/2006/relationships/image" Target="../media/image83.png" Id="R7e4ecc00747148d3"/><Relationship Type="http://schemas.openxmlformats.org/officeDocument/2006/relationships/notesSlide" Target="/ppt/notesSlides/notesSlide37.xml" Id="R0582b3a9b54c46c2"/><Relationship Id="rIdMathSvg0" Type="http://schemas.openxmlformats.org/officeDocument/2006/relationships/image" Target="../media/t4_194cffc33fc11f37d174ee89.svg"/><Relationship Id="rIdMathSvg1" Type="http://schemas.openxmlformats.org/officeDocument/2006/relationships/image" Target="../media/t4_5efe4c06c630aa73849e57c0.svg"/><Relationship Id="rIdMathSvg2" Type="http://schemas.openxmlformats.org/officeDocument/2006/relationships/image" Target="../media/t4_666783df2265ee87653573f7.svg"/><Relationship Id="rIdMathSvg3" Type="http://schemas.openxmlformats.org/officeDocument/2006/relationships/image" Target="../media/t4_6a9d2d17c6e8656f764eaaa4.svg"/><Relationship Id="rIdMathSvg4" Type="http://schemas.openxmlformats.org/officeDocument/2006/relationships/image" Target="../media/t4_0df80a9956767af0cdf9647a.svg"/><Relationship Id="rIdMathSvg5" Type="http://schemas.openxmlformats.org/officeDocument/2006/relationships/image" Target="../media/t4_8e59d2fa30c962adcc24bb5c.svg"/><Relationship Id="rIdMathSvg6" Type="http://schemas.openxmlformats.org/officeDocument/2006/relationships/image" Target="../media/t4_3939bf65ad001e45d24b13a5.svg"/><Relationship Id="rIdNav0" Type="http://schemas.openxmlformats.org/officeDocument/2006/relationships/slide" Target="slide21.xml"/><Relationship Id="rIdNav1" Type="http://schemas.openxmlformats.org/officeDocument/2006/relationships/slide" Target="slide33.xml"/></Relationships>
</file>

<file path=ppt/slides/_rels/slide38.xml.rels><?xml version='1.0' encoding='UTF-8' standalone='yes'?>
<Relationships xmlns="http://schemas.openxmlformats.org/package/2006/relationships"><Relationship Type="http://schemas.openxmlformats.org/officeDocument/2006/relationships/slideLayout" Target="../slideLayouts/t3_reference_methods_slideLayout1.xml" Id="R9e753327b7bb4373"/><Relationship Type="http://schemas.openxmlformats.org/officeDocument/2006/relationships/image" Target="/ppt/media/image93.png" Id="R79a313056c5d4100"/><Relationship Type="http://schemas.openxmlformats.org/officeDocument/2006/relationships/image" Target="/ppt/media/image94.png" Id="Rd94570b59a034fd3"/><Relationship Type="http://schemas.openxmlformats.org/officeDocument/2006/relationships/image" Target="/ppt/media/image95.png" Id="Re40b86e4dc754265"/><Relationship Type="http://schemas.openxmlformats.org/officeDocument/2006/relationships/image" Target="/ppt/media/image96.png" Id="R45a32368856d4624"/><Relationship Type="http://schemas.openxmlformats.org/officeDocument/2006/relationships/notesSlide" Target="/ppt/notesSlides/notesSlide38.xml" Id="R9f731b73564442e8"/><Relationship Id="rIdMathSvg0" Type="http://schemas.openxmlformats.org/officeDocument/2006/relationships/image" Target="../media/t4_d69109372465e44a1690d5b5.svg"/><Relationship Id="rIdMathSvg1" Type="http://schemas.openxmlformats.org/officeDocument/2006/relationships/image" Target="../media/t4_90144c0e15a5371d07e1cc44.svg"/><Relationship Id="rIdMathSvg2" Type="http://schemas.openxmlformats.org/officeDocument/2006/relationships/image" Target="../media/t4_9c2e9b97c5624007e66a76d3.svg"/><Relationship Id="rIdMathSvg3" Type="http://schemas.openxmlformats.org/officeDocument/2006/relationships/image" Target="../media/t4_afcf1e8f283734a3a1e96bee.svg"/><Relationship Id="rIdNav0" Type="http://schemas.openxmlformats.org/officeDocument/2006/relationships/slide" Target="slide21.xml"/><Relationship Id="rIdNav1" Type="http://schemas.openxmlformats.org/officeDocument/2006/relationships/slide" Target="slide33.xml"/></Relationships>
</file>

<file path=ppt/slides/_rels/slide39.xml.rels><?xml version='1.0' encoding='UTF-8' standalone='yes'?>
<Relationships xmlns="http://schemas.openxmlformats.org/package/2006/relationships"><Relationship Type="http://schemas.openxmlformats.org/officeDocument/2006/relationships/slideLayout" Target="../slideLayouts/t3_reference_methods_slideLayout1.xml" Id="R20e5e4cab10a48d3"/><Relationship Type="http://schemas.openxmlformats.org/officeDocument/2006/relationships/image" Target="/ppt/media/image97.png" Id="R0a91d8b68c4141de"/><Relationship Type="http://schemas.openxmlformats.org/officeDocument/2006/relationships/image" Target="/ppt/media/image98.png" Id="R27c267e39e094770"/><Relationship Type="http://schemas.openxmlformats.org/officeDocument/2006/relationships/image" Target="/ppt/media/image99.png" Id="Ra2959b92a0944999"/><Relationship Type="http://schemas.openxmlformats.org/officeDocument/2006/relationships/notesSlide" Target="/ppt/notesSlides/notesSlide39.xml" Id="Rcc89048771334c34"/><Relationship Id="rIdMathSvg0" Type="http://schemas.openxmlformats.org/officeDocument/2006/relationships/image" Target="../media/t4_d364a910acf6a2827d400053.svg"/><Relationship Id="rIdMathSvg1" Type="http://schemas.openxmlformats.org/officeDocument/2006/relationships/image" Target="../media/t4_bf06f0ff17c2fcf87a2048c8.svg"/><Relationship Id="rIdNav0" Type="http://schemas.openxmlformats.org/officeDocument/2006/relationships/slide" Target="slide21.xml"/><Relationship Id="rIdNav1" Type="http://schemas.openxmlformats.org/officeDocument/2006/relationships/slide" Target="slide33.xml"/></Relationships>
</file>

<file path=ppt/slides/_rels/slide40.xml.rels><?xml version='1.0' encoding='UTF-8' standalone='yes'?>
<Relationships xmlns="http://schemas.openxmlformats.org/package/2006/relationships"><Relationship Type="http://schemas.openxmlformats.org/officeDocument/2006/relationships/slideLayout" Target="../slideLayouts/t3_reference_methods_slideLayout1.xml" Id="R89f02df3828542f5"/><Relationship Type="http://schemas.openxmlformats.org/officeDocument/2006/relationships/image" Target="/ppt/media/image100.png" Id="R30b89be091df4379"/><Relationship Type="http://schemas.openxmlformats.org/officeDocument/2006/relationships/image" Target="/ppt/media/image101.png" Id="R38d31e818c074f6a"/><Relationship Type="http://schemas.openxmlformats.org/officeDocument/2006/relationships/image" Target="/ppt/media/image102.png" Id="R5c7d4ffeb8a94b72"/><Relationship Type="http://schemas.openxmlformats.org/officeDocument/2006/relationships/image" Target="/ppt/media/image103.png" Id="R56e9a4c5d0b74b5d"/><Relationship Type="http://schemas.openxmlformats.org/officeDocument/2006/relationships/notesSlide" Target="/ppt/notesSlides/notesSlide40.xml" Id="R64605532f10e43db"/><Relationship Id="rIdMathSvg0" Type="http://schemas.openxmlformats.org/officeDocument/2006/relationships/image" Target="../media/t4_f295d97e613091ad24013659.svg"/><Relationship Id="rIdMathSvg1" Type="http://schemas.openxmlformats.org/officeDocument/2006/relationships/image" Target="../media/t4_fe6812ad15a35b627b2ec41f.svg"/><Relationship Id="rIdMathSvg2" Type="http://schemas.openxmlformats.org/officeDocument/2006/relationships/image" Target="../media/t4_34be18cff5ae80cae2ba3022.svg"/><Relationship Id="rIdNav0" Type="http://schemas.openxmlformats.org/officeDocument/2006/relationships/slide" Target="slide21.xml"/><Relationship Id="rIdNav1" Type="http://schemas.openxmlformats.org/officeDocument/2006/relationships/slide" Target="slide33.xml"/></Relationships>
</file>

<file path=ppt/slides/_rels/slide41.xml.rels><?xml version='1.0' encoding='UTF-8' standalone='yes'?>
<Relationships xmlns="http://schemas.openxmlformats.org/package/2006/relationships"><Relationship Type="http://schemas.openxmlformats.org/officeDocument/2006/relationships/slideLayout" Target="../slideLayouts/t3_reference_methods_slideLayout1.xml" Id="R0df0cc77d0024000"/><Relationship Type="http://schemas.openxmlformats.org/officeDocument/2006/relationships/image" Target="/ppt/media/image104.png" Id="R1025f612fbbc425d"/><Relationship Type="http://schemas.openxmlformats.org/officeDocument/2006/relationships/image" Target="/ppt/media/image105.png" Id="R555ee74a840e4165"/><Relationship Type="http://schemas.openxmlformats.org/officeDocument/2006/relationships/notesSlide" Target="/ppt/notesSlides/notesSlide41.xml" Id="R6b8f7f6c81d3417f"/><Relationship Id="rIdMathSvg0" Type="http://schemas.openxmlformats.org/officeDocument/2006/relationships/image" Target="../media/t4_7e6d0039525bd7f4c58dffd6.svg"/><Relationship Id="rIdNav0" Type="http://schemas.openxmlformats.org/officeDocument/2006/relationships/slide" Target="slide21.xml"/><Relationship Id="rIdNav1" Type="http://schemas.openxmlformats.org/officeDocument/2006/relationships/slide" Target="slide33.xml"/></Relationships>
</file>

<file path=ppt/slides/_rels/slide42.xml.rels><?xml version='1.0' encoding='UTF-8' standalone='yes'?>
<Relationships xmlns="http://schemas.openxmlformats.org/package/2006/relationships"><Relationship Type="http://schemas.openxmlformats.org/officeDocument/2006/relationships/slideLayout" Target="../slideLayouts/t3_reference_methods_slideLayout1.xml" Id="Ra3c453b47e5b4b84"/><Relationship Type="http://schemas.openxmlformats.org/officeDocument/2006/relationships/image" Target="/ppt/media/image106.png" Id="Rdd50137c7c8444ff"/><Relationship Type="http://schemas.openxmlformats.org/officeDocument/2006/relationships/image" Target="/ppt/media/image107.png" Id="Ra2406b4843574b0c"/><Relationship Type="http://schemas.openxmlformats.org/officeDocument/2006/relationships/image" Target="/ppt/media/image108.png" Id="Rb1911f3d8a8d4746"/><Relationship Type="http://schemas.openxmlformats.org/officeDocument/2006/relationships/image" Target="/ppt/media/image109.png" Id="Ra9698fce72f74f61"/><Relationship Type="http://schemas.openxmlformats.org/officeDocument/2006/relationships/notesSlide" Target="/ppt/notesSlides/notesSlide42.xml" Id="R8ea5c27114f747ae"/><Relationship Id="rIdMathSvg0" Type="http://schemas.openxmlformats.org/officeDocument/2006/relationships/image" Target="../media/t4_48792326a6696bd200ad25ac.svg"/><Relationship Id="rIdMathSvg1" Type="http://schemas.openxmlformats.org/officeDocument/2006/relationships/image" Target="../media/t4_196c06a5bd6702f90df98872.svg"/><Relationship Id="rIdMathSvg2" Type="http://schemas.openxmlformats.org/officeDocument/2006/relationships/image" Target="../media/t4_4d021956c7ac5de9ff46d6e5.svg"/><Relationship Id="rIdMathSvg3" Type="http://schemas.openxmlformats.org/officeDocument/2006/relationships/image" Target="../media/t4_e09db5f229f61b5d3b70cfd5.svg"/><Relationship Id="rIdNav0" Type="http://schemas.openxmlformats.org/officeDocument/2006/relationships/slide" Target="slide21.xml"/><Relationship Id="rIdNav1" Type="http://schemas.openxmlformats.org/officeDocument/2006/relationships/slide" Target="slide33.xml"/></Relationships>
</file>

<file path=ppt/slides/_rels/slide43.xml.rels><?xml version='1.0' encoding='UTF-8' standalone='yes'?>
<Relationships xmlns="http://schemas.openxmlformats.org/package/2006/relationships"><Relationship Type="http://schemas.openxmlformats.org/officeDocument/2006/relationships/slideLayout" Target="../slideLayouts/t3_reference_methods_slideLayout1.xml" Id="Rbc9ef7e0e0b24e88"/><Relationship Type="http://schemas.openxmlformats.org/officeDocument/2006/relationships/image" Target="/ppt/media/image110.png" Id="R34027ed2fdcb4a31"/><Relationship Type="http://schemas.openxmlformats.org/officeDocument/2006/relationships/image" Target="/ppt/media/image111.png" Id="Rca408f7e1e12426d"/><Relationship Type="http://schemas.openxmlformats.org/officeDocument/2006/relationships/notesSlide" Target="/ppt/notesSlides/notesSlide43.xml" Id="Ra612d94a86ed4623"/><Relationship Id="rIdMathSvg0" Type="http://schemas.openxmlformats.org/officeDocument/2006/relationships/image" Target="../media/t4_94748654e64d5208f00d4841.svg"/><Relationship Id="rIdNav0" Type="http://schemas.openxmlformats.org/officeDocument/2006/relationships/slide" Target="slide21.xml"/><Relationship Id="rIdNav1" Type="http://schemas.openxmlformats.org/officeDocument/2006/relationships/slide" Target="slide33.xml"/></Relationships>
</file>

<file path=ppt/slides/_rels/slide44.xml.rels><?xml version='1.0' encoding='UTF-8' standalone='yes'?>
<Relationships xmlns="http://schemas.openxmlformats.org/package/2006/relationships"><Relationship Type="http://schemas.openxmlformats.org/officeDocument/2006/relationships/slideLayout" Target="../slideLayouts/t3_reference_methods_slideLayout1.xml" Id="R3ba4e23873b4401b"/><Relationship Type="http://schemas.openxmlformats.org/officeDocument/2006/relationships/image" Target="/ppt/media/image112.png" Id="R3836255230fe4b0e"/><Relationship Type="http://schemas.openxmlformats.org/officeDocument/2006/relationships/image" Target="/ppt/media/image113.png" Id="R35a9d2538cf342ee"/><Relationship Type="http://schemas.openxmlformats.org/officeDocument/2006/relationships/image" Target="/ppt/media/image114.png" Id="Rc8e42755ab8a426a"/><Relationship Type="http://schemas.openxmlformats.org/officeDocument/2006/relationships/notesSlide" Target="/ppt/notesSlides/notesSlide44.xml" Id="R09b9f86fb7ce446e"/><Relationship Id="rIdMathSvg0" Type="http://schemas.openxmlformats.org/officeDocument/2006/relationships/image" Target="../media/t4_06bd0eeb4a5a553795cd282f.svg"/><Relationship Id="rIdMathSvg1" Type="http://schemas.openxmlformats.org/officeDocument/2006/relationships/image" Target="../media/t4_56b87fa8d6b985f7b64e1e9c.svg"/><Relationship Id="rIdNav0" Type="http://schemas.openxmlformats.org/officeDocument/2006/relationships/slide" Target="slide21.xml"/><Relationship Id="rIdNav1" Type="http://schemas.openxmlformats.org/officeDocument/2006/relationships/slide" Target="slide33.xml"/></Relationships>
</file>

<file path=ppt/slides/_rels/slide45.xml.rels><?xml version='1.0' encoding='UTF-8' standalone='yes'?>
<Relationships xmlns="http://schemas.openxmlformats.org/package/2006/relationships"><Relationship Type="http://schemas.openxmlformats.org/officeDocument/2006/relationships/slideLayout" Target="../slideLayouts/t3_reference_methods_slideLayout1.xml" Id="R8f68766cdd6b4e20"/><Relationship Type="http://schemas.openxmlformats.org/officeDocument/2006/relationships/image" Target="/ppt/media/image115.png" Id="R02acf491f2b14bb4"/><Relationship Type="http://schemas.openxmlformats.org/officeDocument/2006/relationships/image" Target="/ppt/media/image116.png" Id="R8ecab28bb99f4f4e"/><Relationship Type="http://schemas.openxmlformats.org/officeDocument/2006/relationships/image" Target="/ppt/media/image117.png" Id="Re7626922a29040c7"/><Relationship Type="http://schemas.openxmlformats.org/officeDocument/2006/relationships/image" Target="/ppt/media/image118.png" Id="Ra6243756f0354f48"/><Relationship Type="http://schemas.openxmlformats.org/officeDocument/2006/relationships/image" Target="/ppt/media/image119.png" Id="Rdddcadec56094f2f"/><Relationship Type="http://schemas.openxmlformats.org/officeDocument/2006/relationships/notesSlide" Target="/ppt/notesSlides/notesSlide45.xml" Id="R3fb0958fe193415e"/><Relationship Id="rIdMathSvg0" Type="http://schemas.openxmlformats.org/officeDocument/2006/relationships/image" Target="../media/t4_bfde141cf2a4a6edc33aafa2.svg"/><Relationship Id="rIdMathSvg1" Type="http://schemas.openxmlformats.org/officeDocument/2006/relationships/image" Target="../media/t4_b9739e3ee0d074cb1cbf3677.svg"/><Relationship Id="rIdMathSvg2" Type="http://schemas.openxmlformats.org/officeDocument/2006/relationships/image" Target="../media/t4_31785a87911239b75e5ab844.svg"/><Relationship Id="rIdMathSvg3" Type="http://schemas.openxmlformats.org/officeDocument/2006/relationships/image" Target="../media/t4_199c27bd6a065eea5c1c9a85.svg"/><Relationship Id="rIdNav0" Type="http://schemas.openxmlformats.org/officeDocument/2006/relationships/slide" Target="slide21.xml"/><Relationship Id="rIdNav1" Type="http://schemas.openxmlformats.org/officeDocument/2006/relationships/slide" Target="slide33.xml"/></Relationships>
</file>

<file path=ppt/slides/_rels/slide46.xml.rels><?xml version='1.0' encoding='UTF-8' standalone='yes'?>
<Relationships xmlns="http://schemas.openxmlformats.org/package/2006/relationships"><Relationship Type="http://schemas.openxmlformats.org/officeDocument/2006/relationships/slideLayout" Target="../slideLayouts/t3_reference_methods_slideLayout1.xml" Id="R841193bad596490c"/><Relationship Type="http://schemas.openxmlformats.org/officeDocument/2006/relationships/image" Target="/ppt/media/image120.png" Id="R63f7509ec02b47d3"/><Relationship Type="http://schemas.openxmlformats.org/officeDocument/2006/relationships/image" Target="/ppt/media/image121.png" Id="R5630fe330c3342aa"/><Relationship Type="http://schemas.openxmlformats.org/officeDocument/2006/relationships/image" Target="/ppt/media/image122.png" Id="R218907eb860f476a"/><Relationship Type="http://schemas.openxmlformats.org/officeDocument/2006/relationships/image" Target="/ppt/media/image123.png" Id="R87ede4f6fd8748e2"/><Relationship Type="http://schemas.openxmlformats.org/officeDocument/2006/relationships/notesSlide" Target="/ppt/notesSlides/notesSlide46.xml" Id="R7cea2b4fb2e44db2"/><Relationship Id="rIdMathSvg0" Type="http://schemas.openxmlformats.org/officeDocument/2006/relationships/image" Target="../media/t4_5d75b5792f6507adc2ae0961.svg"/><Relationship Id="rIdMathSvg1" Type="http://schemas.openxmlformats.org/officeDocument/2006/relationships/image" Target="../media/t4_ed8a1409102493afb86bf6e1.svg"/><Relationship Id="rIdMathSvg2" Type="http://schemas.openxmlformats.org/officeDocument/2006/relationships/image" Target="../media/t4_58c8f7b96ba14c659f8ad667.svg"/><Relationship Id="rIdNav0" Type="http://schemas.openxmlformats.org/officeDocument/2006/relationships/slide" Target="slide21.xml"/><Relationship Id="rIdNav1" Type="http://schemas.openxmlformats.org/officeDocument/2006/relationships/slide" Target="slide33.xml"/></Relationships>
</file>

<file path=ppt/slides/_rels/slide47.xml.rels><?xml version='1.0' encoding='UTF-8' standalone='yes'?>
<Relationships xmlns="http://schemas.openxmlformats.org/package/2006/relationships"><Relationship Type="http://schemas.openxmlformats.org/officeDocument/2006/relationships/slideLayout" Target="../slideLayouts/t3_reference_methods_slideLayout1.xml" Id="R897dd12105f5440f"/><Relationship Type="http://schemas.openxmlformats.org/officeDocument/2006/relationships/image" Target="/ppt/media/image124.png" Id="Rec2abfa567054045"/><Relationship Type="http://schemas.openxmlformats.org/officeDocument/2006/relationships/image" Target="/ppt/media/image125.png" Id="Rd0ba132de3314dbc"/><Relationship Type="http://schemas.openxmlformats.org/officeDocument/2006/relationships/image" Target="/ppt/media/image126.png" Id="R21f20bc9e61b4e15"/><Relationship Type="http://schemas.openxmlformats.org/officeDocument/2006/relationships/image" Target="/ppt/media/image127.png" Id="R101792ec459d43da"/><Relationship Type="http://schemas.openxmlformats.org/officeDocument/2006/relationships/image" Target="/ppt/media/image128.png" Id="Rb92b9d901aea43a1"/><Relationship Type="http://schemas.openxmlformats.org/officeDocument/2006/relationships/notesSlide" Target="/ppt/notesSlides/notesSlide47.xml" Id="R614d2568db62464d"/><Relationship Id="rIdMathSvg0" Type="http://schemas.openxmlformats.org/officeDocument/2006/relationships/image" Target="../media/t4_591a2196cda11ed60cb97000.svg"/><Relationship Id="rIdMathSvg1" Type="http://schemas.openxmlformats.org/officeDocument/2006/relationships/image" Target="../media/t4_df813bc5250f01bb0b3a635d.svg"/><Relationship Id="rIdMathSvg2" Type="http://schemas.openxmlformats.org/officeDocument/2006/relationships/image" Target="../media/t4_fa5940933ffec29d91cc7c19.svg"/><Relationship Id="rIdMathSvg3" Type="http://schemas.openxmlformats.org/officeDocument/2006/relationships/image" Target="../media/t4_93f84bfc7b873d5b5631e925.svg"/><Relationship Id="rIdNav0" Type="http://schemas.openxmlformats.org/officeDocument/2006/relationships/slide" Target="slide21.xml"/><Relationship Id="rIdNav1" Type="http://schemas.openxmlformats.org/officeDocument/2006/relationships/slide" Target="slide33.xml"/></Relationships>
</file>

<file path=ppt/slides/_rels/slide48.xml.rels><?xml version='1.0' encoding='UTF-8' standalone='yes'?>
<Relationships xmlns="http://schemas.openxmlformats.org/package/2006/relationships"><Relationship Type="http://schemas.openxmlformats.org/officeDocument/2006/relationships/slideLayout" Target="../slideLayouts/t3_reference_methods_slideLayout1.xml" Id="R09f9fa1252944891"/><Relationship Type="http://schemas.openxmlformats.org/officeDocument/2006/relationships/image" Target="/ppt/media/image129.png" Id="Ra7ab8dafcab24450"/><Relationship Type="http://schemas.openxmlformats.org/officeDocument/2006/relationships/image" Target="/ppt/media/image130.png" Id="R69a0b9fbff2a4568"/><Relationship Type="http://schemas.openxmlformats.org/officeDocument/2006/relationships/image" Target="/ppt/media/image131.png" Id="R6295cf665f04485e"/><Relationship Type="http://schemas.openxmlformats.org/officeDocument/2006/relationships/image" Target="/ppt/media/image132.png" Id="Rdbc1e75a7d074ced"/><Relationship Type="http://schemas.openxmlformats.org/officeDocument/2006/relationships/notesSlide" Target="/ppt/notesSlides/notesSlide48.xml" Id="R2b998f1934ed4f95"/><Relationship Id="rIdMathSvg0" Type="http://schemas.openxmlformats.org/officeDocument/2006/relationships/image" Target="../media/t4_1114f7d065fde80377e27617.svg"/><Relationship Id="rIdMathSvg1" Type="http://schemas.openxmlformats.org/officeDocument/2006/relationships/image" Target="../media/t4_55e1ac7149a68fea6fbfec46.svg"/><Relationship Id="rIdMathSvg2" Type="http://schemas.openxmlformats.org/officeDocument/2006/relationships/image" Target="../media/t4_f803678b4c940720a009d81a.svg"/><Relationship Id="rIdNav0" Type="http://schemas.openxmlformats.org/officeDocument/2006/relationships/slide" Target="slide21.xml"/><Relationship Id="rIdNav1" Type="http://schemas.openxmlformats.org/officeDocument/2006/relationships/slide" Target="slide33.xml"/></Relationships>
</file>

<file path=ppt/slides/_rels/slide49.xml.rels><?xml version='1.0' encoding='UTF-8' standalone='yes'?>
<Relationships xmlns="http://schemas.openxmlformats.org/package/2006/relationships"><Relationship Type="http://schemas.openxmlformats.org/officeDocument/2006/relationships/slideLayout" Target="../slideLayouts/t3_reference_methods_slideLayout1.xml" Id="Rb05027a937a74740"/><Relationship Type="http://schemas.openxmlformats.org/officeDocument/2006/relationships/image" Target="/ppt/media/image133.png" Id="R164fe5db488d4690"/><Relationship Type="http://schemas.openxmlformats.org/officeDocument/2006/relationships/notesSlide" Target="/ppt/notesSlides/notesSlide49.xml" Id="R1197e3796c934c7b"/><Relationship Id="rIdNav0" Type="http://schemas.openxmlformats.org/officeDocument/2006/relationships/slide" Target="slide21.xml"/><Relationship Id="rIdNav1" Type="http://schemas.openxmlformats.org/officeDocument/2006/relationships/slide" Target="slide33.xml"/></Relationships>
</file>

<file path=ppt/slides/_rels/slide50.xml.rels><?xml version='1.0' encoding='UTF-8' standalone='yes'?>
<Relationships xmlns="http://schemas.openxmlformats.org/package/2006/relationships"><Relationship Type="http://schemas.openxmlformats.org/officeDocument/2006/relationships/slideLayout" Target="../slideLayouts/t3_reference_methods_slideLayout1.xml" Id="Ra86bca76dbaf4a09"/><Relationship Type="http://schemas.openxmlformats.org/officeDocument/2006/relationships/image" Target="/ppt/media/image134.png" Id="R632305aae42f4842"/><Relationship Type="http://schemas.openxmlformats.org/officeDocument/2006/relationships/image" Target="/ppt/media/image135.png" Id="R2efc02e9db244412"/><Relationship Type="http://schemas.openxmlformats.org/officeDocument/2006/relationships/image" Target="/ppt/media/image136.png" Id="Rc69b6acb3c59467c"/><Relationship Type="http://schemas.openxmlformats.org/officeDocument/2006/relationships/notesSlide" Target="/ppt/notesSlides/notesSlide50.xml" Id="R30a2448ac8d54942"/><Relationship Id="rIdMathSvg0" Type="http://schemas.openxmlformats.org/officeDocument/2006/relationships/image" Target="../media/t4_a27cef11251cdeb41d2754c9.svg"/><Relationship Id="rIdMathSvg1" Type="http://schemas.openxmlformats.org/officeDocument/2006/relationships/image" Target="../media/t4_283ce8c8e7dfd92b808797f0.svg"/><Relationship Id="rIdMathSvg2" Type="http://schemas.openxmlformats.org/officeDocument/2006/relationships/image" Target="../media/t4_f9ae9806591ed4cd782a0075.svg"/><Relationship Id="rIdNav0" Type="http://schemas.openxmlformats.org/officeDocument/2006/relationships/slide" Target="slide21.xml"/><Relationship Id="rIdNav1" Type="http://schemas.openxmlformats.org/officeDocument/2006/relationships/slide" Target="slide33.xml"/></Relationships>
</file>

<file path=ppt/slides/_rels/slide51.xml.rels><?xml version='1.0' encoding='UTF-8' standalone='yes'?>
<Relationships xmlns="http://schemas.openxmlformats.org/package/2006/relationships"><Relationship Type="http://schemas.openxmlformats.org/officeDocument/2006/relationships/slideLayout" Target="../slideLayouts/t3_reference_methods_slideLayout1.xml" Id="R0f6d7efd45ba4e2c"/><Relationship Type="http://schemas.openxmlformats.org/officeDocument/2006/relationships/image" Target="/ppt/media/image137.png" Id="R54fc09f877d241e5"/><Relationship Type="http://schemas.openxmlformats.org/officeDocument/2006/relationships/image" Target="/ppt/media/image138.png" Id="Rd6fd60e5d20e4ea8"/><Relationship Type="http://schemas.openxmlformats.org/officeDocument/2006/relationships/image" Target="/ppt/media/image139.png" Id="R8a1b8508a8e448e9"/><Relationship Type="http://schemas.openxmlformats.org/officeDocument/2006/relationships/notesSlide" Target="/ppt/notesSlides/notesSlide51.xml" Id="Rda93b3d26ab6436f"/><Relationship Id="rIdMathSvg0" Type="http://schemas.openxmlformats.org/officeDocument/2006/relationships/image" Target="../media/t4_8bc31ff90e9be69af0dceceb.svg"/><Relationship Id="rIdMathSvg1" Type="http://schemas.openxmlformats.org/officeDocument/2006/relationships/image" Target="../media/t4_ad3f795fe1fe3c749239bfc9.svg"/><Relationship Id="rIdNav0" Type="http://schemas.openxmlformats.org/officeDocument/2006/relationships/slide" Target="slide21.xml"/><Relationship Id="rIdNav1" Type="http://schemas.openxmlformats.org/officeDocument/2006/relationships/slide" Target="slide33.xml"/></Relationships>
</file>

<file path=ppt/slides/_rels/slide52.xml.rels><?xml version='1.0' encoding='UTF-8' standalone='yes'?>
<Relationships xmlns="http://schemas.openxmlformats.org/package/2006/relationships"><Relationship Type="http://schemas.openxmlformats.org/officeDocument/2006/relationships/slideLayout" Target="../slideLayouts/t3_reference_methods_slideLayout1.xml" Id="R68dca2767d164bbb"/><Relationship Type="http://schemas.openxmlformats.org/officeDocument/2006/relationships/image" Target="/ppt/media/image140.png" Id="R6b8962eb51e84a75"/><Relationship Type="http://schemas.openxmlformats.org/officeDocument/2006/relationships/image" Target="/ppt/media/image141.png" Id="Re7cd6573bec44bcc"/><Relationship Type="http://schemas.openxmlformats.org/officeDocument/2006/relationships/image" Target="/ppt/media/image142.png" Id="R836843e467fd47b4"/><Relationship Type="http://schemas.openxmlformats.org/officeDocument/2006/relationships/image" Target="/ppt/media/image143.png" Id="Rd145df67a67f457c"/><Relationship Type="http://schemas.openxmlformats.org/officeDocument/2006/relationships/notesSlide" Target="/ppt/notesSlides/notesSlide52.xml" Id="R2c149ee900c54b1b"/><Relationship Id="rIdMathSvg0" Type="http://schemas.openxmlformats.org/officeDocument/2006/relationships/image" Target="../media/t4_9248a177b0bc06e8b83f668b.svg"/><Relationship Id="rIdMathSvg1" Type="http://schemas.openxmlformats.org/officeDocument/2006/relationships/image" Target="../media/t4_c013c35ec32d9d5848aef672.svg"/><Relationship Id="rIdMathSvg2" Type="http://schemas.openxmlformats.org/officeDocument/2006/relationships/image" Target="../media/t4_1767e3206317406251208db1.svg"/><Relationship Id="rIdNav0" Type="http://schemas.openxmlformats.org/officeDocument/2006/relationships/slide" Target="slide21.xml"/><Relationship Id="rIdNav1" Type="http://schemas.openxmlformats.org/officeDocument/2006/relationships/slide" Target="slide33.xml"/></Relationships>
</file>

<file path=ppt/slides/_rels/slide53.xml.rels><?xml version='1.0' encoding='UTF-8' standalone='yes'?>
<Relationships xmlns="http://schemas.openxmlformats.org/package/2006/relationships"><Relationship Type="http://schemas.openxmlformats.org/officeDocument/2006/relationships/slideLayout" Target="../slideLayouts/t3_reference_methods_slideLayout1.xml" Id="Rf93a141429194a89"/><Relationship Type="http://schemas.openxmlformats.org/officeDocument/2006/relationships/image" Target="/ppt/media/image144.png" Id="Rf79af1dadd164d77"/><Relationship Type="http://schemas.openxmlformats.org/officeDocument/2006/relationships/image" Target="/ppt/media/image145.png" Id="R34175e03bbb445cf"/><Relationship Type="http://schemas.openxmlformats.org/officeDocument/2006/relationships/image" Target="/ppt/media/image146.png" Id="R4eace507b9234e06"/><Relationship Type="http://schemas.openxmlformats.org/officeDocument/2006/relationships/notesSlide" Target="/ppt/notesSlides/notesSlide53.xml" Id="R0b62bab4a1514bdf"/><Relationship Id="rIdMathSvg0" Type="http://schemas.openxmlformats.org/officeDocument/2006/relationships/image" Target="../media/t4_7ab87a8626f677e74bc0ab48.svg"/><Relationship Id="rIdMathSvg1" Type="http://schemas.openxmlformats.org/officeDocument/2006/relationships/image" Target="../media/t4_8c79e086c7b4046108e858d0.svg"/><Relationship Id="rIdNav0" Type="http://schemas.openxmlformats.org/officeDocument/2006/relationships/slide" Target="slide21.xml"/><Relationship Id="rIdNav1" Type="http://schemas.openxmlformats.org/officeDocument/2006/relationships/slide" Target="slide33.xml"/></Relationships>
</file>

<file path=ppt/slides/_rels/slide54.xml.rels><?xml version='1.0' encoding='UTF-8' standalone='yes'?>
<Relationships xmlns="http://schemas.openxmlformats.org/package/2006/relationships"><Relationship Type="http://schemas.openxmlformats.org/officeDocument/2006/relationships/slideLayout" Target="../slideLayouts/t3_reference_methods_slideLayout1.xml" Id="Rc33759ecd26a426e"/><Relationship Type="http://schemas.openxmlformats.org/officeDocument/2006/relationships/image" Target="/ppt/media/image147.png" Id="R8cf5ff03af454e01"/><Relationship Type="http://schemas.openxmlformats.org/officeDocument/2006/relationships/image" Target="/ppt/media/image148.png" Id="Re5196034e6dd4239"/><Relationship Type="http://schemas.openxmlformats.org/officeDocument/2006/relationships/notesSlide" Target="/ppt/notesSlides/notesSlide54.xml" Id="R46274edbf68c4149"/><Relationship Id="rIdMathSvg0" Type="http://schemas.openxmlformats.org/officeDocument/2006/relationships/image" Target="../media/t4_6470f6e3c8ac314d91c7361d.svg"/><Relationship Id="rIdMathSvg1" Type="http://schemas.openxmlformats.org/officeDocument/2006/relationships/image" Target="../media/t4_3fe93116a3d1c0c9c883d9d1.svg"/><Relationship Id="rIdNav0" Type="http://schemas.openxmlformats.org/officeDocument/2006/relationships/slide" Target="slide21.xml"/><Relationship Id="rIdNav1" Type="http://schemas.openxmlformats.org/officeDocument/2006/relationships/slide" Target="slide33.xml"/></Relationships>
</file>

<file path=ppt/slides/_rels/slide55.xml.rels><?xml version='1.0' encoding='UTF-8' standalone='yes'?>
<Relationships xmlns="http://schemas.openxmlformats.org/package/2006/relationships"><Relationship Type="http://schemas.openxmlformats.org/officeDocument/2006/relationships/slideLayout" Target="../slideLayouts/t3_reference_methods_slideLayout1.xml" Id="Rcfe743a4f19448f3"/><Relationship Type="http://schemas.openxmlformats.org/officeDocument/2006/relationships/image" Target="/ppt/media/image149.png" Id="Rf407e01d7ef34711"/><Relationship Type="http://schemas.openxmlformats.org/officeDocument/2006/relationships/image" Target="/ppt/media/image150.png" Id="R88afd51c7d244a2f"/><Relationship Type="http://schemas.openxmlformats.org/officeDocument/2006/relationships/image" Target="/ppt/media/image151.png" Id="R41beaed5e3f3443c"/><Relationship Type="http://schemas.openxmlformats.org/officeDocument/2006/relationships/image" Target="/ppt/media/image152.png" Id="R0f5cdbfc64cf46be"/><Relationship Type="http://schemas.openxmlformats.org/officeDocument/2006/relationships/notesSlide" Target="/ppt/notesSlides/notesSlide55.xml" Id="R05f8496dcd2e4346"/><Relationship Id="rIdMathSvg0" Type="http://schemas.openxmlformats.org/officeDocument/2006/relationships/image" Target="../media/t4_689468c8d876f2105f9a2575.svg"/><Relationship Id="rIdMathSvg1" Type="http://schemas.openxmlformats.org/officeDocument/2006/relationships/image" Target="../media/t4_d14b5a7d8a4a0cbcec0a3b7b.svg"/><Relationship Id="rIdMathSvg2" Type="http://schemas.openxmlformats.org/officeDocument/2006/relationships/image" Target="../media/t4_43ec569052cfd36902f3a30c.svg"/><Relationship Id="rIdMathSvg3" Type="http://schemas.openxmlformats.org/officeDocument/2006/relationships/image" Target="../media/t4_c47ccd649da5c82efcc34669.svg"/><Relationship Id="rIdNav0" Type="http://schemas.openxmlformats.org/officeDocument/2006/relationships/slide" Target="slide21.xml"/><Relationship Id="rIdNav1" Type="http://schemas.openxmlformats.org/officeDocument/2006/relationships/slide" Target="slide33.xml"/></Relationships>
</file>

<file path=ppt/slides/_rels/slide56.xml.rels><?xml version='1.0' encoding='UTF-8' standalone='yes'?>
<Relationships xmlns="http://schemas.openxmlformats.org/package/2006/relationships"><Relationship Type="http://schemas.openxmlformats.org/officeDocument/2006/relationships/slideLayout" Target="../slideLayouts/t3_reference_methods_slideLayout1.xml" Id="Rb437a7cdb5d7499f"/><Relationship Type="http://schemas.openxmlformats.org/officeDocument/2006/relationships/image" Target="/ppt/media/image153.png" Id="R8e265a701fa143fd"/><Relationship Type="http://schemas.openxmlformats.org/officeDocument/2006/relationships/notesSlide" Target="/ppt/notesSlides/notesSlide56.xml" Id="Rdec9659e578e4c9a"/><Relationship Id="rIdNav0" Type="http://schemas.openxmlformats.org/officeDocument/2006/relationships/slide" Target="slide21.xml"/><Relationship Id="rIdNav1" Type="http://schemas.openxmlformats.org/officeDocument/2006/relationships/slide" Target="slide33.xml"/></Relationships>
</file>

<file path=ppt/slides/_rels/slide57.xml.rels><?xml version='1.0' encoding='UTF-8' standalone='yes'?>
<Relationships xmlns="http://schemas.openxmlformats.org/package/2006/relationships"><Relationship Type="http://schemas.openxmlformats.org/officeDocument/2006/relationships/slideLayout" Target="../slideLayouts/t3_reference_methods_slideLayout1.xml" Id="R0df00d2dab814a21"/><Relationship Type="http://schemas.openxmlformats.org/officeDocument/2006/relationships/image" Target="/ppt/media/image154.png" Id="R6be1d8b59db84a95"/><Relationship Type="http://schemas.openxmlformats.org/officeDocument/2006/relationships/image" Target="/ppt/media/image155.png" Id="R4989e10db0f84ad9"/><Relationship Type="http://schemas.openxmlformats.org/officeDocument/2006/relationships/image" Target="/ppt/media/image156.png" Id="Rf52ac4466b234778"/><Relationship Type="http://schemas.openxmlformats.org/officeDocument/2006/relationships/image" Target="/ppt/media/image157.png" Id="Rc67d9de52c814757"/><Relationship Type="http://schemas.openxmlformats.org/officeDocument/2006/relationships/notesSlide" Target="/ppt/notesSlides/notesSlide57.xml" Id="R368f668e1cee49d6"/><Relationship Id="rIdMathSvg0" Type="http://schemas.openxmlformats.org/officeDocument/2006/relationships/image" Target="../media/t4_bd51cf2bd8c40d2c5b702f67.svg"/><Relationship Id="rIdMathSvg1" Type="http://schemas.openxmlformats.org/officeDocument/2006/relationships/image" Target="../media/t4_dd979ac1986b6d39c0436a7b.svg"/><Relationship Id="rIdMathSvg2" Type="http://schemas.openxmlformats.org/officeDocument/2006/relationships/image" Target="../media/t4_457f84f11497da1b28427594.svg"/><Relationship Id="rIdMathSvg3" Type="http://schemas.openxmlformats.org/officeDocument/2006/relationships/image" Target="../media/t4_254d61b4cbfbe3a0c61a80e3.svg"/><Relationship Id="rIdNav0" Type="http://schemas.openxmlformats.org/officeDocument/2006/relationships/slide" Target="slide21.xml"/><Relationship Id="rIdNav1" Type="http://schemas.openxmlformats.org/officeDocument/2006/relationships/slide" Target="slide33.xml"/></Relationships>
</file>

<file path=ppt/slides/_rels/slide58.xml.rels><?xml version='1.0' encoding='UTF-8' standalone='yes'?>
<Relationships xmlns="http://schemas.openxmlformats.org/package/2006/relationships"><Relationship Type="http://schemas.openxmlformats.org/officeDocument/2006/relationships/slideLayout" Target="../slideLayouts/t3_reference_methods_slideLayout1.xml" Id="R1cc7d257d70746a1"/><Relationship Type="http://schemas.openxmlformats.org/officeDocument/2006/relationships/image" Target="/ppt/media/image158.png" Id="R2dd084cc15c44356"/><Relationship Type="http://schemas.openxmlformats.org/officeDocument/2006/relationships/image" Target="/ppt/media/image159.png" Id="R0d3940d5d7244c11"/><Relationship Type="http://schemas.openxmlformats.org/officeDocument/2006/relationships/image" Target="/ppt/media/image160.png" Id="R902bf9c5a0b24b36"/><Relationship Type="http://schemas.openxmlformats.org/officeDocument/2006/relationships/image" Target="/ppt/media/image161.png" Id="R6dd4879b3ae04e2b"/><Relationship Type="http://schemas.openxmlformats.org/officeDocument/2006/relationships/image" Target="/ppt/media/image162.png" Id="R8ecd05697ed342e1"/><Relationship Type="http://schemas.openxmlformats.org/officeDocument/2006/relationships/notesSlide" Target="/ppt/notesSlides/notesSlide58.xml" Id="R66bd43705108451f"/><Relationship Id="rIdMathSvg0" Type="http://schemas.openxmlformats.org/officeDocument/2006/relationships/image" Target="../media/t4_e4a5e9c8ebf1bea55358295a.svg"/><Relationship Id="rIdMathSvg1" Type="http://schemas.openxmlformats.org/officeDocument/2006/relationships/image" Target="../media/t4_b09cc8038b8cb324679795a6.svg"/><Relationship Id="rIdMathSvg2" Type="http://schemas.openxmlformats.org/officeDocument/2006/relationships/image" Target="../media/t4_0cf79e6c83c39c7b93a89864.svg"/><Relationship Id="rIdMathSvg3" Type="http://schemas.openxmlformats.org/officeDocument/2006/relationships/image" Target="../media/t4_afe2c71b44b66a8281d9cc3a.svg"/><Relationship Id="rIdMathSvg4" Type="http://schemas.openxmlformats.org/officeDocument/2006/relationships/image" Target="../media/t4_e3a9fa1f28c03dd45c2b6d9a.svg"/><Relationship Id="rIdNav0" Type="http://schemas.openxmlformats.org/officeDocument/2006/relationships/slide" Target="slide21.xml"/><Relationship Id="rIdNav1" Type="http://schemas.openxmlformats.org/officeDocument/2006/relationships/slide" Target="slide33.xml"/></Relationships>
</file>

<file path=ppt/slides/_rels/slide59.xml.rels><?xml version='1.0' encoding='UTF-8' standalone='yes'?>
<Relationships xmlns="http://schemas.openxmlformats.org/package/2006/relationships"><Relationship Type="http://schemas.openxmlformats.org/officeDocument/2006/relationships/slideLayout" Target="../slideLayouts/t3_reference_methods_slideLayout1.xml" Id="R7b323ae46459449a"/><Relationship Type="http://schemas.openxmlformats.org/officeDocument/2006/relationships/image" Target="/ppt/media/image163.png" Id="Ra42aa55756ca4612"/><Relationship Type="http://schemas.openxmlformats.org/officeDocument/2006/relationships/image" Target="/ppt/media/image164.png" Id="Rc8e9e5d5170b486d"/><Relationship Type="http://schemas.openxmlformats.org/officeDocument/2006/relationships/image" Target="/ppt/media/image165.png" Id="Raa2a84617919497f"/><Relationship Type="http://schemas.openxmlformats.org/officeDocument/2006/relationships/notesSlide" Target="/ppt/notesSlides/notesSlide59.xml" Id="Re3ad8aaaf34342ff"/><Relationship Id="rIdMathSvg0" Type="http://schemas.openxmlformats.org/officeDocument/2006/relationships/image" Target="../media/t4_c0d8ba68f2d2c6f8c20d6f05.svg"/><Relationship Id="rIdMathSvg1" Type="http://schemas.openxmlformats.org/officeDocument/2006/relationships/image" Target="../media/t4_d765d9068442e591b706a56f.svg"/><Relationship Id="rIdMathSvg2" Type="http://schemas.openxmlformats.org/officeDocument/2006/relationships/image" Target="../media/t4_4c7bd4c5a479fb084abd6c71.svg"/><Relationship Id="rIdNav0" Type="http://schemas.openxmlformats.org/officeDocument/2006/relationships/slide" Target="slide21.xml"/><Relationship Id="rIdNav1" Type="http://schemas.openxmlformats.org/officeDocument/2006/relationships/slide" Target="slide33.xml"/></Relationships>
</file>

<file path=ppt/slides/_rels/slide60.xml.rels><?xml version='1.0' encoding='UTF-8' standalone='yes'?>
<Relationships xmlns="http://schemas.openxmlformats.org/package/2006/relationships"><Relationship Type="http://schemas.openxmlformats.org/officeDocument/2006/relationships/slideLayout" Target="../slideLayouts/t3_reference_methods_slideLayout1.xml" Id="R2f0da777b41c4d2e"/><Relationship Type="http://schemas.openxmlformats.org/officeDocument/2006/relationships/image" Target="/ppt/media/image166.png" Id="R891a04fa855a484f"/><Relationship Type="http://schemas.openxmlformats.org/officeDocument/2006/relationships/image" Target="/ppt/media/image167.png" Id="R9f20a9ece80b4549"/><Relationship Type="http://schemas.openxmlformats.org/officeDocument/2006/relationships/notesSlide" Target="/ppt/notesSlides/notesSlide60.xml" Id="R1cecc9e3847a40e4"/><Relationship Id="rIdMathSvg0" Type="http://schemas.openxmlformats.org/officeDocument/2006/relationships/image" Target="../media/t4_139005956a216bb4f17d3971.svg"/><Relationship Id="rIdNav0" Type="http://schemas.openxmlformats.org/officeDocument/2006/relationships/slide" Target="slide21.xml"/><Relationship Id="rIdNav1" Type="http://schemas.openxmlformats.org/officeDocument/2006/relationships/slide" Target="slide33.xml"/></Relationships>
</file>

<file path=ppt/slides/_rels/slide61.xml.rels><?xml version='1.0' encoding='UTF-8' standalone='yes'?>
<Relationships xmlns="http://schemas.openxmlformats.org/package/2006/relationships"><Relationship Type="http://schemas.openxmlformats.org/officeDocument/2006/relationships/slideLayout" Target="../slideLayouts/t3_reference_methods_slideLayout1.xml" Id="Ra3fc0e0c0d5b4092"/><Relationship Type="http://schemas.openxmlformats.org/officeDocument/2006/relationships/image" Target="/ppt/media/image168.png" Id="R6571f4c42542457a"/><Relationship Type="http://schemas.openxmlformats.org/officeDocument/2006/relationships/image" Target="/ppt/media/image169.png" Id="R444dd7c1f3314f84"/><Relationship Type="http://schemas.openxmlformats.org/officeDocument/2006/relationships/image" Target="/ppt/media/image170.png" Id="Rb60230995be3450f"/><Relationship Type="http://schemas.openxmlformats.org/officeDocument/2006/relationships/notesSlide" Target="/ppt/notesSlides/notesSlide61.xml" Id="Ra66baaf1f85e4a58"/><Relationship Id="rIdMathSvg0" Type="http://schemas.openxmlformats.org/officeDocument/2006/relationships/image" Target="../media/t4_2e282ba17b2e3ad67654d32f.svg"/><Relationship Id="rIdMathSvg1" Type="http://schemas.openxmlformats.org/officeDocument/2006/relationships/image" Target="../media/t4_cbff9872931907e0986fb1d5.svg"/><Relationship Id="rIdMathSvg2" Type="http://schemas.openxmlformats.org/officeDocument/2006/relationships/image" Target="../media/t4_ad3e947ad858f1743364ed12.svg"/><Relationship Id="rIdNav0" Type="http://schemas.openxmlformats.org/officeDocument/2006/relationships/slide" Target="slide21.xml"/><Relationship Id="rIdNav1" Type="http://schemas.openxmlformats.org/officeDocument/2006/relationships/slide" Target="slide33.xml"/></Relationships>
</file>

<file path=ppt/slides/_rels/slide62.xml.rels><?xml version='1.0' encoding='UTF-8' standalone='yes'?>
<Relationships xmlns="http://schemas.openxmlformats.org/package/2006/relationships"><Relationship Type="http://schemas.openxmlformats.org/officeDocument/2006/relationships/slideLayout" Target="../slideLayouts/t3_reference_methods_slideLayout1.xml" Id="Rd676dee4680a4ad8"/><Relationship Type="http://schemas.openxmlformats.org/officeDocument/2006/relationships/image" Target="/ppt/media/image171.png" Id="R9fa1f8723134487a"/><Relationship Type="http://schemas.openxmlformats.org/officeDocument/2006/relationships/image" Target="/ppt/media/image172.png" Id="R95a262bb14ad4c46"/><Relationship Type="http://schemas.openxmlformats.org/officeDocument/2006/relationships/image" Target="/ppt/media/image173.png" Id="Rc771fb5457554744"/><Relationship Type="http://schemas.openxmlformats.org/officeDocument/2006/relationships/notesSlide" Target="/ppt/notesSlides/notesSlide62.xml" Id="R1f92a0e1d1a640cb"/><Relationship Id="rIdMathSvg0" Type="http://schemas.openxmlformats.org/officeDocument/2006/relationships/image" Target="../media/t4_727774a55d531306e4f55284.svg"/><Relationship Id="rIdMathSvg1" Type="http://schemas.openxmlformats.org/officeDocument/2006/relationships/image" Target="../media/t4_c02d44971e9a2ef3362140c8.svg"/><Relationship Id="rIdMathSvg2" Type="http://schemas.openxmlformats.org/officeDocument/2006/relationships/image" Target="../media/t4_b5d67e0692c94398bad0dff3.svg"/><Relationship Id="rIdNav0" Type="http://schemas.openxmlformats.org/officeDocument/2006/relationships/slide" Target="slide21.xml"/><Relationship Id="rIdNav1" Type="http://schemas.openxmlformats.org/officeDocument/2006/relationships/slide" Target="slide33.xml"/></Relationships>
</file>

<file path=ppt/slides/_rels/slide63.xml.rels><?xml version='1.0' encoding='UTF-8' standalone='yes'?>
<Relationships xmlns="http://schemas.openxmlformats.org/package/2006/relationships"><Relationship Type="http://schemas.openxmlformats.org/officeDocument/2006/relationships/slideLayout" Target="../slideLayouts/t3_reference_methods_slideLayout1.xml" Id="R9b49fbafb66545f3"/><Relationship Type="http://schemas.openxmlformats.org/officeDocument/2006/relationships/image" Target="/ppt/media/image174.png" Id="R4a380b5e6b204007"/><Relationship Type="http://schemas.openxmlformats.org/officeDocument/2006/relationships/notesSlide" Target="/ppt/notesSlides/notesSlide63.xml" Id="R5595a909981346b8"/><Relationship Id="rIdNav0" Type="http://schemas.openxmlformats.org/officeDocument/2006/relationships/slide" Target="slide21.xml"/><Relationship Id="rIdNav1" Type="http://schemas.openxmlformats.org/officeDocument/2006/relationships/slide" Target="slide33.xml"/></Relationships>
</file>

<file path=ppt/slides/_rels/slide64.xml.rels><?xml version='1.0' encoding='UTF-8' standalone='yes'?>
<Relationships xmlns="http://schemas.openxmlformats.org/package/2006/relationships"><Relationship Type="http://schemas.openxmlformats.org/officeDocument/2006/relationships/slideLayout" Target="../slideLayouts/t3_reference_methods_slideLayout1.xml" Id="Rd773f0af91564238"/><Relationship Type="http://schemas.openxmlformats.org/officeDocument/2006/relationships/image" Target="/ppt/media/image175.png" Id="Rb83be7ef57dc4e89"/><Relationship Type="http://schemas.openxmlformats.org/officeDocument/2006/relationships/image" Target="/ppt/media/image176.png" Id="R368b55744811428b"/><Relationship Type="http://schemas.openxmlformats.org/officeDocument/2006/relationships/image" Target="/ppt/media/image177.png" Id="R810bc83bc7cf4432"/><Relationship Type="http://schemas.openxmlformats.org/officeDocument/2006/relationships/notesSlide" Target="/ppt/notesSlides/notesSlide64.xml" Id="R56b330fd51df4270"/><Relationship Id="rIdMathSvg0" Type="http://schemas.openxmlformats.org/officeDocument/2006/relationships/image" Target="../media/t4_acba3dfef8955ed56cd970b5.svg"/><Relationship Id="rIdMathSvg1" Type="http://schemas.openxmlformats.org/officeDocument/2006/relationships/image" Target="../media/t4_154312213bbee71d401f5897.svg"/><Relationship Id="rIdMathSvg2" Type="http://schemas.openxmlformats.org/officeDocument/2006/relationships/image" Target="../media/t4_a795fb9ec2dffb5c9efd1f1a.svg"/><Relationship Id="rIdNav0" Type="http://schemas.openxmlformats.org/officeDocument/2006/relationships/slide" Target="slide21.xml"/><Relationship Id="rIdNav1" Type="http://schemas.openxmlformats.org/officeDocument/2006/relationships/slide" Target="slide33.xml"/></Relationships>
</file>

<file path=ppt/slides/_rels/slide65.xml.rels><?xml version='1.0' encoding='UTF-8' standalone='yes'?>
<Relationships xmlns="http://schemas.openxmlformats.org/package/2006/relationships"><Relationship Type="http://schemas.openxmlformats.org/officeDocument/2006/relationships/slideLayout" Target="../slideLayouts/t3_reference_methods_slideLayout1.xml" Id="R734511535a5541fa"/><Relationship Type="http://schemas.openxmlformats.org/officeDocument/2006/relationships/image" Target="/ppt/media/image178.png" Id="R2d956d39a3d44c76"/><Relationship Type="http://schemas.openxmlformats.org/officeDocument/2006/relationships/image" Target="/ppt/media/image179.png" Id="R7ff466cb056f4f55"/><Relationship Type="http://schemas.openxmlformats.org/officeDocument/2006/relationships/image" Target="/ppt/media/image180.png" Id="Rd38e2a2dddfe4ca9"/><Relationship Type="http://schemas.openxmlformats.org/officeDocument/2006/relationships/image" Target="/ppt/media/image181.png" Id="R293712b3d0354b19"/><Relationship Type="http://schemas.openxmlformats.org/officeDocument/2006/relationships/notesSlide" Target="/ppt/notesSlides/notesSlide65.xml" Id="Rd02b35f942a74950"/><Relationship Id="rIdMathSvg0" Type="http://schemas.openxmlformats.org/officeDocument/2006/relationships/image" Target="../media/t4_7726f6c69ca84dfb52366710.svg"/><Relationship Id="rIdMathSvg1" Type="http://schemas.openxmlformats.org/officeDocument/2006/relationships/image" Target="../media/t4_512b3f618da522a20d8634ff.svg"/><Relationship Id="rIdMathSvg2" Type="http://schemas.openxmlformats.org/officeDocument/2006/relationships/image" Target="../media/t4_dcf4ce12b6e22cd45a6bb792.svg"/><Relationship Id="rIdMathSvg3" Type="http://schemas.openxmlformats.org/officeDocument/2006/relationships/image" Target="../media/t4_c5c4720af80f697a0654e22a.svg"/><Relationship Id="rIdNav0" Type="http://schemas.openxmlformats.org/officeDocument/2006/relationships/slide" Target="slide21.xml"/><Relationship Id="rIdNav1" Type="http://schemas.openxmlformats.org/officeDocument/2006/relationships/slide" Target="slide33.xml"/></Relationships>
</file>

<file path=ppt/slides/_rels/slide66.xml.rels><?xml version='1.0' encoding='UTF-8' standalone='yes'?>
<Relationships xmlns="http://schemas.openxmlformats.org/package/2006/relationships"><Relationship Type="http://schemas.openxmlformats.org/officeDocument/2006/relationships/slideLayout" Target="../slideLayouts/t3_reference_methods_slideLayout1.xml" Id="Ref44b93b406f41d2"/><Relationship Type="http://schemas.openxmlformats.org/officeDocument/2006/relationships/image" Target="/ppt/media/image182.png" Id="R51f8ee63f4cf4750"/><Relationship Type="http://schemas.openxmlformats.org/officeDocument/2006/relationships/image" Target="/ppt/media/image183.png" Id="Rba6ffd3766574ad5"/><Relationship Type="http://schemas.openxmlformats.org/officeDocument/2006/relationships/image" Target="/ppt/media/image184.png" Id="R84a795b216d74c52"/><Relationship Type="http://schemas.openxmlformats.org/officeDocument/2006/relationships/notesSlide" Target="/ppt/notesSlides/notesSlide66.xml" Id="R1d16f41beb80458a"/><Relationship Id="rIdMathSvg0" Type="http://schemas.openxmlformats.org/officeDocument/2006/relationships/image" Target="../media/t4_122c545fbaf8c9e097362c4e.svg"/><Relationship Id="rIdMathSvg1" Type="http://schemas.openxmlformats.org/officeDocument/2006/relationships/image" Target="../media/t4_b6c1fadfc710705e846500b8.svg"/><Relationship Id="rIdMathSvg2" Type="http://schemas.openxmlformats.org/officeDocument/2006/relationships/image" Target="../media/t4_e889a5505345abf45e21dc6a.svg"/><Relationship Id="rIdNav0" Type="http://schemas.openxmlformats.org/officeDocument/2006/relationships/slide" Target="slide21.xml"/><Relationship Id="rIdNav1" Type="http://schemas.openxmlformats.org/officeDocument/2006/relationships/slide" Target="slide33.xml"/></Relationships>
</file>

<file path=ppt/slides/_rels/slide67.xml.rels><?xml version='1.0' encoding='UTF-8' standalone='yes'?>
<Relationships xmlns="http://schemas.openxmlformats.org/package/2006/relationships"><Relationship Type="http://schemas.openxmlformats.org/officeDocument/2006/relationships/slideLayout" Target="../slideLayouts/t3_reference_methods_slideLayout1.xml" Id="R1d00c580393a4cff"/><Relationship Type="http://schemas.openxmlformats.org/officeDocument/2006/relationships/image" Target="/ppt/media/image185.png" Id="Rfb01ee2e5532400a"/><Relationship Type="http://schemas.openxmlformats.org/officeDocument/2006/relationships/image" Target="/ppt/media/image186.png" Id="R8ed0d24d10614572"/><Relationship Type="http://schemas.openxmlformats.org/officeDocument/2006/relationships/image" Target="/ppt/media/image187.png" Id="R030c61ce8917476e"/><Relationship Type="http://schemas.openxmlformats.org/officeDocument/2006/relationships/notesSlide" Target="/ppt/notesSlides/notesSlide67.xml" Id="R280ae403eafa449e"/><Relationship Id="rIdMathSvg0" Type="http://schemas.openxmlformats.org/officeDocument/2006/relationships/image" Target="../media/t4_4d0cf371759e92f536671941.svg"/><Relationship Id="rIdMathSvg1" Type="http://schemas.openxmlformats.org/officeDocument/2006/relationships/image" Target="../media/t4_e1c3547c9f637726519b58b7.svg"/><Relationship Id="rIdMathSvg2" Type="http://schemas.openxmlformats.org/officeDocument/2006/relationships/image" Target="../media/t4_7588c3b076632e339e9f9ab5.svg"/><Relationship Id="rIdNav0" Type="http://schemas.openxmlformats.org/officeDocument/2006/relationships/slide" Target="slide21.xml"/><Relationship Id="rIdNav1" Type="http://schemas.openxmlformats.org/officeDocument/2006/relationships/slide" Target="slide33.xml"/></Relationships>
</file>

<file path=ppt/slides/_rels/slide68.xml.rels><?xml version='1.0' encoding='UTF-8' standalone='yes'?>
<Relationships xmlns="http://schemas.openxmlformats.org/package/2006/relationships"><Relationship Type="http://schemas.openxmlformats.org/officeDocument/2006/relationships/slideLayout" Target="../slideLayouts/t3_reference_methods_slideLayout1.xml" Id="R0d95e2542e294258"/><Relationship Type="http://schemas.openxmlformats.org/officeDocument/2006/relationships/image" Target="/ppt/media/image188.png" Id="R3f5241922313483b"/><Relationship Type="http://schemas.openxmlformats.org/officeDocument/2006/relationships/image" Target="/ppt/media/image189.png" Id="R923783c055354bb2"/><Relationship Type="http://schemas.openxmlformats.org/officeDocument/2006/relationships/image" Target="/ppt/media/image190.png" Id="Ra8f2e452040b4f04"/><Relationship Type="http://schemas.openxmlformats.org/officeDocument/2006/relationships/image" Target="/ppt/media/image191.png" Id="R060d96e01c204c2f"/><Relationship Type="http://schemas.openxmlformats.org/officeDocument/2006/relationships/image" Target="/ppt/media/image192.png" Id="R03875786349a4ebc"/><Relationship Type="http://schemas.openxmlformats.org/officeDocument/2006/relationships/notesSlide" Target="/ppt/notesSlides/notesSlide68.xml" Id="Rc2a2b516994e4003"/><Relationship Id="rIdMathSvg0" Type="http://schemas.openxmlformats.org/officeDocument/2006/relationships/image" Target="../media/t4_fc706aa4412edacbed73a3f0.svg"/><Relationship Id="rIdMathSvg1" Type="http://schemas.openxmlformats.org/officeDocument/2006/relationships/image" Target="../media/t4_4e2317f6e7d21217c20c0159.svg"/><Relationship Id="rIdMathSvg2" Type="http://schemas.openxmlformats.org/officeDocument/2006/relationships/image" Target="../media/t4_f4685a5b90ffbd3b7cf76d86.svg"/><Relationship Id="rIdMathSvg3" Type="http://schemas.openxmlformats.org/officeDocument/2006/relationships/image" Target="../media/t4_a3337c4eae9892b7a34c78b6.svg"/><Relationship Id="rIdMathSvg4" Type="http://schemas.openxmlformats.org/officeDocument/2006/relationships/image" Target="../media/t4_0627f5eb7681286ebcf0e159.svg"/><Relationship Id="rIdNav0" Type="http://schemas.openxmlformats.org/officeDocument/2006/relationships/slide" Target="slide21.xml"/><Relationship Id="rIdNav1" Type="http://schemas.openxmlformats.org/officeDocument/2006/relationships/slide" Target="slide33.xml"/></Relationships>
</file>

<file path=ppt/slides/_rels/slide69.xml.rels><?xml version='1.0' encoding='UTF-8' standalone='yes'?>
<Relationships xmlns="http://schemas.openxmlformats.org/package/2006/relationships"><Relationship Type="http://schemas.openxmlformats.org/officeDocument/2006/relationships/slideLayout" Target="../slideLayouts/t3_reference_methods_slideLayout1.xml" Id="Rb6210484711a40cf"/><Relationship Type="http://schemas.openxmlformats.org/officeDocument/2006/relationships/image" Target="/ppt/media/image193.png" Id="R907c74f8310746a2"/><Relationship Type="http://schemas.openxmlformats.org/officeDocument/2006/relationships/image" Target="/ppt/media/image194.png" Id="R318c07041a294d65"/><Relationship Type="http://schemas.openxmlformats.org/officeDocument/2006/relationships/image" Target="/ppt/media/image195.png" Id="R77ede47d458945d1"/><Relationship Type="http://schemas.openxmlformats.org/officeDocument/2006/relationships/notesSlide" Target="/ppt/notesSlides/notesSlide69.xml" Id="R9688fe26be3d493c"/><Relationship Id="rIdMathSvg0" Type="http://schemas.openxmlformats.org/officeDocument/2006/relationships/image" Target="../media/t4_ede41c440eca7c0386b9a7df.svg"/><Relationship Id="rIdMathSvg1" Type="http://schemas.openxmlformats.org/officeDocument/2006/relationships/image" Target="../media/t4_155c7bb7d19bf839c0b265d8.svg"/><Relationship Id="rIdNav0" Type="http://schemas.openxmlformats.org/officeDocument/2006/relationships/slide" Target="slide21.xml"/><Relationship Id="rIdNav1" Type="http://schemas.openxmlformats.org/officeDocument/2006/relationships/slide" Target="slide33.xml"/></Relationships>
</file>

<file path=ppt/slides/_rels/slide70.xml.rels><?xml version='1.0' encoding='UTF-8' standalone='yes'?>
<Relationships xmlns="http://schemas.openxmlformats.org/package/2006/relationships"><Relationship Type="http://schemas.openxmlformats.org/officeDocument/2006/relationships/slideLayout" Target="../slideLayouts/t3_reference_methods_slideLayout1.xml" Id="R9196278ef3cd4bb9"/><Relationship Type="http://schemas.openxmlformats.org/officeDocument/2006/relationships/image" Target="/ppt/media/image196.png" Id="R6704e2deda234f1b"/><Relationship Type="http://schemas.openxmlformats.org/officeDocument/2006/relationships/image" Target="/ppt/media/image197.png" Id="R5070a3fe9f694bd8"/><Relationship Type="http://schemas.openxmlformats.org/officeDocument/2006/relationships/notesSlide" Target="/ppt/notesSlides/notesSlide70.xml" Id="R701d1f09df8b4017"/><Relationship Id="rIdMathSvg0" Type="http://schemas.openxmlformats.org/officeDocument/2006/relationships/image" Target="../media/t4_39714f1e2a9c12799c8541c5.svg"/><Relationship Id="rIdNav0" Type="http://schemas.openxmlformats.org/officeDocument/2006/relationships/slide" Target="slide21.xml"/><Relationship Id="rIdNav1" Type="http://schemas.openxmlformats.org/officeDocument/2006/relationships/slide" Target="slide33.xml"/></Relationships>
</file>

<file path=ppt/slides/_rels/slide71.xml.rels><?xml version='1.0' encoding='UTF-8' standalone='yes'?>
<Relationships xmlns="http://schemas.openxmlformats.org/package/2006/relationships"><Relationship Type="http://schemas.openxmlformats.org/officeDocument/2006/relationships/slideLayout" Target="../slideLayouts/t3_reference_methods_slideLayout1.xml" Id="Rfbb1f84ca35140a0"/><Relationship Type="http://schemas.openxmlformats.org/officeDocument/2006/relationships/image" Target="/ppt/media/image198.png" Id="Rcba440f3286b460b"/><Relationship Type="http://schemas.openxmlformats.org/officeDocument/2006/relationships/image" Target="/ppt/media/image199.png" Id="R54a0409f45704c99"/><Relationship Type="http://schemas.openxmlformats.org/officeDocument/2006/relationships/image" Target="/ppt/media/image200.png" Id="R22fbb30561d24fa9"/><Relationship Type="http://schemas.openxmlformats.org/officeDocument/2006/relationships/notesSlide" Target="/ppt/notesSlides/notesSlide71.xml" Id="R9ec12a1f06b540e2"/><Relationship Id="rIdMathSvg0" Type="http://schemas.openxmlformats.org/officeDocument/2006/relationships/image" Target="../media/t4_79ceaa665ab7a04c9a0b680c.svg"/><Relationship Id="rIdMathSvg1" Type="http://schemas.openxmlformats.org/officeDocument/2006/relationships/image" Target="../media/t4_3fe75c2fc37636c15c5d0768.svg"/><Relationship Id="rIdNav0" Type="http://schemas.openxmlformats.org/officeDocument/2006/relationships/slide" Target="slide21.xml"/><Relationship Id="rIdNav1" Type="http://schemas.openxmlformats.org/officeDocument/2006/relationships/slide" Target="slide33.xml"/></Relationships>
</file>

<file path=ppt/slides/_rels/slide72.xml.rels><?xml version='1.0' encoding='UTF-8' standalone='yes'?>
<Relationships xmlns="http://schemas.openxmlformats.org/package/2006/relationships"><Relationship Type="http://schemas.openxmlformats.org/officeDocument/2006/relationships/slideLayout" Target="../slideLayouts/t3_reference_methods_slideLayout1.xml" Id="R34d6793af7904d17"/><Relationship Type="http://schemas.openxmlformats.org/officeDocument/2006/relationships/image" Target="/ppt/media/image201.png" Id="Re883c0f236094f6c"/><Relationship Type="http://schemas.openxmlformats.org/officeDocument/2006/relationships/image" Target="/ppt/media/image202.png" Id="R606363222ada46e4"/><Relationship Type="http://schemas.openxmlformats.org/officeDocument/2006/relationships/image" Target="/ppt/media/image203.png" Id="R154971b393234e30"/><Relationship Type="http://schemas.openxmlformats.org/officeDocument/2006/relationships/image" Target="/ppt/media/image204.png" Id="R462a8a6093034d4d"/><Relationship Type="http://schemas.openxmlformats.org/officeDocument/2006/relationships/image" Target="/ppt/media/image205.png" Id="R2ca0f44358e24b86"/><Relationship Type="http://schemas.openxmlformats.org/officeDocument/2006/relationships/image" Target="/ppt/media/image206.png" Id="R6ecaa29d9d7a446d"/><Relationship Type="http://schemas.openxmlformats.org/officeDocument/2006/relationships/notesSlide" Target="/ppt/notesSlides/notesSlide72.xml" Id="Raf335a99d3124d12"/><Relationship Id="rIdMathSvg0" Type="http://schemas.openxmlformats.org/officeDocument/2006/relationships/image" Target="../media/t4_b1e70b7d10ba30720aab5673.svg"/><Relationship Id="rIdMathSvg1" Type="http://schemas.openxmlformats.org/officeDocument/2006/relationships/image" Target="../media/t4_c0a483cffce4ae160d888c06.svg"/><Relationship Id="rIdMathSvg2" Type="http://schemas.openxmlformats.org/officeDocument/2006/relationships/image" Target="../media/t4_76dfc536cbf565a8ecd43c52.svg"/><Relationship Id="rIdMathSvg3" Type="http://schemas.openxmlformats.org/officeDocument/2006/relationships/image" Target="../media/t4_1416f445e16c407d99bc4e74.svg"/><Relationship Id="rIdMathSvg4" Type="http://schemas.openxmlformats.org/officeDocument/2006/relationships/image" Target="../media/t4_4550a5902e4c01cc9497fd7c.svg"/><Relationship Id="rIdNav0" Type="http://schemas.openxmlformats.org/officeDocument/2006/relationships/slide" Target="slide21.xml"/><Relationship Id="rIdNav1" Type="http://schemas.openxmlformats.org/officeDocument/2006/relationships/slide" Target="slide33.xml"/></Relationships>
</file>

<file path=ppt/slides/_rels/slide73.xml.rels><?xml version='1.0' encoding='UTF-8' standalone='yes'?>
<Relationships xmlns="http://schemas.openxmlformats.org/package/2006/relationships"><Relationship Type="http://schemas.openxmlformats.org/officeDocument/2006/relationships/slideLayout" Target="../slideLayouts/t3_reference_methods_slideLayout1.xml" Id="R8f2b571391d34bfc"/><Relationship Type="http://schemas.openxmlformats.org/officeDocument/2006/relationships/image" Target="/ppt/media/image207.png" Id="R522195baf14144a0"/><Relationship Type="http://schemas.openxmlformats.org/officeDocument/2006/relationships/image" Target="/ppt/media/image208.png" Id="R619a738de98648ca"/><Relationship Type="http://schemas.openxmlformats.org/officeDocument/2006/relationships/image" Target="/ppt/media/image209.png" Id="Rad20a8e4c9a54554"/><Relationship Type="http://schemas.openxmlformats.org/officeDocument/2006/relationships/image" Target="/ppt/media/image210.png" Id="Rc553a5fa8f744990"/><Relationship Type="http://schemas.openxmlformats.org/officeDocument/2006/relationships/notesSlide" Target="/ppt/notesSlides/notesSlide73.xml" Id="Re7f4136a402f4f28"/><Relationship Id="rIdMathSvg0" Type="http://schemas.openxmlformats.org/officeDocument/2006/relationships/image" Target="../media/t4_6314cf6e8860b942a22db508.svg"/><Relationship Id="rIdMathSvg1" Type="http://schemas.openxmlformats.org/officeDocument/2006/relationships/image" Target="../media/t4_b06926a9c1ca61d5d3c9e6c5.svg"/><Relationship Id="rIdMathSvg2" Type="http://schemas.openxmlformats.org/officeDocument/2006/relationships/image" Target="../media/t4_365a620e0ec6bbb4363bc720.svg"/><Relationship Id="rIdNav0" Type="http://schemas.openxmlformats.org/officeDocument/2006/relationships/slide" Target="slide21.xml"/><Relationship Id="rIdNav1" Type="http://schemas.openxmlformats.org/officeDocument/2006/relationships/slide" Target="slide33.xml"/></Relationships>
</file>

<file path=ppt/slides/_rels/slide74.xml.rels><?xml version='1.0' encoding='UTF-8' standalone='yes'?>
<Relationships xmlns="http://schemas.openxmlformats.org/package/2006/relationships"><Relationship Type="http://schemas.openxmlformats.org/officeDocument/2006/relationships/slideLayout" Target="../slideLayouts/t3_reference_methods_slideLayout1.xml" Id="Rfc883977b2db4041"/><Relationship Type="http://schemas.openxmlformats.org/officeDocument/2006/relationships/image" Target="/ppt/media/image211.png" Id="Re6a45f5f1f144236"/><Relationship Type="http://schemas.openxmlformats.org/officeDocument/2006/relationships/image" Target="/ppt/media/image212.png" Id="Re2ffc26c359540e0"/><Relationship Type="http://schemas.openxmlformats.org/officeDocument/2006/relationships/image" Target="/ppt/media/image213.png" Id="R5b842aa45082412c"/><Relationship Type="http://schemas.openxmlformats.org/officeDocument/2006/relationships/image" Target="/ppt/media/image214.png" Id="R19281fa4302d4710"/><Relationship Type="http://schemas.openxmlformats.org/officeDocument/2006/relationships/notesSlide" Target="/ppt/notesSlides/notesSlide74.xml" Id="R8180bcbe15c04508"/><Relationship Id="rIdMathSvg0" Type="http://schemas.openxmlformats.org/officeDocument/2006/relationships/image" Target="../media/t4_ba68024e73fd2ba92b6baeaa.svg"/><Relationship Id="rIdMathSvg1" Type="http://schemas.openxmlformats.org/officeDocument/2006/relationships/image" Target="../media/t4_888636e23b45e4563de8a6b2.svg"/><Relationship Id="rIdMathSvg2" Type="http://schemas.openxmlformats.org/officeDocument/2006/relationships/image" Target="../media/t4_d00a66fb1e081b6818069c30.svg"/><Relationship Id="rIdMathSvg3" Type="http://schemas.openxmlformats.org/officeDocument/2006/relationships/image" Target="../media/t4_4845b34688b13de5f13e0b93.svg"/><Relationship Id="rIdNav0" Type="http://schemas.openxmlformats.org/officeDocument/2006/relationships/slide" Target="slide21.xml"/><Relationship Id="rIdNav1" Type="http://schemas.openxmlformats.org/officeDocument/2006/relationships/slide" Target="slide33.xml"/></Relationships>
</file>

<file path=ppt/slides/pam_adjacent_r3_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Write sampling in frequency</a:t>
            </a:r>
          </a:p>
        </p:txBody>
      </p:sp>
      <p:sp>
        <p:nvSpPr>
          <p:cNvPr id="3" name="route-a-shaft">
            <a:extLst xmlns:a="http://schemas.openxmlformats.org/drawingml/2006/main">
              <a:ext uri="{FF2B5EF4-FFF2-40B4-BE49-F238E27FC236}">
                <a16:creationId xmlns:a16="http://schemas.microsoft.com/office/drawing/2014/main" id="{55907D3B-2B34-4DA6-B8F3-A7D490CC3C1D}"/>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25B43A81-B236-44B8-8E79-4E11AD6D8466}"/>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219B2F1A-B723-4A41-B88E-F74528413956}"/>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AE2F9107-F7C4-4E22-9532-2828C6090162}"/>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D9AA3262-C2A5-4D10-8EB0-26D8D553B9C8}"/>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sp>
        <p:nvSpPr>
          <p:cNvPr id="8" name="continue-mainline">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700F83EA-03CF-49FE-B706-F859A1C2377F}"/>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pic>
        <p:nvPicPr>
          <p:cNvPr id="9" name="sampling-clock-view" descr="One actual shift, scaling, sum or measurement on a known signal; once, click-start and hold.">
            <a:extLst xmlns:a="http://schemas.openxmlformats.org/drawingml/2006/main">
              <a:ext uri="{FF2B5EF4-FFF2-40B4-BE49-F238E27FC236}">
                <a16:creationId xmlns:a16="http://schemas.microsoft.com/office/drawing/2014/main" id="{4C585603-B7FB-4B17-8C37-AFAC1047E41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2" name="sampling-clock-view--t4-click-frame-00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3" name="sampling-clock-view--t4-click-frame-00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4" name="sampling-clock-view--t4-click-frame-00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5" name="sampling-clock-view--t4-click-frame-00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6" name="sampling-clock-view--t4-click-frame-00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7" name="sampling-clock-view--t4-click-frame-00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8" name="sampling-clock-view--t4-click-frame-00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29" name="sampling-clock-view--t4-click-frame-00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0" name="sampling-clock-view--t4-click-frame-00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1" name="sampling-clock-view--t4-click-frame-01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2" name="sampling-clock-view--t4-click-frame-01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3" name="sampling-clock-view--t4-click-frame-01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4" name="sampling-clock-view--t4-click-frame-01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5" name="sampling-clock-view--t4-click-frame-01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6" name="sampling-clock-view--t4-click-frame-01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7" name="sampling-clock-view--t4-click-frame-01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8" name="sampling-clock-view--t4-click-frame-01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39" name="sampling-clock-view--t4-click-frame-01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0" name="sampling-clock-view--t4-click-frame-01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1" name="sampling-clock-view--t4-click-frame-02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2" name="sampling-clock-view--t4-click-frame-02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3" name="sampling-clock-view--t4-click-frame-02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4" name="sampling-clock-view--t4-click-frame-02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5" name="sampling-clock-view--t4-click-frame-02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6" name="sampling-clock-view--t4-click-frame-02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pic>
        <p:nvPicPr>
          <p:cNvPr id="47" name="sampling-clock-view--t4-click-frame-02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323242" y="3762375"/>
            <a:ext cx="9355015" cy="2171700"/>
          </a:xfrm>
          <a:prstGeom xmlns:a="http://schemas.openxmlformats.org/drawingml/2006/main" prst="rect">
            <a:avLst/>
          </a:prstGeom>
        </p:spPr>
      </p:pic>
      <p:sp>
        <p:nvSpPr>
          <p:cNvPr id="10" name="frequency-convolution-line">
            <a:extLst xmlns:a="http://schemas.openxmlformats.org/drawingml/2006/main">
              <a:ext uri="{FF2B5EF4-FFF2-40B4-BE49-F238E27FC236}">
                <a16:creationId xmlns:a16="http://schemas.microsoft.com/office/drawing/2014/main" id="{69392B34-D115-4AB7-8A1C-E795B3DD42A4}"/>
              </a:ext>
            </a:extLst>
          </p:cNvPr>
          <p:cNvSpPr>
            <a:spLocks xmlns:a="http://schemas.openxmlformats.org/drawingml/2006/main" noGrp="1"/>
          </p:cNvSpPr>
          <p:nvPr/>
        </p:nvSpPr>
        <p:spPr>
          <a:xfrm xmlns:a="http://schemas.openxmlformats.org/drawingml/2006/main">
            <a:off x="609600" y="67056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23624BF-194E-4B72-BEF8-76EEE7362E68}"/>
              </a:ext>
            </a:extLst>
          </p:cNvPr>
          <p:cNvPicPr>
            <a:picLocks xmlns:a="http://schemas.openxmlformats.org/drawingml/2006/main" noChangeAspect="1"/>
          </p:cNvPicPr>
          <p:nvPr/>
        </p:nvPicPr>
        <p:blipFill>
          <a:blip xmlns:r="http://schemas.openxmlformats.org/officeDocument/2006/relationships" xmlns:a="http://schemas.openxmlformats.org/drawingml/2006/main" r:embed="Rf53f29171c06498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751B82B-B602-470D-A42F-19E56B01064F}"/>
              </a:ext>
            </a:extLst>
          </p:cNvPr>
          <p:cNvPicPr>
            <a:picLocks xmlns:a="http://schemas.openxmlformats.org/drawingml/2006/main" noChangeAspect="1"/>
          </p:cNvPicPr>
          <p:nvPr/>
        </p:nvPicPr>
        <p:blipFill>
          <a:blip xmlns:r="http://schemas.openxmlformats.org/officeDocument/2006/relationships" xmlns:a="http://schemas.openxmlformats.org/drawingml/2006/main" r:embed="R0b4b099f68734ba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3"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7A7B7FE-6D2D-4290-BF7E-3509E3BF7ADB}"/>
              </a:ext>
            </a:extLst>
          </p:cNvPr>
          <p:cNvPicPr>
            <a:picLocks xmlns:a="http://schemas.openxmlformats.org/drawingml/2006/main" noChangeAspect="1"/>
          </p:cNvPicPr>
          <p:nvPr/>
        </p:nvPicPr>
        <p:blipFill>
          <a:blip xmlns:r="http://schemas.openxmlformats.org/officeDocument/2006/relationships" xmlns:a="http://schemas.openxmlformats.org/drawingml/2006/main" r:embed="Rec3d914f60bd413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4" name="representation-pair" descr="\longleftrightarrow">
            <a:extLst xmlns:a="http://schemas.openxmlformats.org/drawingml/2006/main">
              <a:ext uri="{FF2B5EF4-FFF2-40B4-BE49-F238E27FC236}">
                <a16:creationId xmlns:a16="http://schemas.microsoft.com/office/drawing/2014/main" id="{15BEF7FF-18E4-4434-9D0A-07000214B211}"/>
              </a:ext>
            </a:extLst>
          </p:cNvPr>
          <p:cNvPicPr>
            <a:picLocks xmlns:a="http://schemas.openxmlformats.org/drawingml/2006/main" noChangeAspect="1"/>
          </p:cNvPicPr>
          <p:nvPr/>
        </p:nvPicPr>
        <p:blipFill>
          <a:blip xmlns:r="http://schemas.openxmlformats.org/officeDocument/2006/relationships" xmlns:a="http://schemas.openxmlformats.org/drawingml/2006/main" r:embed="Rb0a4598960924a1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5"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7BCC2910-396D-4460-809D-EDC14E99152B}"/>
              </a:ext>
            </a:extLst>
          </p:cNvPr>
          <p:cNvPicPr>
            <a:picLocks xmlns:a="http://schemas.openxmlformats.org/drawingml/2006/main" noChangeAspect="1"/>
          </p:cNvPicPr>
          <p:nvPr/>
        </p:nvPicPr>
        <p:blipFill>
          <a:blip xmlns:r="http://schemas.openxmlformats.org/officeDocument/2006/relationships" xmlns:a="http://schemas.openxmlformats.org/drawingml/2006/main" r:embed="R7e04624feced423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6" name="signal-context" descr="\color[HTML]{666666}S(f)=M_\delta(f)H(f)">
            <a:extLst xmlns:a="http://schemas.openxmlformats.org/drawingml/2006/main">
              <a:ext uri="{FF2B5EF4-FFF2-40B4-BE49-F238E27FC236}">
                <a16:creationId xmlns:a16="http://schemas.microsoft.com/office/drawing/2014/main" id="{F11DDDB0-AAAB-413A-9871-04A7413D6A12}"/>
              </a:ext>
            </a:extLst>
          </p:cNvPr>
          <p:cNvPicPr>
            <a:picLocks xmlns:a="http://schemas.openxmlformats.org/drawingml/2006/main" noChangeAspect="1"/>
          </p:cNvPicPr>
          <p:nvPr/>
        </p:nvPicPr>
        <p:blipFill>
          <a:blip xmlns:r="http://schemas.openxmlformats.org/officeDocument/2006/relationships" xmlns:a="http://schemas.openxmlformats.org/drawingml/2006/main" r:embed="Rb7ed1873d6b1427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24926"/>
            <a:ext cx="2403158" cy="274499"/>
          </a:xfrm>
          <a:prstGeom xmlns:a="http://schemas.openxmlformats.org/drawingml/2006/main" prst="rect">
            <a:avLst/>
          </a:prstGeom>
        </p:spPr>
      </p:pic>
      <p:pic>
        <p:nvPicPr>
          <p:cNvPr id="17" name="back-to-process" descr="\leftarrow S(f)">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4BEC82DD-8CB0-4627-ACAF-2A296F9C76AE}"/>
              </a:ext>
            </a:extLst>
          </p:cNvPr>
          <p:cNvPicPr>
            <a:picLocks xmlns:a="http://schemas.openxmlformats.org/drawingml/2006/main" noChangeAspect="1"/>
          </p:cNvPicPr>
          <p:nvPr/>
        </p:nvPicPr>
        <p:blipFill>
          <a:blip xmlns:r="http://schemas.openxmlformats.org/officeDocument/2006/relationships" xmlns:a="http://schemas.openxmlformats.org/drawingml/2006/main" r:embed="R8ff9797d8b4f4be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18" name="sample-product" descr="m_\delta(t)=m(t)\sum_n\delta(t-nT_s),\qquad f_s=1/T_s">
            <a:extLst xmlns:a="http://schemas.openxmlformats.org/drawingml/2006/main">
              <a:ext uri="{FF2B5EF4-FFF2-40B4-BE49-F238E27FC236}">
                <a16:creationId xmlns:a16="http://schemas.microsoft.com/office/drawing/2014/main" id="{15FFD103-EA30-4EB7-A5E4-90E1B5A9B92B}"/>
              </a:ext>
            </a:extLst>
          </p:cNvPr>
          <p:cNvPicPr>
            <a:picLocks xmlns:a="http://schemas.openxmlformats.org/drawingml/2006/main" noChangeAspect="1"/>
          </p:cNvPicPr>
          <p:nvPr/>
        </p:nvPicPr>
        <p:blipFill>
          <a:blip xmlns:r="http://schemas.openxmlformats.org/officeDocument/2006/relationships" xmlns:a="http://schemas.openxmlformats.org/drawingml/2006/main" r:embed="R045683964f9c43a7">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588895"/>
            <a:ext cx="5654040" cy="280035"/>
          </a:xfrm>
          <a:prstGeom xmlns:a="http://schemas.openxmlformats.org/drawingml/2006/main" prst="rect">
            <a:avLst/>
          </a:prstGeom>
        </p:spPr>
      </p:pic>
      <p:pic>
        <p:nvPicPr>
          <p:cNvPr id="19" name="clock-transform" descr="\sum_n\delta(t-nT_s)\ \overset{\mathcal F}{\longleftrightarrow}\ \frac1{T_s}\sum_k\delta(f-kf_s)">
            <a:extLst xmlns:a="http://schemas.openxmlformats.org/drawingml/2006/main">
              <a:ext uri="{FF2B5EF4-FFF2-40B4-BE49-F238E27FC236}">
                <a16:creationId xmlns:a16="http://schemas.microsoft.com/office/drawing/2014/main" id="{DABC6D16-AA94-46BD-992E-FB57A4C5AE4F}"/>
              </a:ext>
            </a:extLst>
          </p:cNvPr>
          <p:cNvPicPr>
            <a:picLocks xmlns:a="http://schemas.openxmlformats.org/drawingml/2006/main" noChangeAspect="1"/>
          </p:cNvPicPr>
          <p:nvPr/>
        </p:nvPicPr>
        <p:blipFill>
          <a:blip xmlns:r="http://schemas.openxmlformats.org/officeDocument/2006/relationships" xmlns:a="http://schemas.openxmlformats.org/drawingml/2006/main" r:embed="R542ba5c9c5564a53">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3140452"/>
            <a:ext cx="5054917" cy="424696"/>
          </a:xfrm>
          <a:prstGeom xmlns:a="http://schemas.openxmlformats.org/drawingml/2006/main" prst="rect">
            <a:avLst/>
          </a:prstGeom>
        </p:spPr>
      </p:pic>
      <p:pic>
        <p:nvPicPr>
          <p:cNvPr id="20" name="frequency-convolution" descr="M_\delta(f)=M(f)*\left[\frac1{T_s}\sum_k\delta(f-kf_s)\right]">
            <a:extLst xmlns:a="http://schemas.openxmlformats.org/drawingml/2006/main">
              <a:ext uri="{FF2B5EF4-FFF2-40B4-BE49-F238E27FC236}">
                <a16:creationId xmlns:a16="http://schemas.microsoft.com/office/drawing/2014/main" id="{1E8842FF-4325-4208-B86E-CEF968092514}"/>
              </a:ext>
            </a:extLst>
          </p:cNvPr>
          <p:cNvPicPr>
            <a:picLocks xmlns:a="http://schemas.openxmlformats.org/drawingml/2006/main" noChangeAspect="1"/>
          </p:cNvPicPr>
          <p:nvPr/>
        </p:nvPicPr>
        <p:blipFill>
          <a:blip xmlns:r="http://schemas.openxmlformats.org/officeDocument/2006/relationships" xmlns:a="http://schemas.openxmlformats.org/drawingml/2006/main" r:embed="R05d4ba76da504eba">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6153150"/>
            <a:ext cx="4923692" cy="523875"/>
          </a:xfrm>
          <a:prstGeom xmlns:a="http://schemas.openxmlformats.org/drawingml/2006/main" prst="rect">
            <a:avLst/>
          </a:prstGeom>
        </p:spPr>
      </p:pic>
    </p:spTree>
    <p:extLst>
      <p:ext uri="{BB962C8B-B14F-4D97-AF65-F5344CB8AC3E}">
        <p14:creationId xmlns:p14="http://schemas.microsoft.com/office/powerpoint/2010/main" val="13147788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16" fill="hold" restart="never" repeatCount="1000">
                      <p:stCondLst>
                        <p:cond delay="indefinite"/>
                      </p:stCondLst>
                      <p:childTnLst>
                        <p:par>
                          <p:cTn id="17" fill="hold" dur="3550">
                            <p:stCondLst>
                              <p:cond delay="0"/>
                            </p:stCondLst>
                            <p:childTnLst>
                              <p:par>
                                <p:cTn id="18" presetID="1" presetClass="entr" presetSubtype="0" fill="hold" nodeType="clickEffect" restart="never">
                                  <p:stCondLst>
                                    <p:cond delay="350"/>
                                  </p:stCondLst>
                                  <p:childTnLst>
                                    <p:set>
                                      <p:cBhvr>
                                        <p:cTn id="19" dur="1" fill="hold">
                                          <p:stCondLst>
                                            <p:cond delay="0"/>
                                          </p:stCondLst>
                                        </p:cTn>
                                        <p:tgtEl>
                                          <p:spTgt spid="22"/>
                                        </p:tgtEl>
                                        <p:attrNameLst>
                                          <p:attrName>style.visibility</p:attrName>
                                        </p:attrNameLst>
                                      </p:cBhvr>
                                      <p:to>
                                        <p:strVal val="visible"/>
                                      </p:to>
                                    </p:set>
                                  </p:childTnLst>
                                </p:cTn>
                              </p:par>
                              <p:par>
                                <p:cTn id="20" presetID="1" presetClass="entr" presetSubtype="0" fill="hold" nodeType="withEffect" restart="never">
                                  <p:stCondLst>
                                    <p:cond delay="450"/>
                                  </p:stCondLst>
                                  <p:childTnLst>
                                    <p:set>
                                      <p:cBhvr>
                                        <p:cTn id="21" dur="1" fill="hold">
                                          <p:stCondLst>
                                            <p:cond delay="0"/>
                                          </p:stCondLst>
                                        </p:cTn>
                                        <p:tgtEl>
                                          <p:spTgt spid="23"/>
                                        </p:tgtEl>
                                        <p:attrNameLst>
                                          <p:attrName>style.visibility</p:attrName>
                                        </p:attrNameLst>
                                      </p:cBhvr>
                                      <p:to>
                                        <p:strVal val="visible"/>
                                      </p:to>
                                    </p:set>
                                  </p:childTnLst>
                                </p:cTn>
                              </p:par>
                              <p:par>
                                <p:cTn id="22" presetID="1" presetClass="entr" presetSubtype="0" fill="hold" nodeType="withEffect" restart="never">
                                  <p:stCondLst>
                                    <p:cond delay="550"/>
                                  </p:stCondLst>
                                  <p:childTnLst>
                                    <p:set>
                                      <p:cBhvr>
                                        <p:cTn id="23" dur="1" fill="hold">
                                          <p:stCondLst>
                                            <p:cond delay="0"/>
                                          </p:stCondLst>
                                        </p:cTn>
                                        <p:tgtEl>
                                          <p:spTgt spid="24"/>
                                        </p:tgtEl>
                                        <p:attrNameLst>
                                          <p:attrName>style.visibility</p:attrName>
                                        </p:attrNameLst>
                                      </p:cBhvr>
                                      <p:to>
                                        <p:strVal val="visible"/>
                                      </p:to>
                                    </p:set>
                                  </p:childTnLst>
                                </p:cTn>
                              </p:par>
                              <p:par>
                                <p:cTn id="24" presetID="1" presetClass="entr" presetSubtype="0" fill="hold" nodeType="withEffect" restart="never">
                                  <p:stCondLst>
                                    <p:cond delay="650"/>
                                  </p:stCondLst>
                                  <p:childTnLst>
                                    <p:set>
                                      <p:cBhvr>
                                        <p:cTn id="25" dur="1" fill="hold">
                                          <p:stCondLst>
                                            <p:cond delay="0"/>
                                          </p:stCondLst>
                                        </p:cTn>
                                        <p:tgtEl>
                                          <p:spTgt spid="25"/>
                                        </p:tgtEl>
                                        <p:attrNameLst>
                                          <p:attrName>style.visibility</p:attrName>
                                        </p:attrNameLst>
                                      </p:cBhvr>
                                      <p:to>
                                        <p:strVal val="visible"/>
                                      </p:to>
                                    </p:set>
                                  </p:childTnLst>
                                </p:cTn>
                              </p:par>
                              <p:par>
                                <p:cTn id="26" presetID="1" presetClass="entr" presetSubtype="0" fill="hold" nodeType="withEffect" restart="never">
                                  <p:stCondLst>
                                    <p:cond delay="75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nodeType="withEffect" restart="never">
                                  <p:stCondLst>
                                    <p:cond delay="850"/>
                                  </p:stCondLst>
                                  <p:childTnLst>
                                    <p:set>
                                      <p:cBhvr>
                                        <p:cTn id="29" dur="1" fill="hold">
                                          <p:stCondLst>
                                            <p:cond delay="0"/>
                                          </p:stCondLst>
                                        </p:cTn>
                                        <p:tgtEl>
                                          <p:spTgt spid="27"/>
                                        </p:tgtEl>
                                        <p:attrNameLst>
                                          <p:attrName>style.visibility</p:attrName>
                                        </p:attrNameLst>
                                      </p:cBhvr>
                                      <p:to>
                                        <p:strVal val="visible"/>
                                      </p:to>
                                    </p:set>
                                  </p:childTnLst>
                                </p:cTn>
                              </p:par>
                              <p:par>
                                <p:cTn id="30" presetID="1" presetClass="entr" presetSubtype="0" fill="hold" nodeType="withEffect" restart="never">
                                  <p:stCondLst>
                                    <p:cond delay="950"/>
                                  </p:stCondLst>
                                  <p:childTnLst>
                                    <p:set>
                                      <p:cBhvr>
                                        <p:cTn id="31" dur="1" fill="hold">
                                          <p:stCondLst>
                                            <p:cond delay="0"/>
                                          </p:stCondLst>
                                        </p:cTn>
                                        <p:tgtEl>
                                          <p:spTgt spid="28"/>
                                        </p:tgtEl>
                                        <p:attrNameLst>
                                          <p:attrName>style.visibility</p:attrName>
                                        </p:attrNameLst>
                                      </p:cBhvr>
                                      <p:to>
                                        <p:strVal val="visible"/>
                                      </p:to>
                                    </p:set>
                                  </p:childTnLst>
                                </p:cTn>
                              </p:par>
                              <p:par>
                                <p:cTn id="32" presetID="1" presetClass="entr" presetSubtype="0" fill="hold" nodeType="withEffect" restart="never">
                                  <p:stCondLst>
                                    <p:cond delay="1050"/>
                                  </p:stCondLst>
                                  <p:childTnLst>
                                    <p:set>
                                      <p:cBhvr>
                                        <p:cTn id="33" dur="1" fill="hold">
                                          <p:stCondLst>
                                            <p:cond delay="0"/>
                                          </p:stCondLst>
                                        </p:cTn>
                                        <p:tgtEl>
                                          <p:spTgt spid="29"/>
                                        </p:tgtEl>
                                        <p:attrNameLst>
                                          <p:attrName>style.visibility</p:attrName>
                                        </p:attrNameLst>
                                      </p:cBhvr>
                                      <p:to>
                                        <p:strVal val="visible"/>
                                      </p:to>
                                    </p:set>
                                  </p:childTnLst>
                                </p:cTn>
                              </p:par>
                              <p:par>
                                <p:cTn id="34" presetID="1" presetClass="entr" presetSubtype="0" fill="hold" nodeType="withEffect" restart="never">
                                  <p:stCondLst>
                                    <p:cond delay="115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nodeType="withEffect" restart="never">
                                  <p:stCondLst>
                                    <p:cond delay="1250"/>
                                  </p:stCondLst>
                                  <p:childTnLst>
                                    <p:set>
                                      <p:cBhvr>
                                        <p:cTn id="37" dur="1" fill="hold">
                                          <p:stCondLst>
                                            <p:cond delay="0"/>
                                          </p:stCondLst>
                                        </p:cTn>
                                        <p:tgtEl>
                                          <p:spTgt spid="31"/>
                                        </p:tgtEl>
                                        <p:attrNameLst>
                                          <p:attrName>style.visibility</p:attrName>
                                        </p:attrNameLst>
                                      </p:cBhvr>
                                      <p:to>
                                        <p:strVal val="visible"/>
                                      </p:to>
                                    </p:set>
                                  </p:childTnLst>
                                </p:cTn>
                              </p:par>
                              <p:par>
                                <p:cTn id="38" presetID="1" presetClass="entr" presetSubtype="0" fill="hold" nodeType="withEffect" restart="never">
                                  <p:stCondLst>
                                    <p:cond delay="1350"/>
                                  </p:stCondLst>
                                  <p:childTnLst>
                                    <p:set>
                                      <p:cBhvr>
                                        <p:cTn id="39" dur="1" fill="hold">
                                          <p:stCondLst>
                                            <p:cond delay="0"/>
                                          </p:stCondLst>
                                        </p:cTn>
                                        <p:tgtEl>
                                          <p:spTgt spid="32"/>
                                        </p:tgtEl>
                                        <p:attrNameLst>
                                          <p:attrName>style.visibility</p:attrName>
                                        </p:attrNameLst>
                                      </p:cBhvr>
                                      <p:to>
                                        <p:strVal val="visible"/>
                                      </p:to>
                                    </p:set>
                                  </p:childTnLst>
                                </p:cTn>
                              </p:par>
                              <p:par>
                                <p:cTn id="40" presetID="1" presetClass="entr" presetSubtype="0" fill="hold" nodeType="withEffect" restart="never">
                                  <p:stCondLst>
                                    <p:cond delay="1450"/>
                                  </p:stCondLst>
                                  <p:childTnLst>
                                    <p:set>
                                      <p:cBhvr>
                                        <p:cTn id="41" dur="1" fill="hold">
                                          <p:stCondLst>
                                            <p:cond delay="0"/>
                                          </p:stCondLst>
                                        </p:cTn>
                                        <p:tgtEl>
                                          <p:spTgt spid="33"/>
                                        </p:tgtEl>
                                        <p:attrNameLst>
                                          <p:attrName>style.visibility</p:attrName>
                                        </p:attrNameLst>
                                      </p:cBhvr>
                                      <p:to>
                                        <p:strVal val="visible"/>
                                      </p:to>
                                    </p:set>
                                  </p:childTnLst>
                                </p:cTn>
                              </p:par>
                              <p:par>
                                <p:cTn id="42" presetID="1" presetClass="entr" presetSubtype="0" fill="hold" nodeType="withEffect" restart="never">
                                  <p:stCondLst>
                                    <p:cond delay="155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ntr" presetSubtype="0" fill="hold" nodeType="withEffect" restart="never">
                                  <p:stCondLst>
                                    <p:cond delay="1650"/>
                                  </p:stCondLst>
                                  <p:childTnLst>
                                    <p:set>
                                      <p:cBhvr>
                                        <p:cTn id="45" dur="1" fill="hold">
                                          <p:stCondLst>
                                            <p:cond delay="0"/>
                                          </p:stCondLst>
                                        </p:cTn>
                                        <p:tgtEl>
                                          <p:spTgt spid="35"/>
                                        </p:tgtEl>
                                        <p:attrNameLst>
                                          <p:attrName>style.visibility</p:attrName>
                                        </p:attrNameLst>
                                      </p:cBhvr>
                                      <p:to>
                                        <p:strVal val="visible"/>
                                      </p:to>
                                    </p:set>
                                  </p:childTnLst>
                                </p:cTn>
                              </p:par>
                              <p:par>
                                <p:cTn id="46" presetID="1" presetClass="entr" presetSubtype="0" fill="hold" nodeType="withEffect" restart="never">
                                  <p:stCondLst>
                                    <p:cond delay="175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ntr" presetSubtype="0" fill="hold" nodeType="withEffect" restart="never">
                                  <p:stCondLst>
                                    <p:cond delay="1850"/>
                                  </p:stCondLst>
                                  <p:childTnLst>
                                    <p:set>
                                      <p:cBhvr>
                                        <p:cTn id="49" dur="1" fill="hold">
                                          <p:stCondLst>
                                            <p:cond delay="0"/>
                                          </p:stCondLst>
                                        </p:cTn>
                                        <p:tgtEl>
                                          <p:spTgt spid="37"/>
                                        </p:tgtEl>
                                        <p:attrNameLst>
                                          <p:attrName>style.visibility</p:attrName>
                                        </p:attrNameLst>
                                      </p:cBhvr>
                                      <p:to>
                                        <p:strVal val="visible"/>
                                      </p:to>
                                    </p:set>
                                  </p:childTnLst>
                                </p:cTn>
                              </p:par>
                              <p:par>
                                <p:cTn id="50" presetID="1" presetClass="entr" presetSubtype="0" fill="hold" nodeType="withEffect" restart="never">
                                  <p:stCondLst>
                                    <p:cond delay="1950"/>
                                  </p:stCondLst>
                                  <p:childTnLst>
                                    <p:set>
                                      <p:cBhvr>
                                        <p:cTn id="51" dur="1" fill="hold">
                                          <p:stCondLst>
                                            <p:cond delay="0"/>
                                          </p:stCondLst>
                                        </p:cTn>
                                        <p:tgtEl>
                                          <p:spTgt spid="38"/>
                                        </p:tgtEl>
                                        <p:attrNameLst>
                                          <p:attrName>style.visibility</p:attrName>
                                        </p:attrNameLst>
                                      </p:cBhvr>
                                      <p:to>
                                        <p:strVal val="visible"/>
                                      </p:to>
                                    </p:set>
                                  </p:childTnLst>
                                </p:cTn>
                              </p:par>
                              <p:par>
                                <p:cTn id="52" presetID="1" presetClass="entr" presetSubtype="0" fill="hold" nodeType="withEffect" restart="never">
                                  <p:stCondLst>
                                    <p:cond delay="2050"/>
                                  </p:stCondLst>
                                  <p:childTnLst>
                                    <p:set>
                                      <p:cBhvr>
                                        <p:cTn id="53" dur="1" fill="hold">
                                          <p:stCondLst>
                                            <p:cond delay="0"/>
                                          </p:stCondLst>
                                        </p:cTn>
                                        <p:tgtEl>
                                          <p:spTgt spid="39"/>
                                        </p:tgtEl>
                                        <p:attrNameLst>
                                          <p:attrName>style.visibility</p:attrName>
                                        </p:attrNameLst>
                                      </p:cBhvr>
                                      <p:to>
                                        <p:strVal val="visible"/>
                                      </p:to>
                                    </p:set>
                                  </p:childTnLst>
                                </p:cTn>
                              </p:par>
                              <p:par>
                                <p:cTn id="54" presetID="1" presetClass="entr" presetSubtype="0" fill="hold" nodeType="withEffect" restart="never">
                                  <p:stCondLst>
                                    <p:cond delay="2150"/>
                                  </p:stCondLst>
                                  <p:childTnLst>
                                    <p:set>
                                      <p:cBhvr>
                                        <p:cTn id="55" dur="1" fill="hold">
                                          <p:stCondLst>
                                            <p:cond delay="0"/>
                                          </p:stCondLst>
                                        </p:cTn>
                                        <p:tgtEl>
                                          <p:spTgt spid="40"/>
                                        </p:tgtEl>
                                        <p:attrNameLst>
                                          <p:attrName>style.visibility</p:attrName>
                                        </p:attrNameLst>
                                      </p:cBhvr>
                                      <p:to>
                                        <p:strVal val="visible"/>
                                      </p:to>
                                    </p:set>
                                  </p:childTnLst>
                                </p:cTn>
                              </p:par>
                              <p:par>
                                <p:cTn id="56" presetID="1" presetClass="entr" presetSubtype="0" fill="hold" nodeType="withEffect" restart="never">
                                  <p:stCondLst>
                                    <p:cond delay="2250"/>
                                  </p:stCondLst>
                                  <p:childTnLst>
                                    <p:set>
                                      <p:cBhvr>
                                        <p:cTn id="57" dur="1" fill="hold">
                                          <p:stCondLst>
                                            <p:cond delay="0"/>
                                          </p:stCondLst>
                                        </p:cTn>
                                        <p:tgtEl>
                                          <p:spTgt spid="41"/>
                                        </p:tgtEl>
                                        <p:attrNameLst>
                                          <p:attrName>style.visibility</p:attrName>
                                        </p:attrNameLst>
                                      </p:cBhvr>
                                      <p:to>
                                        <p:strVal val="visible"/>
                                      </p:to>
                                    </p:set>
                                  </p:childTnLst>
                                </p:cTn>
                              </p:par>
                              <p:par>
                                <p:cTn id="58" presetID="1" presetClass="entr" presetSubtype="0" fill="hold" nodeType="withEffect" restart="never">
                                  <p:stCondLst>
                                    <p:cond delay="2350"/>
                                  </p:stCondLst>
                                  <p:childTnLst>
                                    <p:set>
                                      <p:cBhvr>
                                        <p:cTn id="59" dur="1" fill="hold">
                                          <p:stCondLst>
                                            <p:cond delay="0"/>
                                          </p:stCondLst>
                                        </p:cTn>
                                        <p:tgtEl>
                                          <p:spTgt spid="42"/>
                                        </p:tgtEl>
                                        <p:attrNameLst>
                                          <p:attrName>style.visibility</p:attrName>
                                        </p:attrNameLst>
                                      </p:cBhvr>
                                      <p:to>
                                        <p:strVal val="visible"/>
                                      </p:to>
                                    </p:set>
                                  </p:childTnLst>
                                </p:cTn>
                              </p:par>
                              <p:par>
                                <p:cTn id="60" presetID="1" presetClass="entr" presetSubtype="0" fill="hold" nodeType="withEffect" restart="never">
                                  <p:stCondLst>
                                    <p:cond delay="2450"/>
                                  </p:stCondLst>
                                  <p:childTnLst>
                                    <p:set>
                                      <p:cBhvr>
                                        <p:cTn id="61" dur="1" fill="hold">
                                          <p:stCondLst>
                                            <p:cond delay="0"/>
                                          </p:stCondLst>
                                        </p:cTn>
                                        <p:tgtEl>
                                          <p:spTgt spid="43"/>
                                        </p:tgtEl>
                                        <p:attrNameLst>
                                          <p:attrName>style.visibility</p:attrName>
                                        </p:attrNameLst>
                                      </p:cBhvr>
                                      <p:to>
                                        <p:strVal val="visible"/>
                                      </p:to>
                                    </p:set>
                                  </p:childTnLst>
                                </p:cTn>
                              </p:par>
                              <p:par>
                                <p:cTn id="62" presetID="1" presetClass="entr" presetSubtype="0" fill="hold" nodeType="withEffect" restart="never">
                                  <p:stCondLst>
                                    <p:cond delay="2550"/>
                                  </p:stCondLst>
                                  <p:childTnLst>
                                    <p:set>
                                      <p:cBhvr>
                                        <p:cTn id="63" dur="1" fill="hold">
                                          <p:stCondLst>
                                            <p:cond delay="0"/>
                                          </p:stCondLst>
                                        </p:cTn>
                                        <p:tgtEl>
                                          <p:spTgt spid="44"/>
                                        </p:tgtEl>
                                        <p:attrNameLst>
                                          <p:attrName>style.visibility</p:attrName>
                                        </p:attrNameLst>
                                      </p:cBhvr>
                                      <p:to>
                                        <p:strVal val="visible"/>
                                      </p:to>
                                    </p:set>
                                  </p:childTnLst>
                                </p:cTn>
                              </p:par>
                              <p:par>
                                <p:cTn id="64" presetID="1" presetClass="entr" presetSubtype="0" fill="hold" nodeType="withEffect" restart="never">
                                  <p:stCondLst>
                                    <p:cond delay="2650"/>
                                  </p:stCondLst>
                                  <p:childTnLst>
                                    <p:set>
                                      <p:cBhvr>
                                        <p:cTn id="65" dur="1" fill="hold">
                                          <p:stCondLst>
                                            <p:cond delay="0"/>
                                          </p:stCondLst>
                                        </p:cTn>
                                        <p:tgtEl>
                                          <p:spTgt spid="45"/>
                                        </p:tgtEl>
                                        <p:attrNameLst>
                                          <p:attrName>style.visibility</p:attrName>
                                        </p:attrNameLst>
                                      </p:cBhvr>
                                      <p:to>
                                        <p:strVal val="visible"/>
                                      </p:to>
                                    </p:set>
                                  </p:childTnLst>
                                </p:cTn>
                              </p:par>
                              <p:par>
                                <p:cTn id="66" presetID="1" presetClass="entr" presetSubtype="0" fill="hold" nodeType="withEffect" restart="never">
                                  <p:stCondLst>
                                    <p:cond delay="2750"/>
                                  </p:stCondLst>
                                  <p:childTnLst>
                                    <p:set>
                                      <p:cBhvr>
                                        <p:cTn id="67" dur="1" fill="hold">
                                          <p:stCondLst>
                                            <p:cond delay="0"/>
                                          </p:stCondLst>
                                        </p:cTn>
                                        <p:tgtEl>
                                          <p:spTgt spid="46"/>
                                        </p:tgtEl>
                                        <p:attrNameLst>
                                          <p:attrName>style.visibility</p:attrName>
                                        </p:attrNameLst>
                                      </p:cBhvr>
                                      <p:to>
                                        <p:strVal val="visible"/>
                                      </p:to>
                                    </p:set>
                                  </p:childTnLst>
                                </p:cTn>
                              </p:par>
                              <p:par>
                                <p:cTn id="68" presetID="1" presetClass="entr" presetSubtype="0" fill="hold" nodeType="withEffect" restart="never">
                                  <p:stCondLst>
                                    <p:cond delay="2850"/>
                                  </p:stCondLst>
                                  <p:childTnLst>
                                    <p:set>
                                      <p:cBhvr>
                                        <p:cTn id="69" dur="1" fill="hold">
                                          <p:stCondLst>
                                            <p:cond delay="0"/>
                                          </p:stCondLst>
                                        </p:cTn>
                                        <p:tgtEl>
                                          <p:spTgt spid="47"/>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pam_process_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Message to pulses and back</a:t>
            </a:r>
          </a:p>
        </p:txBody>
      </p:sp>
      <p:sp>
        <p:nvSpPr>
          <p:cNvPr id="3" name="section-0">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EBB85B8-F156-4A2F-BD47-F1218AB5C9DA}"/>
              </a:ext>
            </a:extLst>
          </p:cNvPr>
          <p:cNvSpPr>
            <a:spLocks xmlns:a="http://schemas.openxmlformats.org/drawingml/2006/main" noGrp="1"/>
          </p:cNvSpPr>
          <p:nvPr/>
        </p:nvSpPr>
        <p:spPr>
          <a:xfrm xmlns:a="http://schemas.openxmlformats.org/drawingml/2006/main">
            <a:off x="609600" y="12477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AAAAAA"/>
                </a:solidFill>
                <a:latin typeface="Times New Roman"/>
                <a:ea typeface="Times New Roman"/>
                <a:cs typeface="Times New Roman"/>
              </a:defRPr>
            </a:defPPr>
          </a:lstStyle>
          <a:p xmlns:a="http://schemas.openxmlformats.org/drawingml/2006/main">
            <a:pPr algn="ctr">
              <a:defRPr sz="2025" b="0" i="0">
                <a:solidFill>
                  <a:srgbClr val="AAAAAA"/>
                </a:solidFill>
                <a:latin typeface="Times New Roman"/>
                <a:ea typeface="Times New Roman"/>
                <a:cs typeface="Times New Roman"/>
              </a:defRPr>
            </a:pPr>
            <a:r>
              <a:rPr sz="2025" b="0" i="0">
                <a:solidFill>
                  <a:srgbClr val="AAAAAA"/>
                </a:solidFill>
                <a:latin typeface="Times New Roman"/>
                <a:ea typeface="Times New Roman"/>
                <a:cs typeface="Times New Roman"/>
              </a:rPr>
              <a:t>Generate pulses</a:t>
            </a:r>
          </a:p>
        </p:txBody>
      </p:sp>
      <p:sp>
        <p:nvSpPr>
          <p:cNvPr id="4" name="section-1">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A8555B7-A1B0-42C8-8946-1AE1CD9BE0A8}"/>
              </a:ext>
            </a:extLst>
          </p:cNvPr>
          <p:cNvSpPr>
            <a:spLocks xmlns:a="http://schemas.openxmlformats.org/drawingml/2006/main" noGrp="1"/>
          </p:cNvSpPr>
          <p:nvPr/>
        </p:nvSpPr>
        <p:spPr>
          <a:xfrm xmlns:a="http://schemas.openxmlformats.org/drawingml/2006/main">
            <a:off x="4324350" y="12477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AAAAAA"/>
                </a:solidFill>
                <a:latin typeface="Times New Roman"/>
                <a:ea typeface="Times New Roman"/>
                <a:cs typeface="Times New Roman"/>
              </a:defRPr>
            </a:defPPr>
          </a:lstStyle>
          <a:p xmlns:a="http://schemas.openxmlformats.org/drawingml/2006/main">
            <a:pPr algn="ctr">
              <a:defRPr sz="2025" b="0" i="0">
                <a:solidFill>
                  <a:srgbClr val="AAAAAA"/>
                </a:solidFill>
                <a:latin typeface="Times New Roman"/>
                <a:ea typeface="Times New Roman"/>
                <a:cs typeface="Times New Roman"/>
              </a:defRPr>
            </a:pPr>
            <a:r>
              <a:rPr sz="2025" b="0" i="0">
                <a:solidFill>
                  <a:srgbClr val="AAAAAA"/>
                </a:solidFill>
                <a:latin typeface="Times New Roman"/>
                <a:ea typeface="Times New Roman"/>
                <a:cs typeface="Times New Roman"/>
              </a:rPr>
              <a:t>Inspect the pulse signal</a:t>
            </a:r>
          </a:p>
        </p:txBody>
      </p:sp>
      <p:sp>
        <p:nvSpPr>
          <p:cNvPr id="5" name="section-2">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7AEBEB20-A0FB-41A5-B2B1-ECB95AE804F0}"/>
              </a:ext>
            </a:extLst>
          </p:cNvPr>
          <p:cNvSpPr>
            <a:spLocks xmlns:a="http://schemas.openxmlformats.org/drawingml/2006/main" noGrp="1"/>
          </p:cNvSpPr>
          <p:nvPr/>
        </p:nvSpPr>
        <p:spPr>
          <a:xfrm xmlns:a="http://schemas.openxmlformats.org/drawingml/2006/main">
            <a:off x="8039100" y="12477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AAAAAA"/>
                </a:solidFill>
                <a:latin typeface="Times New Roman"/>
                <a:ea typeface="Times New Roman"/>
                <a:cs typeface="Times New Roman"/>
              </a:defRPr>
            </a:defPPr>
          </a:lstStyle>
          <a:p xmlns:a="http://schemas.openxmlformats.org/drawingml/2006/main">
            <a:pPr algn="ctr">
              <a:defRPr sz="2025" b="0" i="0">
                <a:solidFill>
                  <a:srgbClr val="AAAAAA"/>
                </a:solidFill>
                <a:latin typeface="Times New Roman"/>
                <a:ea typeface="Times New Roman"/>
                <a:cs typeface="Times New Roman"/>
              </a:defRPr>
            </a:pPr>
            <a:r>
              <a:rPr sz="2025" b="0" i="0">
                <a:solidFill>
                  <a:srgbClr val="AAAAAA"/>
                </a:solidFill>
                <a:latin typeface="Times New Roman"/>
                <a:ea typeface="Times New Roman"/>
                <a:cs typeface="Times New Roman"/>
              </a:rPr>
              <a:t>Recover the message</a:t>
            </a:r>
          </a:p>
        </p:txBody>
      </p:sp>
      <p:pic>
        <p:nvPicPr>
          <p:cNvPr id="6" name="whole-1" descr="One increment on the same PAM process. Static entry; click once; hold final.">
            <a:extLst xmlns:a="http://schemas.openxmlformats.org/drawingml/2006/main">
              <a:ext uri="{FF2B5EF4-FFF2-40B4-BE49-F238E27FC236}">
                <a16:creationId xmlns:a16="http://schemas.microsoft.com/office/drawing/2014/main" id="{18C40346-0455-4EF5-B940-53555492BCD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3" name="whole-1--t4-click-frame-00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4" name="whole-1--t4-click-frame-00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5" name="whole-1--t4-click-frame-00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6" name="whole-1--t4-click-frame-00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7" name="whole-1--t4-click-frame-00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8" name="whole-1--t4-click-frame-00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9" name="whole-1--t4-click-frame-007"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0" name="whole-1--t4-click-frame-008"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1" name="whole-1--t4-click-frame-009"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2" name="whole-1--t4-click-frame-010"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3" name="whole-1--t4-click-frame-01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4" name="whole-1--t4-click-frame-01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5" name="whole-1--t4-click-frame-01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6" name="whole-1--t4-click-frame-01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7" name="whole-1--t4-click-frame-01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8" name="whole-1--t4-click-frame-01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 name="whole-2" descr="One increment on the same PAM process. Static entry; click once; hold final.">
            <a:extLst xmlns:a="http://schemas.openxmlformats.org/drawingml/2006/main">
              <a:ext uri="{FF2B5EF4-FFF2-40B4-BE49-F238E27FC236}">
                <a16:creationId xmlns:a16="http://schemas.microsoft.com/office/drawing/2014/main" id="{399E5731-AAFC-47C6-9487-159E2A25184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9" name="whole-2--t4-click-frame-00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0" name="whole-2--t4-click-frame-00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1" name="whole-2--t4-click-frame-00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2" name="whole-2--t4-click-frame-00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3" name="whole-2--t4-click-frame-00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4" name="whole-2--t4-click-frame-00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5" name="whole-2--t4-click-frame-007"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6" name="whole-2--t4-click-frame-008"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7" name="whole-2--t4-click-frame-009"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8" name="whole-2--t4-click-frame-010"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9" name="whole-2--t4-click-frame-01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0" name="whole-2--t4-click-frame-01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1" name="whole-2--t4-click-frame-01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2" name="whole-2--t4-click-frame-01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3" name="whole-2--t4-click-frame-01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4" name="whole-2--t4-click-frame-01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8" name="whole-3" descr="One increment on the same PAM process. Static entry; click once; hold final.">
            <a:extLst xmlns:a="http://schemas.openxmlformats.org/drawingml/2006/main">
              <a:ext uri="{FF2B5EF4-FFF2-40B4-BE49-F238E27FC236}">
                <a16:creationId xmlns:a16="http://schemas.microsoft.com/office/drawing/2014/main" id="{81D223E7-735C-4FD3-BE71-B11351B3808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5" name="whole-3--t4-click-frame-00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6" name="whole-3--t4-click-frame-00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7" name="whole-3--t4-click-frame-00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8" name="whole-3--t4-click-frame-00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9" name="whole-3--t4-click-frame-00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0" name="whole-3--t4-click-frame-00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1" name="whole-3--t4-click-frame-007"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2" name="whole-3--t4-click-frame-008"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3" name="whole-3--t4-click-frame-009"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4" name="whole-3--t4-click-frame-010"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5" name="whole-3--t4-click-frame-01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6" name="whole-3--t4-click-frame-01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7" name="whole-3--t4-click-frame-01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8" name="whole-3--t4-click-frame-01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59" name="whole-3--t4-click-frame-01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0" name="whole-3--t4-click-frame-01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9" name="whole-4" descr="One increment on the same PAM process. Static entry; click once; hold final.">
            <a:extLst xmlns:a="http://schemas.openxmlformats.org/drawingml/2006/main">
              <a:ext uri="{FF2B5EF4-FFF2-40B4-BE49-F238E27FC236}">
                <a16:creationId xmlns:a16="http://schemas.microsoft.com/office/drawing/2014/main" id="{3C79BEA9-BAD1-438C-ABED-6194CBE8BDE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1" name="whole-4--t4-click-frame-00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2" name="whole-4--t4-click-frame-00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3" name="whole-4--t4-click-frame-00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4" name="whole-4--t4-click-frame-00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5" name="whole-4--t4-click-frame-00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6" name="whole-4--t4-click-frame-00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7" name="whole-4--t4-click-frame-007"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8" name="whole-4--t4-click-frame-008"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69" name="whole-4--t4-click-frame-009"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0" name="whole-4--t4-click-frame-010"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1" name="whole-4--t4-click-frame-01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2" name="whole-4--t4-click-frame-01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3" name="whole-4--t4-click-frame-01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4" name="whole-4--t4-click-frame-01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5" name="whole-4--t4-click-frame-01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6" name="whole-4--t4-click-frame-01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sp>
        <p:nvSpPr>
          <p:cNvPr id="10" name="example-condition">
            <a:extLst xmlns:a="http://schemas.openxmlformats.org/drawingml/2006/main">
              <a:ext uri="{FF2B5EF4-FFF2-40B4-BE49-F238E27FC236}">
                <a16:creationId xmlns:a16="http://schemas.microsoft.com/office/drawing/2014/main" id="{3A976D0F-C0EF-43A9-8964-3F107851BDE3}"/>
              </a:ext>
            </a:extLst>
          </p:cNvPr>
          <p:cNvSpPr>
            <a:spLocks xmlns:a="http://schemas.openxmlformats.org/drawingml/2006/main" noGrp="1"/>
          </p:cNvSpPr>
          <p:nvPr/>
        </p:nvSpPr>
        <p:spPr>
          <a:xfrm xmlns:a="http://schemas.openxmlformats.org/drawingml/2006/main">
            <a:off x="609600" y="5705475"/>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Example: five nonzero samples; all other samples are zero.</a:t>
            </a:r>
          </a:p>
        </p:txBody>
      </p:sp>
      <p:sp>
        <p:nvSpPr>
          <p:cNvPr id="11" name="overview-result">
            <a:extLst xmlns:a="http://schemas.openxmlformats.org/drawingml/2006/main">
              <a:ext uri="{FF2B5EF4-FFF2-40B4-BE49-F238E27FC236}">
                <a16:creationId xmlns:a16="http://schemas.microsoft.com/office/drawing/2014/main" id="{23626A84-7B51-4DCC-B392-2D0622C6204D}"/>
              </a:ext>
            </a:extLst>
          </p:cNvPr>
          <p:cNvSpPr>
            <a:spLocks xmlns:a="http://schemas.openxmlformats.org/drawingml/2006/main" noGrp="1"/>
          </p:cNvSpPr>
          <p:nvPr/>
        </p:nvSpPr>
        <p:spPr>
          <a:xfrm xmlns:a="http://schemas.openxmlformats.org/drawingml/2006/main">
            <a:off x="609600" y="6105525"/>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i="0">
                <a:solidFill>
                  <a:srgbClr val="202020"/>
                </a:solidFill>
                <a:latin typeface="Times New Roman"/>
                <a:ea typeface="Times New Roman"/>
                <a:cs typeface="Times New Roman"/>
              </a:defRPr>
            </a:defPPr>
          </a:lstStyle>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The same sample values reach the reconstructed message.</a:t>
            </a:r>
          </a:p>
        </p:txBody>
      </p:sp>
    </p:spTree>
    <p:extLst>
      <p:ext uri="{BB962C8B-B14F-4D97-AF65-F5344CB8AC3E}">
        <p14:creationId xmlns:p14="http://schemas.microsoft.com/office/powerpoint/2010/main" val="70583125"/>
      </p:ext>
    </p:extLst>
  </p:cSld>
  <p:timing>
    <p:tnLst>
      <p:par>
        <p:cTn id="1" dur="indefinite" restart="never" nodeType="tmRoot">
          <p:childTnLst>
            <p:seq concurrent="1" nextAc="seek">
              <p:cTn id="2" dur="indefinite" nodeType="mainSeq">
                <p:childTnLst>
                  <p:par>
                    <p:cTn id="8" fill="hold" restart="never" repeatCount="1000">
                      <p:stCondLst>
                        <p:cond delay="indefinite"/>
                      </p:stCondLst>
                      <p:childTnLst>
                        <p:par>
                          <p:cTn id="9" fill="hold" dur="3539">
                            <p:stCondLst>
                              <p:cond delay="0"/>
                            </p:stCondLst>
                            <p:childTnLst>
                              <p:par>
                                <p:cTn id="10" presetID="1" presetClass="entr" presetSubtype="0" fill="hold" nodeType="clickEffect" restart="never">
                                  <p:stCondLst>
                                    <p:cond delay="467"/>
                                  </p:stCondLst>
                                  <p:childTnLst>
                                    <p:set>
                                      <p:cBhvr>
                                        <p:cTn id="11" dur="1" fill="hold">
                                          <p:stCondLst>
                                            <p:cond delay="0"/>
                                          </p:stCondLst>
                                        </p:cTn>
                                        <p:tgtEl>
                                          <p:spTgt spid="13"/>
                                        </p:tgtEl>
                                        <p:attrNameLst>
                                          <p:attrName>style.visibility</p:attrName>
                                        </p:attrNameLst>
                                      </p:cBhvr>
                                      <p:to>
                                        <p:strVal val="visible"/>
                                      </p:to>
                                    </p:set>
                                  </p:childTnLst>
                                </p:cTn>
                              </p:par>
                              <p:par>
                                <p:cTn id="12" presetID="1" presetClass="entr" presetSubtype="0" fill="hold" nodeType="withEffect" restart="never">
                                  <p:stCondLst>
                                    <p:cond delay="614"/>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ntr" presetSubtype="0" fill="hold" nodeType="withEffect" restart="never">
                                  <p:stCondLst>
                                    <p:cond delay="761"/>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nodeType="withEffect" restart="never">
                                  <p:stCondLst>
                                    <p:cond delay="908"/>
                                  </p:stCondLst>
                                  <p:childTnLst>
                                    <p:set>
                                      <p:cBhvr>
                                        <p:cTn id="17" dur="1" fill="hold">
                                          <p:stCondLst>
                                            <p:cond delay="0"/>
                                          </p:stCondLst>
                                        </p:cTn>
                                        <p:tgtEl>
                                          <p:spTgt spid="16"/>
                                        </p:tgtEl>
                                        <p:attrNameLst>
                                          <p:attrName>style.visibility</p:attrName>
                                        </p:attrNameLst>
                                      </p:cBhvr>
                                      <p:to>
                                        <p:strVal val="visible"/>
                                      </p:to>
                                    </p:set>
                                  </p:childTnLst>
                                </p:cTn>
                              </p:par>
                              <p:par>
                                <p:cTn id="18" presetID="1" presetClass="entr" presetSubtype="0" fill="hold" nodeType="withEffect" restart="never">
                                  <p:stCondLst>
                                    <p:cond delay="1055"/>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ntr" presetSubtype="0" fill="hold" nodeType="withEffect" restart="never">
                                  <p:stCondLst>
                                    <p:cond delay="1202"/>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restart="never">
                                  <p:stCondLst>
                                    <p:cond delay="1349"/>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nodeType="withEffect" restart="never">
                                  <p:stCondLst>
                                    <p:cond delay="1496"/>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nodeType="withEffect" restart="never">
                                  <p:stCondLst>
                                    <p:cond delay="1643"/>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nodeType="withEffect" restart="never">
                                  <p:stCondLst>
                                    <p:cond delay="179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nodeType="withEffect" restart="never">
                                  <p:stCondLst>
                                    <p:cond delay="1937"/>
                                  </p:stCondLst>
                                  <p:childTnLst>
                                    <p:set>
                                      <p:cBhvr>
                                        <p:cTn id="31" dur="1" fill="hold">
                                          <p:stCondLst>
                                            <p:cond delay="0"/>
                                          </p:stCondLst>
                                        </p:cTn>
                                        <p:tgtEl>
                                          <p:spTgt spid="23"/>
                                        </p:tgtEl>
                                        <p:attrNameLst>
                                          <p:attrName>style.visibility</p:attrName>
                                        </p:attrNameLst>
                                      </p:cBhvr>
                                      <p:to>
                                        <p:strVal val="visible"/>
                                      </p:to>
                                    </p:set>
                                  </p:childTnLst>
                                </p:cTn>
                              </p:par>
                              <p:par>
                                <p:cTn id="32" presetID="1" presetClass="entr" presetSubtype="0" fill="hold" nodeType="withEffect" restart="never">
                                  <p:stCondLst>
                                    <p:cond delay="2084"/>
                                  </p:stCondLst>
                                  <p:childTnLst>
                                    <p:set>
                                      <p:cBhvr>
                                        <p:cTn id="33" dur="1" fill="hold">
                                          <p:stCondLst>
                                            <p:cond delay="0"/>
                                          </p:stCondLst>
                                        </p:cTn>
                                        <p:tgtEl>
                                          <p:spTgt spid="24"/>
                                        </p:tgtEl>
                                        <p:attrNameLst>
                                          <p:attrName>style.visibility</p:attrName>
                                        </p:attrNameLst>
                                      </p:cBhvr>
                                      <p:to>
                                        <p:strVal val="visible"/>
                                      </p:to>
                                    </p:set>
                                  </p:childTnLst>
                                </p:cTn>
                              </p:par>
                              <p:par>
                                <p:cTn id="34" presetID="1" presetClass="entr" presetSubtype="0" fill="hold" nodeType="withEffect" restart="never">
                                  <p:stCondLst>
                                    <p:cond delay="2231"/>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nodeType="withEffect" restart="never">
                                  <p:stCondLst>
                                    <p:cond delay="2378"/>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nodeType="withEffect" restart="never">
                                  <p:stCondLst>
                                    <p:cond delay="2525"/>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nodeType="withEffect" restart="never">
                                  <p:stCondLst>
                                    <p:cond delay="2672"/>
                                  </p:stCondLst>
                                  <p:childTnLst>
                                    <p:set>
                                      <p:cBhvr>
                                        <p:cTn id="41" dur="1" fill="hold">
                                          <p:stCondLst>
                                            <p:cond delay="0"/>
                                          </p:stCondLst>
                                        </p:cTn>
                                        <p:tgtEl>
                                          <p:spTgt spid="28"/>
                                        </p:tgtEl>
                                        <p:attrNameLst>
                                          <p:attrName>style.visibility</p:attrName>
                                        </p:attrNameLst>
                                      </p:cBhvr>
                                      <p:to>
                                        <p:strVal val="visible"/>
                                      </p:to>
                                    </p:set>
                                  </p:childTnLst>
                                </p:cTn>
                              </p:par>
                            </p:childTnLst>
                          </p:cTn>
                        </p:par>
                      </p:childTnLst>
                    </p:cTn>
                  </p:par>
                  <p:par>
                    <p:cTn id="42" fill="hold" restart="never" repeatCount="1000">
                      <p:stCondLst>
                        <p:cond delay="indefinite"/>
                      </p:stCondLst>
                      <p:childTnLst>
                        <p:par>
                          <p:cTn id="43" fill="hold" dur="3539">
                            <p:stCondLst>
                              <p:cond delay="0"/>
                            </p:stCondLst>
                            <p:childTnLst>
                              <p:par>
                                <p:cTn id="44" presetID="1" presetClass="entr" presetSubtype="0" fill="hold" nodeType="clickEffect" restart="never">
                                  <p:stCondLst>
                                    <p:cond delay="0"/>
                                  </p:stCondLst>
                                  <p:childTnLst>
                                    <p:set>
                                      <p:cBhvr>
                                        <p:cTn id="45" dur="1" fill="hold">
                                          <p:stCondLst>
                                            <p:cond delay="0"/>
                                          </p:stCondLst>
                                        </p:cTn>
                                        <p:tgtEl>
                                          <p:spTgt spid="7"/>
                                        </p:tgtEl>
                                        <p:attrNameLst>
                                          <p:attrName>style.visibility</p:attrName>
                                        </p:attrNameLst>
                                      </p:cBhvr>
                                      <p:to>
                                        <p:strVal val="visible"/>
                                      </p:to>
                                    </p:set>
                                  </p:childTnLst>
                                </p:cTn>
                              </p:par>
                              <p:par>
                                <p:cTn id="46" presetID="1" presetClass="entr" presetSubtype="0" fill="hold" nodeType="withEffect" restart="never">
                                  <p:stCondLst>
                                    <p:cond delay="467"/>
                                  </p:stCondLst>
                                  <p:childTnLst>
                                    <p:set>
                                      <p:cBhvr>
                                        <p:cTn id="47" dur="1" fill="hold">
                                          <p:stCondLst>
                                            <p:cond delay="0"/>
                                          </p:stCondLst>
                                        </p:cTn>
                                        <p:tgtEl>
                                          <p:spTgt spid="29"/>
                                        </p:tgtEl>
                                        <p:attrNameLst>
                                          <p:attrName>style.visibility</p:attrName>
                                        </p:attrNameLst>
                                      </p:cBhvr>
                                      <p:to>
                                        <p:strVal val="visible"/>
                                      </p:to>
                                    </p:set>
                                  </p:childTnLst>
                                </p:cTn>
                              </p:par>
                              <p:par>
                                <p:cTn id="48" presetID="1" presetClass="entr" presetSubtype="0" fill="hold" nodeType="withEffect" restart="never">
                                  <p:stCondLst>
                                    <p:cond delay="614"/>
                                  </p:stCondLst>
                                  <p:childTnLst>
                                    <p:set>
                                      <p:cBhvr>
                                        <p:cTn id="49" dur="1" fill="hold">
                                          <p:stCondLst>
                                            <p:cond delay="0"/>
                                          </p:stCondLst>
                                        </p:cTn>
                                        <p:tgtEl>
                                          <p:spTgt spid="30"/>
                                        </p:tgtEl>
                                        <p:attrNameLst>
                                          <p:attrName>style.visibility</p:attrName>
                                        </p:attrNameLst>
                                      </p:cBhvr>
                                      <p:to>
                                        <p:strVal val="visible"/>
                                      </p:to>
                                    </p:set>
                                  </p:childTnLst>
                                </p:cTn>
                              </p:par>
                              <p:par>
                                <p:cTn id="50" presetID="1" presetClass="entr" presetSubtype="0" fill="hold" nodeType="withEffect" restart="never">
                                  <p:stCondLst>
                                    <p:cond delay="761"/>
                                  </p:stCondLst>
                                  <p:childTnLst>
                                    <p:set>
                                      <p:cBhvr>
                                        <p:cTn id="51" dur="1" fill="hold">
                                          <p:stCondLst>
                                            <p:cond delay="0"/>
                                          </p:stCondLst>
                                        </p:cTn>
                                        <p:tgtEl>
                                          <p:spTgt spid="31"/>
                                        </p:tgtEl>
                                        <p:attrNameLst>
                                          <p:attrName>style.visibility</p:attrName>
                                        </p:attrNameLst>
                                      </p:cBhvr>
                                      <p:to>
                                        <p:strVal val="visible"/>
                                      </p:to>
                                    </p:set>
                                  </p:childTnLst>
                                </p:cTn>
                              </p:par>
                              <p:par>
                                <p:cTn id="52" presetID="1" presetClass="entr" presetSubtype="0" fill="hold" nodeType="withEffect" restart="never">
                                  <p:stCondLst>
                                    <p:cond delay="908"/>
                                  </p:stCondLst>
                                  <p:childTnLst>
                                    <p:set>
                                      <p:cBhvr>
                                        <p:cTn id="53" dur="1" fill="hold">
                                          <p:stCondLst>
                                            <p:cond delay="0"/>
                                          </p:stCondLst>
                                        </p:cTn>
                                        <p:tgtEl>
                                          <p:spTgt spid="32"/>
                                        </p:tgtEl>
                                        <p:attrNameLst>
                                          <p:attrName>style.visibility</p:attrName>
                                        </p:attrNameLst>
                                      </p:cBhvr>
                                      <p:to>
                                        <p:strVal val="visible"/>
                                      </p:to>
                                    </p:set>
                                  </p:childTnLst>
                                </p:cTn>
                              </p:par>
                              <p:par>
                                <p:cTn id="54" presetID="1" presetClass="entr" presetSubtype="0" fill="hold" nodeType="withEffect" restart="never">
                                  <p:stCondLst>
                                    <p:cond delay="1055"/>
                                  </p:stCondLst>
                                  <p:childTnLst>
                                    <p:set>
                                      <p:cBhvr>
                                        <p:cTn id="55" dur="1" fill="hold">
                                          <p:stCondLst>
                                            <p:cond delay="0"/>
                                          </p:stCondLst>
                                        </p:cTn>
                                        <p:tgtEl>
                                          <p:spTgt spid="33"/>
                                        </p:tgtEl>
                                        <p:attrNameLst>
                                          <p:attrName>style.visibility</p:attrName>
                                        </p:attrNameLst>
                                      </p:cBhvr>
                                      <p:to>
                                        <p:strVal val="visible"/>
                                      </p:to>
                                    </p:set>
                                  </p:childTnLst>
                                </p:cTn>
                              </p:par>
                              <p:par>
                                <p:cTn id="56" presetID="1" presetClass="entr" presetSubtype="0" fill="hold" nodeType="withEffect" restart="never">
                                  <p:stCondLst>
                                    <p:cond delay="1202"/>
                                  </p:stCondLst>
                                  <p:childTnLst>
                                    <p:set>
                                      <p:cBhvr>
                                        <p:cTn id="57" dur="1" fill="hold">
                                          <p:stCondLst>
                                            <p:cond delay="0"/>
                                          </p:stCondLst>
                                        </p:cTn>
                                        <p:tgtEl>
                                          <p:spTgt spid="34"/>
                                        </p:tgtEl>
                                        <p:attrNameLst>
                                          <p:attrName>style.visibility</p:attrName>
                                        </p:attrNameLst>
                                      </p:cBhvr>
                                      <p:to>
                                        <p:strVal val="visible"/>
                                      </p:to>
                                    </p:set>
                                  </p:childTnLst>
                                </p:cTn>
                              </p:par>
                              <p:par>
                                <p:cTn id="58" presetID="1" presetClass="entr" presetSubtype="0" fill="hold" nodeType="withEffect" restart="never">
                                  <p:stCondLst>
                                    <p:cond delay="1349"/>
                                  </p:stCondLst>
                                  <p:childTnLst>
                                    <p:set>
                                      <p:cBhvr>
                                        <p:cTn id="59" dur="1" fill="hold">
                                          <p:stCondLst>
                                            <p:cond delay="0"/>
                                          </p:stCondLst>
                                        </p:cTn>
                                        <p:tgtEl>
                                          <p:spTgt spid="35"/>
                                        </p:tgtEl>
                                        <p:attrNameLst>
                                          <p:attrName>style.visibility</p:attrName>
                                        </p:attrNameLst>
                                      </p:cBhvr>
                                      <p:to>
                                        <p:strVal val="visible"/>
                                      </p:to>
                                    </p:set>
                                  </p:childTnLst>
                                </p:cTn>
                              </p:par>
                              <p:par>
                                <p:cTn id="60" presetID="1" presetClass="entr" presetSubtype="0" fill="hold" nodeType="withEffect" restart="never">
                                  <p:stCondLst>
                                    <p:cond delay="1496"/>
                                  </p:stCondLst>
                                  <p:childTnLst>
                                    <p:set>
                                      <p:cBhvr>
                                        <p:cTn id="61" dur="1" fill="hold">
                                          <p:stCondLst>
                                            <p:cond delay="0"/>
                                          </p:stCondLst>
                                        </p:cTn>
                                        <p:tgtEl>
                                          <p:spTgt spid="36"/>
                                        </p:tgtEl>
                                        <p:attrNameLst>
                                          <p:attrName>style.visibility</p:attrName>
                                        </p:attrNameLst>
                                      </p:cBhvr>
                                      <p:to>
                                        <p:strVal val="visible"/>
                                      </p:to>
                                    </p:set>
                                  </p:childTnLst>
                                </p:cTn>
                              </p:par>
                              <p:par>
                                <p:cTn id="62" presetID="1" presetClass="entr" presetSubtype="0" fill="hold" nodeType="withEffect" restart="never">
                                  <p:stCondLst>
                                    <p:cond delay="1643"/>
                                  </p:stCondLst>
                                  <p:childTnLst>
                                    <p:set>
                                      <p:cBhvr>
                                        <p:cTn id="63" dur="1" fill="hold">
                                          <p:stCondLst>
                                            <p:cond delay="0"/>
                                          </p:stCondLst>
                                        </p:cTn>
                                        <p:tgtEl>
                                          <p:spTgt spid="37"/>
                                        </p:tgtEl>
                                        <p:attrNameLst>
                                          <p:attrName>style.visibility</p:attrName>
                                        </p:attrNameLst>
                                      </p:cBhvr>
                                      <p:to>
                                        <p:strVal val="visible"/>
                                      </p:to>
                                    </p:set>
                                  </p:childTnLst>
                                </p:cTn>
                              </p:par>
                              <p:par>
                                <p:cTn id="64" presetID="1" presetClass="entr" presetSubtype="0" fill="hold" nodeType="withEffect" restart="never">
                                  <p:stCondLst>
                                    <p:cond delay="1790"/>
                                  </p:stCondLst>
                                  <p:childTnLst>
                                    <p:set>
                                      <p:cBhvr>
                                        <p:cTn id="65" dur="1" fill="hold">
                                          <p:stCondLst>
                                            <p:cond delay="0"/>
                                          </p:stCondLst>
                                        </p:cTn>
                                        <p:tgtEl>
                                          <p:spTgt spid="38"/>
                                        </p:tgtEl>
                                        <p:attrNameLst>
                                          <p:attrName>style.visibility</p:attrName>
                                        </p:attrNameLst>
                                      </p:cBhvr>
                                      <p:to>
                                        <p:strVal val="visible"/>
                                      </p:to>
                                    </p:set>
                                  </p:childTnLst>
                                </p:cTn>
                              </p:par>
                              <p:par>
                                <p:cTn id="66" presetID="1" presetClass="entr" presetSubtype="0" fill="hold" nodeType="withEffect" restart="never">
                                  <p:stCondLst>
                                    <p:cond delay="1937"/>
                                  </p:stCondLst>
                                  <p:childTnLst>
                                    <p:set>
                                      <p:cBhvr>
                                        <p:cTn id="67" dur="1" fill="hold">
                                          <p:stCondLst>
                                            <p:cond delay="0"/>
                                          </p:stCondLst>
                                        </p:cTn>
                                        <p:tgtEl>
                                          <p:spTgt spid="39"/>
                                        </p:tgtEl>
                                        <p:attrNameLst>
                                          <p:attrName>style.visibility</p:attrName>
                                        </p:attrNameLst>
                                      </p:cBhvr>
                                      <p:to>
                                        <p:strVal val="visible"/>
                                      </p:to>
                                    </p:set>
                                  </p:childTnLst>
                                </p:cTn>
                              </p:par>
                              <p:par>
                                <p:cTn id="68" presetID="1" presetClass="entr" presetSubtype="0" fill="hold" nodeType="withEffect" restart="never">
                                  <p:stCondLst>
                                    <p:cond delay="2084"/>
                                  </p:stCondLst>
                                  <p:childTnLst>
                                    <p:set>
                                      <p:cBhvr>
                                        <p:cTn id="69" dur="1" fill="hold">
                                          <p:stCondLst>
                                            <p:cond delay="0"/>
                                          </p:stCondLst>
                                        </p:cTn>
                                        <p:tgtEl>
                                          <p:spTgt spid="40"/>
                                        </p:tgtEl>
                                        <p:attrNameLst>
                                          <p:attrName>style.visibility</p:attrName>
                                        </p:attrNameLst>
                                      </p:cBhvr>
                                      <p:to>
                                        <p:strVal val="visible"/>
                                      </p:to>
                                    </p:set>
                                  </p:childTnLst>
                                </p:cTn>
                              </p:par>
                              <p:par>
                                <p:cTn id="70" presetID="1" presetClass="entr" presetSubtype="0" fill="hold" nodeType="withEffect" restart="never">
                                  <p:stCondLst>
                                    <p:cond delay="2231"/>
                                  </p:stCondLst>
                                  <p:childTnLst>
                                    <p:set>
                                      <p:cBhvr>
                                        <p:cTn id="71" dur="1" fill="hold">
                                          <p:stCondLst>
                                            <p:cond delay="0"/>
                                          </p:stCondLst>
                                        </p:cTn>
                                        <p:tgtEl>
                                          <p:spTgt spid="41"/>
                                        </p:tgtEl>
                                        <p:attrNameLst>
                                          <p:attrName>style.visibility</p:attrName>
                                        </p:attrNameLst>
                                      </p:cBhvr>
                                      <p:to>
                                        <p:strVal val="visible"/>
                                      </p:to>
                                    </p:set>
                                  </p:childTnLst>
                                </p:cTn>
                              </p:par>
                              <p:par>
                                <p:cTn id="72" presetID="1" presetClass="entr" presetSubtype="0" fill="hold" nodeType="withEffect" restart="never">
                                  <p:stCondLst>
                                    <p:cond delay="2378"/>
                                  </p:stCondLst>
                                  <p:childTnLst>
                                    <p:set>
                                      <p:cBhvr>
                                        <p:cTn id="73" dur="1" fill="hold">
                                          <p:stCondLst>
                                            <p:cond delay="0"/>
                                          </p:stCondLst>
                                        </p:cTn>
                                        <p:tgtEl>
                                          <p:spTgt spid="42"/>
                                        </p:tgtEl>
                                        <p:attrNameLst>
                                          <p:attrName>style.visibility</p:attrName>
                                        </p:attrNameLst>
                                      </p:cBhvr>
                                      <p:to>
                                        <p:strVal val="visible"/>
                                      </p:to>
                                    </p:set>
                                  </p:childTnLst>
                                </p:cTn>
                              </p:par>
                              <p:par>
                                <p:cTn id="74" presetID="1" presetClass="entr" presetSubtype="0" fill="hold" nodeType="withEffect" restart="never">
                                  <p:stCondLst>
                                    <p:cond delay="2525"/>
                                  </p:stCondLst>
                                  <p:childTnLst>
                                    <p:set>
                                      <p:cBhvr>
                                        <p:cTn id="75" dur="1" fill="hold">
                                          <p:stCondLst>
                                            <p:cond delay="0"/>
                                          </p:stCondLst>
                                        </p:cTn>
                                        <p:tgtEl>
                                          <p:spTgt spid="43"/>
                                        </p:tgtEl>
                                        <p:attrNameLst>
                                          <p:attrName>style.visibility</p:attrName>
                                        </p:attrNameLst>
                                      </p:cBhvr>
                                      <p:to>
                                        <p:strVal val="visible"/>
                                      </p:to>
                                    </p:set>
                                  </p:childTnLst>
                                </p:cTn>
                              </p:par>
                              <p:par>
                                <p:cTn id="76" presetID="1" presetClass="entr" presetSubtype="0" fill="hold" nodeType="withEffect" restart="never">
                                  <p:stCondLst>
                                    <p:cond delay="2672"/>
                                  </p:stCondLst>
                                  <p:childTnLst>
                                    <p:set>
                                      <p:cBhvr>
                                        <p:cTn id="77" dur="1" fill="hold">
                                          <p:stCondLst>
                                            <p:cond delay="0"/>
                                          </p:stCondLst>
                                        </p:cTn>
                                        <p:tgtEl>
                                          <p:spTgt spid="44"/>
                                        </p:tgtEl>
                                        <p:attrNameLst>
                                          <p:attrName>style.visibility</p:attrName>
                                        </p:attrNameLst>
                                      </p:cBhvr>
                                      <p:to>
                                        <p:strVal val="visible"/>
                                      </p:to>
                                    </p:set>
                                  </p:childTnLst>
                                </p:cTn>
                              </p:par>
                            </p:childTnLst>
                          </p:cTn>
                        </p:par>
                      </p:childTnLst>
                    </p:cTn>
                  </p:par>
                  <p:par>
                    <p:cTn id="78" fill="hold" restart="never" repeatCount="1000">
                      <p:stCondLst>
                        <p:cond delay="indefinite"/>
                      </p:stCondLst>
                      <p:childTnLst>
                        <p:par>
                          <p:cTn id="79" fill="hold" dur="3539">
                            <p:stCondLst>
                              <p:cond delay="0"/>
                            </p:stCondLst>
                            <p:childTnLst>
                              <p:par>
                                <p:cTn id="80" presetID="1" presetClass="entr" presetSubtype="0" fill="hold" nodeType="clickEffect" restart="never">
                                  <p:stCondLst>
                                    <p:cond delay="0"/>
                                  </p:stCondLst>
                                  <p:childTnLst>
                                    <p:set>
                                      <p:cBhvr>
                                        <p:cTn id="81" dur="1" fill="hold">
                                          <p:stCondLst>
                                            <p:cond delay="0"/>
                                          </p:stCondLst>
                                        </p:cTn>
                                        <p:tgtEl>
                                          <p:spTgt spid="8"/>
                                        </p:tgtEl>
                                        <p:attrNameLst>
                                          <p:attrName>style.visibility</p:attrName>
                                        </p:attrNameLst>
                                      </p:cBhvr>
                                      <p:to>
                                        <p:strVal val="visible"/>
                                      </p:to>
                                    </p:set>
                                  </p:childTnLst>
                                </p:cTn>
                              </p:par>
                              <p:par>
                                <p:cTn id="82" presetID="1" presetClass="entr" presetSubtype="0" fill="hold" nodeType="withEffect" restart="never">
                                  <p:stCondLst>
                                    <p:cond delay="467"/>
                                  </p:stCondLst>
                                  <p:childTnLst>
                                    <p:set>
                                      <p:cBhvr>
                                        <p:cTn id="83" dur="1" fill="hold">
                                          <p:stCondLst>
                                            <p:cond delay="0"/>
                                          </p:stCondLst>
                                        </p:cTn>
                                        <p:tgtEl>
                                          <p:spTgt spid="45"/>
                                        </p:tgtEl>
                                        <p:attrNameLst>
                                          <p:attrName>style.visibility</p:attrName>
                                        </p:attrNameLst>
                                      </p:cBhvr>
                                      <p:to>
                                        <p:strVal val="visible"/>
                                      </p:to>
                                    </p:set>
                                  </p:childTnLst>
                                </p:cTn>
                              </p:par>
                              <p:par>
                                <p:cTn id="84" presetID="1" presetClass="entr" presetSubtype="0" fill="hold" nodeType="withEffect" restart="never">
                                  <p:stCondLst>
                                    <p:cond delay="614"/>
                                  </p:stCondLst>
                                  <p:childTnLst>
                                    <p:set>
                                      <p:cBhvr>
                                        <p:cTn id="85" dur="1" fill="hold">
                                          <p:stCondLst>
                                            <p:cond delay="0"/>
                                          </p:stCondLst>
                                        </p:cTn>
                                        <p:tgtEl>
                                          <p:spTgt spid="46"/>
                                        </p:tgtEl>
                                        <p:attrNameLst>
                                          <p:attrName>style.visibility</p:attrName>
                                        </p:attrNameLst>
                                      </p:cBhvr>
                                      <p:to>
                                        <p:strVal val="visible"/>
                                      </p:to>
                                    </p:set>
                                  </p:childTnLst>
                                </p:cTn>
                              </p:par>
                              <p:par>
                                <p:cTn id="86" presetID="1" presetClass="entr" presetSubtype="0" fill="hold" nodeType="withEffect" restart="never">
                                  <p:stCondLst>
                                    <p:cond delay="761"/>
                                  </p:stCondLst>
                                  <p:childTnLst>
                                    <p:set>
                                      <p:cBhvr>
                                        <p:cTn id="87" dur="1" fill="hold">
                                          <p:stCondLst>
                                            <p:cond delay="0"/>
                                          </p:stCondLst>
                                        </p:cTn>
                                        <p:tgtEl>
                                          <p:spTgt spid="47"/>
                                        </p:tgtEl>
                                        <p:attrNameLst>
                                          <p:attrName>style.visibility</p:attrName>
                                        </p:attrNameLst>
                                      </p:cBhvr>
                                      <p:to>
                                        <p:strVal val="visible"/>
                                      </p:to>
                                    </p:set>
                                  </p:childTnLst>
                                </p:cTn>
                              </p:par>
                              <p:par>
                                <p:cTn id="88" presetID="1" presetClass="entr" presetSubtype="0" fill="hold" nodeType="withEffect" restart="never">
                                  <p:stCondLst>
                                    <p:cond delay="908"/>
                                  </p:stCondLst>
                                  <p:childTnLst>
                                    <p:set>
                                      <p:cBhvr>
                                        <p:cTn id="89" dur="1" fill="hold">
                                          <p:stCondLst>
                                            <p:cond delay="0"/>
                                          </p:stCondLst>
                                        </p:cTn>
                                        <p:tgtEl>
                                          <p:spTgt spid="48"/>
                                        </p:tgtEl>
                                        <p:attrNameLst>
                                          <p:attrName>style.visibility</p:attrName>
                                        </p:attrNameLst>
                                      </p:cBhvr>
                                      <p:to>
                                        <p:strVal val="visible"/>
                                      </p:to>
                                    </p:set>
                                  </p:childTnLst>
                                </p:cTn>
                              </p:par>
                              <p:par>
                                <p:cTn id="90" presetID="1" presetClass="entr" presetSubtype="0" fill="hold" nodeType="withEffect" restart="never">
                                  <p:stCondLst>
                                    <p:cond delay="1055"/>
                                  </p:stCondLst>
                                  <p:childTnLst>
                                    <p:set>
                                      <p:cBhvr>
                                        <p:cTn id="91" dur="1" fill="hold">
                                          <p:stCondLst>
                                            <p:cond delay="0"/>
                                          </p:stCondLst>
                                        </p:cTn>
                                        <p:tgtEl>
                                          <p:spTgt spid="49"/>
                                        </p:tgtEl>
                                        <p:attrNameLst>
                                          <p:attrName>style.visibility</p:attrName>
                                        </p:attrNameLst>
                                      </p:cBhvr>
                                      <p:to>
                                        <p:strVal val="visible"/>
                                      </p:to>
                                    </p:set>
                                  </p:childTnLst>
                                </p:cTn>
                              </p:par>
                              <p:par>
                                <p:cTn id="92" presetID="1" presetClass="entr" presetSubtype="0" fill="hold" nodeType="withEffect" restart="never">
                                  <p:stCondLst>
                                    <p:cond delay="1202"/>
                                  </p:stCondLst>
                                  <p:childTnLst>
                                    <p:set>
                                      <p:cBhvr>
                                        <p:cTn id="93" dur="1" fill="hold">
                                          <p:stCondLst>
                                            <p:cond delay="0"/>
                                          </p:stCondLst>
                                        </p:cTn>
                                        <p:tgtEl>
                                          <p:spTgt spid="50"/>
                                        </p:tgtEl>
                                        <p:attrNameLst>
                                          <p:attrName>style.visibility</p:attrName>
                                        </p:attrNameLst>
                                      </p:cBhvr>
                                      <p:to>
                                        <p:strVal val="visible"/>
                                      </p:to>
                                    </p:set>
                                  </p:childTnLst>
                                </p:cTn>
                              </p:par>
                              <p:par>
                                <p:cTn id="94" presetID="1" presetClass="entr" presetSubtype="0" fill="hold" nodeType="withEffect" restart="never">
                                  <p:stCondLst>
                                    <p:cond delay="1349"/>
                                  </p:stCondLst>
                                  <p:childTnLst>
                                    <p:set>
                                      <p:cBhvr>
                                        <p:cTn id="95" dur="1" fill="hold">
                                          <p:stCondLst>
                                            <p:cond delay="0"/>
                                          </p:stCondLst>
                                        </p:cTn>
                                        <p:tgtEl>
                                          <p:spTgt spid="51"/>
                                        </p:tgtEl>
                                        <p:attrNameLst>
                                          <p:attrName>style.visibility</p:attrName>
                                        </p:attrNameLst>
                                      </p:cBhvr>
                                      <p:to>
                                        <p:strVal val="visible"/>
                                      </p:to>
                                    </p:set>
                                  </p:childTnLst>
                                </p:cTn>
                              </p:par>
                              <p:par>
                                <p:cTn id="96" presetID="1" presetClass="entr" presetSubtype="0" fill="hold" nodeType="withEffect" restart="never">
                                  <p:stCondLst>
                                    <p:cond delay="1496"/>
                                  </p:stCondLst>
                                  <p:childTnLst>
                                    <p:set>
                                      <p:cBhvr>
                                        <p:cTn id="97" dur="1" fill="hold">
                                          <p:stCondLst>
                                            <p:cond delay="0"/>
                                          </p:stCondLst>
                                        </p:cTn>
                                        <p:tgtEl>
                                          <p:spTgt spid="52"/>
                                        </p:tgtEl>
                                        <p:attrNameLst>
                                          <p:attrName>style.visibility</p:attrName>
                                        </p:attrNameLst>
                                      </p:cBhvr>
                                      <p:to>
                                        <p:strVal val="visible"/>
                                      </p:to>
                                    </p:set>
                                  </p:childTnLst>
                                </p:cTn>
                              </p:par>
                              <p:par>
                                <p:cTn id="98" presetID="1" presetClass="entr" presetSubtype="0" fill="hold" nodeType="withEffect" restart="never">
                                  <p:stCondLst>
                                    <p:cond delay="1643"/>
                                  </p:stCondLst>
                                  <p:childTnLst>
                                    <p:set>
                                      <p:cBhvr>
                                        <p:cTn id="99" dur="1" fill="hold">
                                          <p:stCondLst>
                                            <p:cond delay="0"/>
                                          </p:stCondLst>
                                        </p:cTn>
                                        <p:tgtEl>
                                          <p:spTgt spid="53"/>
                                        </p:tgtEl>
                                        <p:attrNameLst>
                                          <p:attrName>style.visibility</p:attrName>
                                        </p:attrNameLst>
                                      </p:cBhvr>
                                      <p:to>
                                        <p:strVal val="visible"/>
                                      </p:to>
                                    </p:set>
                                  </p:childTnLst>
                                </p:cTn>
                              </p:par>
                              <p:par>
                                <p:cTn id="100" presetID="1" presetClass="entr" presetSubtype="0" fill="hold" nodeType="withEffect" restart="never">
                                  <p:stCondLst>
                                    <p:cond delay="1790"/>
                                  </p:stCondLst>
                                  <p:childTnLst>
                                    <p:set>
                                      <p:cBhvr>
                                        <p:cTn id="101" dur="1" fill="hold">
                                          <p:stCondLst>
                                            <p:cond delay="0"/>
                                          </p:stCondLst>
                                        </p:cTn>
                                        <p:tgtEl>
                                          <p:spTgt spid="54"/>
                                        </p:tgtEl>
                                        <p:attrNameLst>
                                          <p:attrName>style.visibility</p:attrName>
                                        </p:attrNameLst>
                                      </p:cBhvr>
                                      <p:to>
                                        <p:strVal val="visible"/>
                                      </p:to>
                                    </p:set>
                                  </p:childTnLst>
                                </p:cTn>
                              </p:par>
                              <p:par>
                                <p:cTn id="102" presetID="1" presetClass="entr" presetSubtype="0" fill="hold" nodeType="withEffect" restart="never">
                                  <p:stCondLst>
                                    <p:cond delay="1937"/>
                                  </p:stCondLst>
                                  <p:childTnLst>
                                    <p:set>
                                      <p:cBhvr>
                                        <p:cTn id="103" dur="1" fill="hold">
                                          <p:stCondLst>
                                            <p:cond delay="0"/>
                                          </p:stCondLst>
                                        </p:cTn>
                                        <p:tgtEl>
                                          <p:spTgt spid="55"/>
                                        </p:tgtEl>
                                        <p:attrNameLst>
                                          <p:attrName>style.visibility</p:attrName>
                                        </p:attrNameLst>
                                      </p:cBhvr>
                                      <p:to>
                                        <p:strVal val="visible"/>
                                      </p:to>
                                    </p:set>
                                  </p:childTnLst>
                                </p:cTn>
                              </p:par>
                              <p:par>
                                <p:cTn id="104" presetID="1" presetClass="entr" presetSubtype="0" fill="hold" nodeType="withEffect" restart="never">
                                  <p:stCondLst>
                                    <p:cond delay="2084"/>
                                  </p:stCondLst>
                                  <p:childTnLst>
                                    <p:set>
                                      <p:cBhvr>
                                        <p:cTn id="105" dur="1" fill="hold">
                                          <p:stCondLst>
                                            <p:cond delay="0"/>
                                          </p:stCondLst>
                                        </p:cTn>
                                        <p:tgtEl>
                                          <p:spTgt spid="56"/>
                                        </p:tgtEl>
                                        <p:attrNameLst>
                                          <p:attrName>style.visibility</p:attrName>
                                        </p:attrNameLst>
                                      </p:cBhvr>
                                      <p:to>
                                        <p:strVal val="visible"/>
                                      </p:to>
                                    </p:set>
                                  </p:childTnLst>
                                </p:cTn>
                              </p:par>
                              <p:par>
                                <p:cTn id="106" presetID="1" presetClass="entr" presetSubtype="0" fill="hold" nodeType="withEffect" restart="never">
                                  <p:stCondLst>
                                    <p:cond delay="2231"/>
                                  </p:stCondLst>
                                  <p:childTnLst>
                                    <p:set>
                                      <p:cBhvr>
                                        <p:cTn id="107" dur="1" fill="hold">
                                          <p:stCondLst>
                                            <p:cond delay="0"/>
                                          </p:stCondLst>
                                        </p:cTn>
                                        <p:tgtEl>
                                          <p:spTgt spid="57"/>
                                        </p:tgtEl>
                                        <p:attrNameLst>
                                          <p:attrName>style.visibility</p:attrName>
                                        </p:attrNameLst>
                                      </p:cBhvr>
                                      <p:to>
                                        <p:strVal val="visible"/>
                                      </p:to>
                                    </p:set>
                                  </p:childTnLst>
                                </p:cTn>
                              </p:par>
                              <p:par>
                                <p:cTn id="108" presetID="1" presetClass="entr" presetSubtype="0" fill="hold" nodeType="withEffect" restart="never">
                                  <p:stCondLst>
                                    <p:cond delay="2378"/>
                                  </p:stCondLst>
                                  <p:childTnLst>
                                    <p:set>
                                      <p:cBhvr>
                                        <p:cTn id="109" dur="1" fill="hold">
                                          <p:stCondLst>
                                            <p:cond delay="0"/>
                                          </p:stCondLst>
                                        </p:cTn>
                                        <p:tgtEl>
                                          <p:spTgt spid="58"/>
                                        </p:tgtEl>
                                        <p:attrNameLst>
                                          <p:attrName>style.visibility</p:attrName>
                                        </p:attrNameLst>
                                      </p:cBhvr>
                                      <p:to>
                                        <p:strVal val="visible"/>
                                      </p:to>
                                    </p:set>
                                  </p:childTnLst>
                                </p:cTn>
                              </p:par>
                              <p:par>
                                <p:cTn id="110" presetID="1" presetClass="entr" presetSubtype="0" fill="hold" nodeType="withEffect" restart="never">
                                  <p:stCondLst>
                                    <p:cond delay="2525"/>
                                  </p:stCondLst>
                                  <p:childTnLst>
                                    <p:set>
                                      <p:cBhvr>
                                        <p:cTn id="111" dur="1" fill="hold">
                                          <p:stCondLst>
                                            <p:cond delay="0"/>
                                          </p:stCondLst>
                                        </p:cTn>
                                        <p:tgtEl>
                                          <p:spTgt spid="59"/>
                                        </p:tgtEl>
                                        <p:attrNameLst>
                                          <p:attrName>style.visibility</p:attrName>
                                        </p:attrNameLst>
                                      </p:cBhvr>
                                      <p:to>
                                        <p:strVal val="visible"/>
                                      </p:to>
                                    </p:set>
                                  </p:childTnLst>
                                </p:cTn>
                              </p:par>
                              <p:par>
                                <p:cTn id="112" presetID="1" presetClass="entr" presetSubtype="0" fill="hold" nodeType="withEffect" restart="never">
                                  <p:stCondLst>
                                    <p:cond delay="2672"/>
                                  </p:stCondLst>
                                  <p:childTnLst>
                                    <p:set>
                                      <p:cBhvr>
                                        <p:cTn id="113" dur="1" fill="hold">
                                          <p:stCondLst>
                                            <p:cond delay="0"/>
                                          </p:stCondLst>
                                        </p:cTn>
                                        <p:tgtEl>
                                          <p:spTgt spid="60"/>
                                        </p:tgtEl>
                                        <p:attrNameLst>
                                          <p:attrName>style.visibility</p:attrName>
                                        </p:attrNameLst>
                                      </p:cBhvr>
                                      <p:to>
                                        <p:strVal val="visible"/>
                                      </p:to>
                                    </p:set>
                                  </p:childTnLst>
                                </p:cTn>
                              </p:par>
                            </p:childTnLst>
                          </p:cTn>
                        </p:par>
                      </p:childTnLst>
                    </p:cTn>
                  </p:par>
                  <p:par>
                    <p:cTn id="114" fill="hold" restart="never" repeatCount="1000">
                      <p:stCondLst>
                        <p:cond delay="indefinite"/>
                      </p:stCondLst>
                      <p:childTnLst>
                        <p:par>
                          <p:cTn id="115" fill="hold" dur="3539">
                            <p:stCondLst>
                              <p:cond delay="0"/>
                            </p:stCondLst>
                            <p:childTnLst>
                              <p:par>
                                <p:cTn id="116" presetID="1" presetClass="entr" presetSubtype="0" fill="hold" nodeType="clickEffect" restart="never">
                                  <p:stCondLst>
                                    <p:cond delay="0"/>
                                  </p:stCondLst>
                                  <p:childTnLst>
                                    <p:set>
                                      <p:cBhvr>
                                        <p:cTn id="117" dur="1" fill="hold">
                                          <p:stCondLst>
                                            <p:cond delay="0"/>
                                          </p:stCondLst>
                                        </p:cTn>
                                        <p:tgtEl>
                                          <p:spTgt spid="9"/>
                                        </p:tgtEl>
                                        <p:attrNameLst>
                                          <p:attrName>style.visibility</p:attrName>
                                        </p:attrNameLst>
                                      </p:cBhvr>
                                      <p:to>
                                        <p:strVal val="visible"/>
                                      </p:to>
                                    </p:set>
                                  </p:childTnLst>
                                </p:cTn>
                              </p:par>
                              <p:par>
                                <p:cTn id="118" presetID="1" presetClass="entr" presetSubtype="0" fill="hold" nodeType="withEffect" restart="never">
                                  <p:stCondLst>
                                    <p:cond delay="467"/>
                                  </p:stCondLst>
                                  <p:childTnLst>
                                    <p:set>
                                      <p:cBhvr>
                                        <p:cTn id="119" dur="1" fill="hold">
                                          <p:stCondLst>
                                            <p:cond delay="0"/>
                                          </p:stCondLst>
                                        </p:cTn>
                                        <p:tgtEl>
                                          <p:spTgt spid="61"/>
                                        </p:tgtEl>
                                        <p:attrNameLst>
                                          <p:attrName>style.visibility</p:attrName>
                                        </p:attrNameLst>
                                      </p:cBhvr>
                                      <p:to>
                                        <p:strVal val="visible"/>
                                      </p:to>
                                    </p:set>
                                  </p:childTnLst>
                                </p:cTn>
                              </p:par>
                              <p:par>
                                <p:cTn id="120" presetID="1" presetClass="entr" presetSubtype="0" fill="hold" nodeType="withEffect" restart="never">
                                  <p:stCondLst>
                                    <p:cond delay="614"/>
                                  </p:stCondLst>
                                  <p:childTnLst>
                                    <p:set>
                                      <p:cBhvr>
                                        <p:cTn id="121" dur="1" fill="hold">
                                          <p:stCondLst>
                                            <p:cond delay="0"/>
                                          </p:stCondLst>
                                        </p:cTn>
                                        <p:tgtEl>
                                          <p:spTgt spid="62"/>
                                        </p:tgtEl>
                                        <p:attrNameLst>
                                          <p:attrName>style.visibility</p:attrName>
                                        </p:attrNameLst>
                                      </p:cBhvr>
                                      <p:to>
                                        <p:strVal val="visible"/>
                                      </p:to>
                                    </p:set>
                                  </p:childTnLst>
                                </p:cTn>
                              </p:par>
                              <p:par>
                                <p:cTn id="122" presetID="1" presetClass="entr" presetSubtype="0" fill="hold" nodeType="withEffect" restart="never">
                                  <p:stCondLst>
                                    <p:cond delay="761"/>
                                  </p:stCondLst>
                                  <p:childTnLst>
                                    <p:set>
                                      <p:cBhvr>
                                        <p:cTn id="123" dur="1" fill="hold">
                                          <p:stCondLst>
                                            <p:cond delay="0"/>
                                          </p:stCondLst>
                                        </p:cTn>
                                        <p:tgtEl>
                                          <p:spTgt spid="63"/>
                                        </p:tgtEl>
                                        <p:attrNameLst>
                                          <p:attrName>style.visibility</p:attrName>
                                        </p:attrNameLst>
                                      </p:cBhvr>
                                      <p:to>
                                        <p:strVal val="visible"/>
                                      </p:to>
                                    </p:set>
                                  </p:childTnLst>
                                </p:cTn>
                              </p:par>
                              <p:par>
                                <p:cTn id="124" presetID="1" presetClass="entr" presetSubtype="0" fill="hold" nodeType="withEffect" restart="never">
                                  <p:stCondLst>
                                    <p:cond delay="908"/>
                                  </p:stCondLst>
                                  <p:childTnLst>
                                    <p:set>
                                      <p:cBhvr>
                                        <p:cTn id="125" dur="1" fill="hold">
                                          <p:stCondLst>
                                            <p:cond delay="0"/>
                                          </p:stCondLst>
                                        </p:cTn>
                                        <p:tgtEl>
                                          <p:spTgt spid="64"/>
                                        </p:tgtEl>
                                        <p:attrNameLst>
                                          <p:attrName>style.visibility</p:attrName>
                                        </p:attrNameLst>
                                      </p:cBhvr>
                                      <p:to>
                                        <p:strVal val="visible"/>
                                      </p:to>
                                    </p:set>
                                  </p:childTnLst>
                                </p:cTn>
                              </p:par>
                              <p:par>
                                <p:cTn id="126" presetID="1" presetClass="entr" presetSubtype="0" fill="hold" nodeType="withEffect" restart="never">
                                  <p:stCondLst>
                                    <p:cond delay="1055"/>
                                  </p:stCondLst>
                                  <p:childTnLst>
                                    <p:set>
                                      <p:cBhvr>
                                        <p:cTn id="127" dur="1" fill="hold">
                                          <p:stCondLst>
                                            <p:cond delay="0"/>
                                          </p:stCondLst>
                                        </p:cTn>
                                        <p:tgtEl>
                                          <p:spTgt spid="65"/>
                                        </p:tgtEl>
                                        <p:attrNameLst>
                                          <p:attrName>style.visibility</p:attrName>
                                        </p:attrNameLst>
                                      </p:cBhvr>
                                      <p:to>
                                        <p:strVal val="visible"/>
                                      </p:to>
                                    </p:set>
                                  </p:childTnLst>
                                </p:cTn>
                              </p:par>
                              <p:par>
                                <p:cTn id="128" presetID="1" presetClass="entr" presetSubtype="0" fill="hold" nodeType="withEffect" restart="never">
                                  <p:stCondLst>
                                    <p:cond delay="1202"/>
                                  </p:stCondLst>
                                  <p:childTnLst>
                                    <p:set>
                                      <p:cBhvr>
                                        <p:cTn id="129" dur="1" fill="hold">
                                          <p:stCondLst>
                                            <p:cond delay="0"/>
                                          </p:stCondLst>
                                        </p:cTn>
                                        <p:tgtEl>
                                          <p:spTgt spid="66"/>
                                        </p:tgtEl>
                                        <p:attrNameLst>
                                          <p:attrName>style.visibility</p:attrName>
                                        </p:attrNameLst>
                                      </p:cBhvr>
                                      <p:to>
                                        <p:strVal val="visible"/>
                                      </p:to>
                                    </p:set>
                                  </p:childTnLst>
                                </p:cTn>
                              </p:par>
                              <p:par>
                                <p:cTn id="130" presetID="1" presetClass="entr" presetSubtype="0" fill="hold" nodeType="withEffect" restart="never">
                                  <p:stCondLst>
                                    <p:cond delay="1349"/>
                                  </p:stCondLst>
                                  <p:childTnLst>
                                    <p:set>
                                      <p:cBhvr>
                                        <p:cTn id="131" dur="1" fill="hold">
                                          <p:stCondLst>
                                            <p:cond delay="0"/>
                                          </p:stCondLst>
                                        </p:cTn>
                                        <p:tgtEl>
                                          <p:spTgt spid="67"/>
                                        </p:tgtEl>
                                        <p:attrNameLst>
                                          <p:attrName>style.visibility</p:attrName>
                                        </p:attrNameLst>
                                      </p:cBhvr>
                                      <p:to>
                                        <p:strVal val="visible"/>
                                      </p:to>
                                    </p:set>
                                  </p:childTnLst>
                                </p:cTn>
                              </p:par>
                              <p:par>
                                <p:cTn id="132" presetID="1" presetClass="entr" presetSubtype="0" fill="hold" nodeType="withEffect" restart="never">
                                  <p:stCondLst>
                                    <p:cond delay="1496"/>
                                  </p:stCondLst>
                                  <p:childTnLst>
                                    <p:set>
                                      <p:cBhvr>
                                        <p:cTn id="133" dur="1" fill="hold">
                                          <p:stCondLst>
                                            <p:cond delay="0"/>
                                          </p:stCondLst>
                                        </p:cTn>
                                        <p:tgtEl>
                                          <p:spTgt spid="68"/>
                                        </p:tgtEl>
                                        <p:attrNameLst>
                                          <p:attrName>style.visibility</p:attrName>
                                        </p:attrNameLst>
                                      </p:cBhvr>
                                      <p:to>
                                        <p:strVal val="visible"/>
                                      </p:to>
                                    </p:set>
                                  </p:childTnLst>
                                </p:cTn>
                              </p:par>
                              <p:par>
                                <p:cTn id="134" presetID="1" presetClass="entr" presetSubtype="0" fill="hold" nodeType="withEffect" restart="never">
                                  <p:stCondLst>
                                    <p:cond delay="1643"/>
                                  </p:stCondLst>
                                  <p:childTnLst>
                                    <p:set>
                                      <p:cBhvr>
                                        <p:cTn id="135" dur="1" fill="hold">
                                          <p:stCondLst>
                                            <p:cond delay="0"/>
                                          </p:stCondLst>
                                        </p:cTn>
                                        <p:tgtEl>
                                          <p:spTgt spid="69"/>
                                        </p:tgtEl>
                                        <p:attrNameLst>
                                          <p:attrName>style.visibility</p:attrName>
                                        </p:attrNameLst>
                                      </p:cBhvr>
                                      <p:to>
                                        <p:strVal val="visible"/>
                                      </p:to>
                                    </p:set>
                                  </p:childTnLst>
                                </p:cTn>
                              </p:par>
                              <p:par>
                                <p:cTn id="136" presetID="1" presetClass="entr" presetSubtype="0" fill="hold" nodeType="withEffect" restart="never">
                                  <p:stCondLst>
                                    <p:cond delay="1790"/>
                                  </p:stCondLst>
                                  <p:childTnLst>
                                    <p:set>
                                      <p:cBhvr>
                                        <p:cTn id="137" dur="1" fill="hold">
                                          <p:stCondLst>
                                            <p:cond delay="0"/>
                                          </p:stCondLst>
                                        </p:cTn>
                                        <p:tgtEl>
                                          <p:spTgt spid="70"/>
                                        </p:tgtEl>
                                        <p:attrNameLst>
                                          <p:attrName>style.visibility</p:attrName>
                                        </p:attrNameLst>
                                      </p:cBhvr>
                                      <p:to>
                                        <p:strVal val="visible"/>
                                      </p:to>
                                    </p:set>
                                  </p:childTnLst>
                                </p:cTn>
                              </p:par>
                              <p:par>
                                <p:cTn id="138" presetID="1" presetClass="entr" presetSubtype="0" fill="hold" nodeType="withEffect" restart="never">
                                  <p:stCondLst>
                                    <p:cond delay="1937"/>
                                  </p:stCondLst>
                                  <p:childTnLst>
                                    <p:set>
                                      <p:cBhvr>
                                        <p:cTn id="139" dur="1" fill="hold">
                                          <p:stCondLst>
                                            <p:cond delay="0"/>
                                          </p:stCondLst>
                                        </p:cTn>
                                        <p:tgtEl>
                                          <p:spTgt spid="71"/>
                                        </p:tgtEl>
                                        <p:attrNameLst>
                                          <p:attrName>style.visibility</p:attrName>
                                        </p:attrNameLst>
                                      </p:cBhvr>
                                      <p:to>
                                        <p:strVal val="visible"/>
                                      </p:to>
                                    </p:set>
                                  </p:childTnLst>
                                </p:cTn>
                              </p:par>
                              <p:par>
                                <p:cTn id="140" presetID="1" presetClass="entr" presetSubtype="0" fill="hold" nodeType="withEffect" restart="never">
                                  <p:stCondLst>
                                    <p:cond delay="2084"/>
                                  </p:stCondLst>
                                  <p:childTnLst>
                                    <p:set>
                                      <p:cBhvr>
                                        <p:cTn id="141" dur="1" fill="hold">
                                          <p:stCondLst>
                                            <p:cond delay="0"/>
                                          </p:stCondLst>
                                        </p:cTn>
                                        <p:tgtEl>
                                          <p:spTgt spid="72"/>
                                        </p:tgtEl>
                                        <p:attrNameLst>
                                          <p:attrName>style.visibility</p:attrName>
                                        </p:attrNameLst>
                                      </p:cBhvr>
                                      <p:to>
                                        <p:strVal val="visible"/>
                                      </p:to>
                                    </p:set>
                                  </p:childTnLst>
                                </p:cTn>
                              </p:par>
                              <p:par>
                                <p:cTn id="142" presetID="1" presetClass="entr" presetSubtype="0" fill="hold" nodeType="withEffect" restart="never">
                                  <p:stCondLst>
                                    <p:cond delay="2231"/>
                                  </p:stCondLst>
                                  <p:childTnLst>
                                    <p:set>
                                      <p:cBhvr>
                                        <p:cTn id="143" dur="1" fill="hold">
                                          <p:stCondLst>
                                            <p:cond delay="0"/>
                                          </p:stCondLst>
                                        </p:cTn>
                                        <p:tgtEl>
                                          <p:spTgt spid="73"/>
                                        </p:tgtEl>
                                        <p:attrNameLst>
                                          <p:attrName>style.visibility</p:attrName>
                                        </p:attrNameLst>
                                      </p:cBhvr>
                                      <p:to>
                                        <p:strVal val="visible"/>
                                      </p:to>
                                    </p:set>
                                  </p:childTnLst>
                                </p:cTn>
                              </p:par>
                              <p:par>
                                <p:cTn id="144" presetID="1" presetClass="entr" presetSubtype="0" fill="hold" nodeType="withEffect" restart="never">
                                  <p:stCondLst>
                                    <p:cond delay="2378"/>
                                  </p:stCondLst>
                                  <p:childTnLst>
                                    <p:set>
                                      <p:cBhvr>
                                        <p:cTn id="145" dur="1" fill="hold">
                                          <p:stCondLst>
                                            <p:cond delay="0"/>
                                          </p:stCondLst>
                                        </p:cTn>
                                        <p:tgtEl>
                                          <p:spTgt spid="74"/>
                                        </p:tgtEl>
                                        <p:attrNameLst>
                                          <p:attrName>style.visibility</p:attrName>
                                        </p:attrNameLst>
                                      </p:cBhvr>
                                      <p:to>
                                        <p:strVal val="visible"/>
                                      </p:to>
                                    </p:set>
                                  </p:childTnLst>
                                </p:cTn>
                              </p:par>
                              <p:par>
                                <p:cTn id="146" presetID="1" presetClass="entr" presetSubtype="0" fill="hold" nodeType="withEffect" restart="never">
                                  <p:stCondLst>
                                    <p:cond delay="2525"/>
                                  </p:stCondLst>
                                  <p:childTnLst>
                                    <p:set>
                                      <p:cBhvr>
                                        <p:cTn id="147" dur="1" fill="hold">
                                          <p:stCondLst>
                                            <p:cond delay="0"/>
                                          </p:stCondLst>
                                        </p:cTn>
                                        <p:tgtEl>
                                          <p:spTgt spid="75"/>
                                        </p:tgtEl>
                                        <p:attrNameLst>
                                          <p:attrName>style.visibility</p:attrName>
                                        </p:attrNameLst>
                                      </p:cBhvr>
                                      <p:to>
                                        <p:strVal val="visible"/>
                                      </p:to>
                                    </p:set>
                                  </p:childTnLst>
                                </p:cTn>
                              </p:par>
                              <p:par>
                                <p:cTn id="148" presetID="1" presetClass="entr" presetSubtype="0" fill="hold" nodeType="withEffect" restart="never">
                                  <p:stCondLst>
                                    <p:cond delay="2672"/>
                                  </p:stCondLst>
                                  <p:childTnLst>
                                    <p:set>
                                      <p:cBhvr>
                                        <p:cTn id="149" dur="1" fill="hold">
                                          <p:stCondLst>
                                            <p:cond delay="0"/>
                                          </p:stCondLst>
                                        </p:cTn>
                                        <p:tgtEl>
                                          <p:spTgt spid="76"/>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pam_process_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Generate pulses</a:t>
            </a:r>
          </a:p>
        </p:txBody>
      </p:sp>
      <p:sp>
        <p:nvSpPr>
          <p:cNvPr id="3" name="section-0">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9A72A3C-43E4-4448-AFAB-B29B3BB0F52F}"/>
              </a:ext>
            </a:extLst>
          </p:cNvPr>
          <p:cNvSpPr>
            <a:spLocks xmlns:a="http://schemas.openxmlformats.org/drawingml/2006/main" noGrp="1"/>
          </p:cNvSpPr>
          <p:nvPr/>
        </p:nvSpPr>
        <p:spPr>
          <a:xfrm xmlns:a="http://schemas.openxmlformats.org/drawingml/2006/main">
            <a:off x="609600" y="12477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Generate pulses</a:t>
            </a:r>
          </a:p>
        </p:txBody>
      </p:sp>
      <p:sp>
        <p:nvSpPr>
          <p:cNvPr id="4" name="section-1">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0535F232-90BC-4A82-B847-48B793E32C79}"/>
              </a:ext>
            </a:extLst>
          </p:cNvPr>
          <p:cNvSpPr>
            <a:spLocks xmlns:a="http://schemas.openxmlformats.org/drawingml/2006/main" noGrp="1"/>
          </p:cNvSpPr>
          <p:nvPr/>
        </p:nvSpPr>
        <p:spPr>
          <a:xfrm xmlns:a="http://schemas.openxmlformats.org/drawingml/2006/main">
            <a:off x="4324350" y="12477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AAAAAA"/>
                </a:solidFill>
                <a:latin typeface="Times New Roman"/>
                <a:ea typeface="Times New Roman"/>
                <a:cs typeface="Times New Roman"/>
              </a:defRPr>
            </a:defPPr>
          </a:lstStyle>
          <a:p xmlns:a="http://schemas.openxmlformats.org/drawingml/2006/main">
            <a:pPr algn="ctr">
              <a:defRPr sz="2025" b="0" i="0">
                <a:solidFill>
                  <a:srgbClr val="AAAAAA"/>
                </a:solidFill>
                <a:latin typeface="Times New Roman"/>
                <a:ea typeface="Times New Roman"/>
                <a:cs typeface="Times New Roman"/>
              </a:defRPr>
            </a:pPr>
            <a:r>
              <a:rPr sz="2025" b="0" i="0">
                <a:solidFill>
                  <a:srgbClr val="AAAAAA"/>
                </a:solidFill>
                <a:latin typeface="Times New Roman"/>
                <a:ea typeface="Times New Roman"/>
                <a:cs typeface="Times New Roman"/>
              </a:rPr>
              <a:t>Inspect the pulse signal</a:t>
            </a:r>
          </a:p>
        </p:txBody>
      </p:sp>
      <p:sp>
        <p:nvSpPr>
          <p:cNvPr id="5" name="section-2">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7CF255F-A90C-4F7A-82A1-9A5FF823FF54}"/>
              </a:ext>
            </a:extLst>
          </p:cNvPr>
          <p:cNvSpPr>
            <a:spLocks xmlns:a="http://schemas.openxmlformats.org/drawingml/2006/main" noGrp="1"/>
          </p:cNvSpPr>
          <p:nvPr/>
        </p:nvSpPr>
        <p:spPr>
          <a:xfrm xmlns:a="http://schemas.openxmlformats.org/drawingml/2006/main">
            <a:off x="8039100" y="12477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AAAAAA"/>
                </a:solidFill>
                <a:latin typeface="Times New Roman"/>
                <a:ea typeface="Times New Roman"/>
                <a:cs typeface="Times New Roman"/>
              </a:defRPr>
            </a:defPPr>
          </a:lstStyle>
          <a:p xmlns:a="http://schemas.openxmlformats.org/drawingml/2006/main">
            <a:pPr algn="ctr">
              <a:defRPr sz="2025" b="0" i="0">
                <a:solidFill>
                  <a:srgbClr val="AAAAAA"/>
                </a:solidFill>
                <a:latin typeface="Times New Roman"/>
                <a:ea typeface="Times New Roman"/>
                <a:cs typeface="Times New Roman"/>
              </a:defRPr>
            </a:pPr>
            <a:r>
              <a:rPr sz="2025" b="0" i="0">
                <a:solidFill>
                  <a:srgbClr val="AAAAAA"/>
                </a:solidFill>
                <a:latin typeface="Times New Roman"/>
                <a:ea typeface="Times New Roman"/>
                <a:cs typeface="Times New Roman"/>
              </a:rPr>
              <a:t>Recover the message</a:t>
            </a:r>
          </a:p>
        </p:txBody>
      </p:sp>
      <p:pic>
        <p:nvPicPr>
          <p:cNvPr id="6" name="send-1" descr="One increment on the same PAM process. Static entry; click once; hold final.">
            <a:extLst xmlns:a="http://schemas.openxmlformats.org/drawingml/2006/main">
              <a:ext uri="{FF2B5EF4-FFF2-40B4-BE49-F238E27FC236}">
                <a16:creationId xmlns:a16="http://schemas.microsoft.com/office/drawing/2014/main" id="{89886115-868B-4861-8342-9B49439A4C3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1" name="send-1--t4-click-frame-00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2" name="send-1--t4-click-frame-00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3" name="send-1--t4-click-frame-00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4" name="send-1--t4-click-frame-00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5" name="send-1--t4-click-frame-00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6" name="send-1--t4-click-frame-00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7" name="send-1--t4-click-frame-007"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8" name="send-1--t4-click-frame-008"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19" name="send-1--t4-click-frame-009"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0" name="send-1--t4-click-frame-010"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1" name="send-1--t4-click-frame-01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2" name="send-1--t4-click-frame-01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3" name="send-1--t4-click-frame-01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4" name="send-1--t4-click-frame-01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5" name="send-1--t4-click-frame-01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6" name="send-1--t4-click-frame-01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7" name="send-2" descr="One increment on the same PAM process. Static entry; click once; hold final.">
            <a:extLst xmlns:a="http://schemas.openxmlformats.org/drawingml/2006/main">
              <a:ext uri="{FF2B5EF4-FFF2-40B4-BE49-F238E27FC236}">
                <a16:creationId xmlns:a16="http://schemas.microsoft.com/office/drawing/2014/main" id="{5D43F794-FDF4-4EE0-9273-001D637165E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7" name="send-2--t4-click-frame-00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8" name="send-2--t4-click-frame-00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29" name="send-2--t4-click-frame-00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0" name="send-2--t4-click-frame-00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1" name="send-2--t4-click-frame-00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2" name="send-2--t4-click-frame-00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3" name="send-2--t4-click-frame-007"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4" name="send-2--t4-click-frame-008"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5" name="send-2--t4-click-frame-009"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6" name="send-2--t4-click-frame-010"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7" name="send-2--t4-click-frame-011"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8" name="send-2--t4-click-frame-012"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39" name="send-2--t4-click-frame-013"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0" name="send-2--t4-click-frame-014"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1" name="send-2--t4-click-frame-015"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pic>
        <p:nvPicPr>
          <p:cNvPr id="42" name="send-2--t4-click-frame-016" descr="One increment on the same PAM process. Static entry; click once; hold final."/>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133600"/>
            <a:ext cx="10668000" cy="3429000"/>
          </a:xfrm>
          <a:prstGeom xmlns:a="http://schemas.openxmlformats.org/drawingml/2006/main" prst="rect">
            <a:avLst/>
          </a:prstGeom>
        </p:spPr>
      </p:pic>
      <p:sp>
        <p:nvSpPr>
          <p:cNvPr id="8" name="example-condition">
            <a:extLst xmlns:a="http://schemas.openxmlformats.org/drawingml/2006/main">
              <a:ext uri="{FF2B5EF4-FFF2-40B4-BE49-F238E27FC236}">
                <a16:creationId xmlns:a16="http://schemas.microsoft.com/office/drawing/2014/main" id="{4BB5CA54-9FE0-40D9-A17C-03A1134FB826}"/>
              </a:ext>
            </a:extLst>
          </p:cNvPr>
          <p:cNvSpPr>
            <a:spLocks xmlns:a="http://schemas.openxmlformats.org/drawingml/2006/main" noGrp="1"/>
          </p:cNvSpPr>
          <p:nvPr/>
        </p:nvSpPr>
        <p:spPr>
          <a:xfrm xmlns:a="http://schemas.openxmlformats.org/drawingml/2006/main">
            <a:off x="609600" y="5705475"/>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Example: five nonzero samples; all other samples are zero.</a:t>
            </a:r>
          </a:p>
        </p:txBody>
      </p:sp>
      <p:sp>
        <p:nvSpPr>
          <p:cNvPr id="9" name="send-result">
            <a:extLst xmlns:a="http://schemas.openxmlformats.org/drawingml/2006/main">
              <a:ext uri="{FF2B5EF4-FFF2-40B4-BE49-F238E27FC236}">
                <a16:creationId xmlns:a16="http://schemas.microsoft.com/office/drawing/2014/main" id="{3C499ECD-3E38-4343-9037-1605D08878AC}"/>
              </a:ext>
            </a:extLst>
          </p:cNvPr>
          <p:cNvSpPr>
            <a:spLocks xmlns:a="http://schemas.openxmlformats.org/drawingml/2006/main" noGrp="1"/>
          </p:cNvSpPr>
          <p:nvPr/>
        </p:nvSpPr>
        <p:spPr>
          <a:xfrm xmlns:a="http://schemas.openxmlformats.org/drawingml/2006/main">
            <a:off x="609600" y="6105525"/>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i="0">
                <a:solidFill>
                  <a:srgbClr val="202020"/>
                </a:solidFill>
                <a:latin typeface="Times New Roman"/>
                <a:ea typeface="Times New Roman"/>
                <a:cs typeface="Times New Roman"/>
              </a:defRPr>
            </a:defPPr>
          </a:lstStyle>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Each pulse height stores one sample.</a:t>
            </a:r>
          </a:p>
        </p:txBody>
      </p:sp>
    </p:spTree>
    <p:extLst>
      <p:ext uri="{BB962C8B-B14F-4D97-AF65-F5344CB8AC3E}">
        <p14:creationId xmlns:p14="http://schemas.microsoft.com/office/powerpoint/2010/main" val="1300404222"/>
      </p:ext>
    </p:extLst>
  </p:cSld>
  <p:timing>
    <p:tnLst>
      <p:par>
        <p:cTn id="1" dur="indefinite" restart="never" nodeType="tmRoot">
          <p:childTnLst>
            <p:seq concurrent="1" nextAc="seek">
              <p:cTn id="2" dur="indefinite" nodeType="mainSeq">
                <p:childTnLst>
                  <p:par>
                    <p:cTn id="8" fill="hold" restart="never" repeatCount="1000">
                      <p:stCondLst>
                        <p:cond delay="indefinite"/>
                      </p:stCondLst>
                      <p:childTnLst>
                        <p:par>
                          <p:cTn id="9" fill="hold" dur="2650">
                            <p:stCondLst>
                              <p:cond delay="0"/>
                            </p:stCondLst>
                            <p:childTnLst>
                              <p:par>
                                <p:cTn id="10" presetID="1" presetClass="entr" presetSubtype="0" fill="hold" nodeType="clickEffect" restart="never">
                                  <p:stCondLst>
                                    <p:cond delay="35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restart="never">
                                  <p:stCondLst>
                                    <p:cond delay="46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ntr" presetSubtype="0" fill="hold" nodeType="withEffect" restart="never">
                                  <p:stCondLst>
                                    <p:cond delay="570"/>
                                  </p:stCondLst>
                                  <p:childTnLst>
                                    <p:set>
                                      <p:cBhvr>
                                        <p:cTn id="15" dur="1" fill="hold">
                                          <p:stCondLst>
                                            <p:cond delay="0"/>
                                          </p:stCondLst>
                                        </p:cTn>
                                        <p:tgtEl>
                                          <p:spTgt spid="13"/>
                                        </p:tgtEl>
                                        <p:attrNameLst>
                                          <p:attrName>style.visibility</p:attrName>
                                        </p:attrNameLst>
                                      </p:cBhvr>
                                      <p:to>
                                        <p:strVal val="visible"/>
                                      </p:to>
                                    </p:set>
                                  </p:childTnLst>
                                </p:cTn>
                              </p:par>
                              <p:par>
                                <p:cTn id="16" presetID="1" presetClass="entr" presetSubtype="0" fill="hold" nodeType="withEffect" restart="never">
                                  <p:stCondLst>
                                    <p:cond delay="680"/>
                                  </p:stCondLst>
                                  <p:childTnLst>
                                    <p:set>
                                      <p:cBhvr>
                                        <p:cTn id="17" dur="1" fill="hold">
                                          <p:stCondLst>
                                            <p:cond delay="0"/>
                                          </p:stCondLst>
                                        </p:cTn>
                                        <p:tgtEl>
                                          <p:spTgt spid="14"/>
                                        </p:tgtEl>
                                        <p:attrNameLst>
                                          <p:attrName>style.visibility</p:attrName>
                                        </p:attrNameLst>
                                      </p:cBhvr>
                                      <p:to>
                                        <p:strVal val="visible"/>
                                      </p:to>
                                    </p:set>
                                  </p:childTnLst>
                                </p:cTn>
                              </p:par>
                              <p:par>
                                <p:cTn id="18" presetID="1" presetClass="entr" presetSubtype="0" fill="hold" nodeType="withEffect" restart="never">
                                  <p:stCondLst>
                                    <p:cond delay="790"/>
                                  </p:stCondLst>
                                  <p:childTnLst>
                                    <p:set>
                                      <p:cBhvr>
                                        <p:cTn id="19" dur="1" fill="hold">
                                          <p:stCondLst>
                                            <p:cond delay="0"/>
                                          </p:stCondLst>
                                        </p:cTn>
                                        <p:tgtEl>
                                          <p:spTgt spid="15"/>
                                        </p:tgtEl>
                                        <p:attrNameLst>
                                          <p:attrName>style.visibility</p:attrName>
                                        </p:attrNameLst>
                                      </p:cBhvr>
                                      <p:to>
                                        <p:strVal val="visible"/>
                                      </p:to>
                                    </p:set>
                                  </p:childTnLst>
                                </p:cTn>
                              </p:par>
                              <p:par>
                                <p:cTn id="20" presetID="1" presetClass="entr" presetSubtype="0" fill="hold" nodeType="withEffect" restart="never">
                                  <p:stCondLst>
                                    <p:cond delay="90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ntr" presetSubtype="0" fill="hold" nodeType="withEffect" restart="never">
                                  <p:stCondLst>
                                    <p:cond delay="1010"/>
                                  </p:stCondLst>
                                  <p:childTnLst>
                                    <p:set>
                                      <p:cBhvr>
                                        <p:cTn id="23" dur="1" fill="hold">
                                          <p:stCondLst>
                                            <p:cond delay="0"/>
                                          </p:stCondLst>
                                        </p:cTn>
                                        <p:tgtEl>
                                          <p:spTgt spid="17"/>
                                        </p:tgtEl>
                                        <p:attrNameLst>
                                          <p:attrName>style.visibility</p:attrName>
                                        </p:attrNameLst>
                                      </p:cBhvr>
                                      <p:to>
                                        <p:strVal val="visible"/>
                                      </p:to>
                                    </p:set>
                                  </p:childTnLst>
                                </p:cTn>
                              </p:par>
                              <p:par>
                                <p:cTn id="24" presetID="1" presetClass="entr" presetSubtype="0" fill="hold" nodeType="withEffect" restart="never">
                                  <p:stCondLst>
                                    <p:cond delay="1120"/>
                                  </p:stCondLst>
                                  <p:childTnLst>
                                    <p:set>
                                      <p:cBhvr>
                                        <p:cTn id="25" dur="1" fill="hold">
                                          <p:stCondLst>
                                            <p:cond delay="0"/>
                                          </p:stCondLst>
                                        </p:cTn>
                                        <p:tgtEl>
                                          <p:spTgt spid="18"/>
                                        </p:tgtEl>
                                        <p:attrNameLst>
                                          <p:attrName>style.visibility</p:attrName>
                                        </p:attrNameLst>
                                      </p:cBhvr>
                                      <p:to>
                                        <p:strVal val="visible"/>
                                      </p:to>
                                    </p:set>
                                  </p:childTnLst>
                                </p:cTn>
                              </p:par>
                              <p:par>
                                <p:cTn id="26" presetID="1" presetClass="entr" presetSubtype="0" fill="hold" nodeType="withEffect" restart="never">
                                  <p:stCondLst>
                                    <p:cond delay="123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nodeType="withEffect" restart="never">
                                  <p:stCondLst>
                                    <p:cond delay="134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nodeType="withEffect" restart="never">
                                  <p:stCondLst>
                                    <p:cond delay="1450"/>
                                  </p:stCondLst>
                                  <p:childTnLst>
                                    <p:set>
                                      <p:cBhvr>
                                        <p:cTn id="31" dur="1" fill="hold">
                                          <p:stCondLst>
                                            <p:cond delay="0"/>
                                          </p:stCondLst>
                                        </p:cTn>
                                        <p:tgtEl>
                                          <p:spTgt spid="21"/>
                                        </p:tgtEl>
                                        <p:attrNameLst>
                                          <p:attrName>style.visibility</p:attrName>
                                        </p:attrNameLst>
                                      </p:cBhvr>
                                      <p:to>
                                        <p:strVal val="visible"/>
                                      </p:to>
                                    </p:set>
                                  </p:childTnLst>
                                </p:cTn>
                              </p:par>
                              <p:par>
                                <p:cTn id="32" presetID="1" presetClass="entr" presetSubtype="0" fill="hold" nodeType="withEffect" restart="never">
                                  <p:stCondLst>
                                    <p:cond delay="1560"/>
                                  </p:stCondLst>
                                  <p:childTnLst>
                                    <p:set>
                                      <p:cBhvr>
                                        <p:cTn id="33" dur="1" fill="hold">
                                          <p:stCondLst>
                                            <p:cond delay="0"/>
                                          </p:stCondLst>
                                        </p:cTn>
                                        <p:tgtEl>
                                          <p:spTgt spid="22"/>
                                        </p:tgtEl>
                                        <p:attrNameLst>
                                          <p:attrName>style.visibility</p:attrName>
                                        </p:attrNameLst>
                                      </p:cBhvr>
                                      <p:to>
                                        <p:strVal val="visible"/>
                                      </p:to>
                                    </p:set>
                                  </p:childTnLst>
                                </p:cTn>
                              </p:par>
                              <p:par>
                                <p:cTn id="34" presetID="1" presetClass="entr" presetSubtype="0" fill="hold" nodeType="withEffect" restart="never">
                                  <p:stCondLst>
                                    <p:cond delay="167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nodeType="withEffect" restart="never">
                                  <p:stCondLst>
                                    <p:cond delay="1780"/>
                                  </p:stCondLst>
                                  <p:childTnLst>
                                    <p:set>
                                      <p:cBhvr>
                                        <p:cTn id="37" dur="1" fill="hold">
                                          <p:stCondLst>
                                            <p:cond delay="0"/>
                                          </p:stCondLst>
                                        </p:cTn>
                                        <p:tgtEl>
                                          <p:spTgt spid="24"/>
                                        </p:tgtEl>
                                        <p:attrNameLst>
                                          <p:attrName>style.visibility</p:attrName>
                                        </p:attrNameLst>
                                      </p:cBhvr>
                                      <p:to>
                                        <p:strVal val="visible"/>
                                      </p:to>
                                    </p:set>
                                  </p:childTnLst>
                                </p:cTn>
                              </p:par>
                              <p:par>
                                <p:cTn id="38" presetID="1" presetClass="entr" presetSubtype="0" fill="hold" nodeType="withEffect" restart="never">
                                  <p:stCondLst>
                                    <p:cond delay="1890"/>
                                  </p:stCondLst>
                                  <p:childTnLst>
                                    <p:set>
                                      <p:cBhvr>
                                        <p:cTn id="39" dur="1" fill="hold">
                                          <p:stCondLst>
                                            <p:cond delay="0"/>
                                          </p:stCondLst>
                                        </p:cTn>
                                        <p:tgtEl>
                                          <p:spTgt spid="25"/>
                                        </p:tgtEl>
                                        <p:attrNameLst>
                                          <p:attrName>style.visibility</p:attrName>
                                        </p:attrNameLst>
                                      </p:cBhvr>
                                      <p:to>
                                        <p:strVal val="visible"/>
                                      </p:to>
                                    </p:set>
                                  </p:childTnLst>
                                </p:cTn>
                              </p:par>
                              <p:par>
                                <p:cTn id="40" presetID="1" presetClass="entr" presetSubtype="0" fill="hold" nodeType="withEffect" restart="never">
                                  <p:stCondLst>
                                    <p:cond delay="200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par>
                    <p:cTn id="42" fill="hold" restart="never" repeatCount="1000">
                      <p:stCondLst>
                        <p:cond delay="indefinite"/>
                      </p:stCondLst>
                      <p:childTnLst>
                        <p:par>
                          <p:cTn id="43" fill="hold" dur="2650">
                            <p:stCondLst>
                              <p:cond delay="0"/>
                            </p:stCondLst>
                            <p:childTnLst>
                              <p:par>
                                <p:cTn id="44" presetID="1" presetClass="entr" presetSubtype="0" fill="hold" nodeType="clickEffect" restart="never">
                                  <p:stCondLst>
                                    <p:cond delay="0"/>
                                  </p:stCondLst>
                                  <p:childTnLst>
                                    <p:set>
                                      <p:cBhvr>
                                        <p:cTn id="45" dur="1" fill="hold">
                                          <p:stCondLst>
                                            <p:cond delay="0"/>
                                          </p:stCondLst>
                                        </p:cTn>
                                        <p:tgtEl>
                                          <p:spTgt spid="7"/>
                                        </p:tgtEl>
                                        <p:attrNameLst>
                                          <p:attrName>style.visibility</p:attrName>
                                        </p:attrNameLst>
                                      </p:cBhvr>
                                      <p:to>
                                        <p:strVal val="visible"/>
                                      </p:to>
                                    </p:set>
                                  </p:childTnLst>
                                </p:cTn>
                              </p:par>
                              <p:par>
                                <p:cTn id="46" presetID="1" presetClass="entr" presetSubtype="0" fill="hold" nodeType="withEffect" restart="never">
                                  <p:stCondLst>
                                    <p:cond delay="35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nodeType="withEffect" restart="never">
                                  <p:stCondLst>
                                    <p:cond delay="460"/>
                                  </p:stCondLst>
                                  <p:childTnLst>
                                    <p:set>
                                      <p:cBhvr>
                                        <p:cTn id="49" dur="1" fill="hold">
                                          <p:stCondLst>
                                            <p:cond delay="0"/>
                                          </p:stCondLst>
                                        </p:cTn>
                                        <p:tgtEl>
                                          <p:spTgt spid="28"/>
                                        </p:tgtEl>
                                        <p:attrNameLst>
                                          <p:attrName>style.visibility</p:attrName>
                                        </p:attrNameLst>
                                      </p:cBhvr>
                                      <p:to>
                                        <p:strVal val="visible"/>
                                      </p:to>
                                    </p:set>
                                  </p:childTnLst>
                                </p:cTn>
                              </p:par>
                              <p:par>
                                <p:cTn id="50" presetID="1" presetClass="entr" presetSubtype="0" fill="hold" nodeType="withEffect" restart="never">
                                  <p:stCondLst>
                                    <p:cond delay="570"/>
                                  </p:stCondLst>
                                  <p:childTnLst>
                                    <p:set>
                                      <p:cBhvr>
                                        <p:cTn id="51" dur="1" fill="hold">
                                          <p:stCondLst>
                                            <p:cond delay="0"/>
                                          </p:stCondLst>
                                        </p:cTn>
                                        <p:tgtEl>
                                          <p:spTgt spid="29"/>
                                        </p:tgtEl>
                                        <p:attrNameLst>
                                          <p:attrName>style.visibility</p:attrName>
                                        </p:attrNameLst>
                                      </p:cBhvr>
                                      <p:to>
                                        <p:strVal val="visible"/>
                                      </p:to>
                                    </p:set>
                                  </p:childTnLst>
                                </p:cTn>
                              </p:par>
                              <p:par>
                                <p:cTn id="52" presetID="1" presetClass="entr" presetSubtype="0" fill="hold" nodeType="withEffect" restart="never">
                                  <p:stCondLst>
                                    <p:cond delay="680"/>
                                  </p:stCondLst>
                                  <p:childTnLst>
                                    <p:set>
                                      <p:cBhvr>
                                        <p:cTn id="53" dur="1" fill="hold">
                                          <p:stCondLst>
                                            <p:cond delay="0"/>
                                          </p:stCondLst>
                                        </p:cTn>
                                        <p:tgtEl>
                                          <p:spTgt spid="30"/>
                                        </p:tgtEl>
                                        <p:attrNameLst>
                                          <p:attrName>style.visibility</p:attrName>
                                        </p:attrNameLst>
                                      </p:cBhvr>
                                      <p:to>
                                        <p:strVal val="visible"/>
                                      </p:to>
                                    </p:set>
                                  </p:childTnLst>
                                </p:cTn>
                              </p:par>
                              <p:par>
                                <p:cTn id="54" presetID="1" presetClass="entr" presetSubtype="0" fill="hold" nodeType="withEffect" restart="never">
                                  <p:stCondLst>
                                    <p:cond delay="790"/>
                                  </p:stCondLst>
                                  <p:childTnLst>
                                    <p:set>
                                      <p:cBhvr>
                                        <p:cTn id="55" dur="1" fill="hold">
                                          <p:stCondLst>
                                            <p:cond delay="0"/>
                                          </p:stCondLst>
                                        </p:cTn>
                                        <p:tgtEl>
                                          <p:spTgt spid="31"/>
                                        </p:tgtEl>
                                        <p:attrNameLst>
                                          <p:attrName>style.visibility</p:attrName>
                                        </p:attrNameLst>
                                      </p:cBhvr>
                                      <p:to>
                                        <p:strVal val="visible"/>
                                      </p:to>
                                    </p:set>
                                  </p:childTnLst>
                                </p:cTn>
                              </p:par>
                              <p:par>
                                <p:cTn id="56" presetID="1" presetClass="entr" presetSubtype="0" fill="hold" nodeType="withEffect" restart="never">
                                  <p:stCondLst>
                                    <p:cond delay="900"/>
                                  </p:stCondLst>
                                  <p:childTnLst>
                                    <p:set>
                                      <p:cBhvr>
                                        <p:cTn id="57" dur="1" fill="hold">
                                          <p:stCondLst>
                                            <p:cond delay="0"/>
                                          </p:stCondLst>
                                        </p:cTn>
                                        <p:tgtEl>
                                          <p:spTgt spid="32"/>
                                        </p:tgtEl>
                                        <p:attrNameLst>
                                          <p:attrName>style.visibility</p:attrName>
                                        </p:attrNameLst>
                                      </p:cBhvr>
                                      <p:to>
                                        <p:strVal val="visible"/>
                                      </p:to>
                                    </p:set>
                                  </p:childTnLst>
                                </p:cTn>
                              </p:par>
                              <p:par>
                                <p:cTn id="58" presetID="1" presetClass="entr" presetSubtype="0" fill="hold" nodeType="withEffect" restart="never">
                                  <p:stCondLst>
                                    <p:cond delay="1010"/>
                                  </p:stCondLst>
                                  <p:childTnLst>
                                    <p:set>
                                      <p:cBhvr>
                                        <p:cTn id="59" dur="1" fill="hold">
                                          <p:stCondLst>
                                            <p:cond delay="0"/>
                                          </p:stCondLst>
                                        </p:cTn>
                                        <p:tgtEl>
                                          <p:spTgt spid="33"/>
                                        </p:tgtEl>
                                        <p:attrNameLst>
                                          <p:attrName>style.visibility</p:attrName>
                                        </p:attrNameLst>
                                      </p:cBhvr>
                                      <p:to>
                                        <p:strVal val="visible"/>
                                      </p:to>
                                    </p:set>
                                  </p:childTnLst>
                                </p:cTn>
                              </p:par>
                              <p:par>
                                <p:cTn id="60" presetID="1" presetClass="entr" presetSubtype="0" fill="hold" nodeType="withEffect" restart="never">
                                  <p:stCondLst>
                                    <p:cond delay="1120"/>
                                  </p:stCondLst>
                                  <p:childTnLst>
                                    <p:set>
                                      <p:cBhvr>
                                        <p:cTn id="61" dur="1" fill="hold">
                                          <p:stCondLst>
                                            <p:cond delay="0"/>
                                          </p:stCondLst>
                                        </p:cTn>
                                        <p:tgtEl>
                                          <p:spTgt spid="34"/>
                                        </p:tgtEl>
                                        <p:attrNameLst>
                                          <p:attrName>style.visibility</p:attrName>
                                        </p:attrNameLst>
                                      </p:cBhvr>
                                      <p:to>
                                        <p:strVal val="visible"/>
                                      </p:to>
                                    </p:set>
                                  </p:childTnLst>
                                </p:cTn>
                              </p:par>
                              <p:par>
                                <p:cTn id="62" presetID="1" presetClass="entr" presetSubtype="0" fill="hold" nodeType="withEffect" restart="never">
                                  <p:stCondLst>
                                    <p:cond delay="1230"/>
                                  </p:stCondLst>
                                  <p:childTnLst>
                                    <p:set>
                                      <p:cBhvr>
                                        <p:cTn id="63" dur="1" fill="hold">
                                          <p:stCondLst>
                                            <p:cond delay="0"/>
                                          </p:stCondLst>
                                        </p:cTn>
                                        <p:tgtEl>
                                          <p:spTgt spid="35"/>
                                        </p:tgtEl>
                                        <p:attrNameLst>
                                          <p:attrName>style.visibility</p:attrName>
                                        </p:attrNameLst>
                                      </p:cBhvr>
                                      <p:to>
                                        <p:strVal val="visible"/>
                                      </p:to>
                                    </p:set>
                                  </p:childTnLst>
                                </p:cTn>
                              </p:par>
                              <p:par>
                                <p:cTn id="64" presetID="1" presetClass="entr" presetSubtype="0" fill="hold" nodeType="withEffect" restart="never">
                                  <p:stCondLst>
                                    <p:cond delay="1340"/>
                                  </p:stCondLst>
                                  <p:childTnLst>
                                    <p:set>
                                      <p:cBhvr>
                                        <p:cTn id="65" dur="1" fill="hold">
                                          <p:stCondLst>
                                            <p:cond delay="0"/>
                                          </p:stCondLst>
                                        </p:cTn>
                                        <p:tgtEl>
                                          <p:spTgt spid="36"/>
                                        </p:tgtEl>
                                        <p:attrNameLst>
                                          <p:attrName>style.visibility</p:attrName>
                                        </p:attrNameLst>
                                      </p:cBhvr>
                                      <p:to>
                                        <p:strVal val="visible"/>
                                      </p:to>
                                    </p:set>
                                  </p:childTnLst>
                                </p:cTn>
                              </p:par>
                              <p:par>
                                <p:cTn id="66" presetID="1" presetClass="entr" presetSubtype="0" fill="hold" nodeType="withEffect" restart="never">
                                  <p:stCondLst>
                                    <p:cond delay="1450"/>
                                  </p:stCondLst>
                                  <p:childTnLst>
                                    <p:set>
                                      <p:cBhvr>
                                        <p:cTn id="67" dur="1" fill="hold">
                                          <p:stCondLst>
                                            <p:cond delay="0"/>
                                          </p:stCondLst>
                                        </p:cTn>
                                        <p:tgtEl>
                                          <p:spTgt spid="37"/>
                                        </p:tgtEl>
                                        <p:attrNameLst>
                                          <p:attrName>style.visibility</p:attrName>
                                        </p:attrNameLst>
                                      </p:cBhvr>
                                      <p:to>
                                        <p:strVal val="visible"/>
                                      </p:to>
                                    </p:set>
                                  </p:childTnLst>
                                </p:cTn>
                              </p:par>
                              <p:par>
                                <p:cTn id="68" presetID="1" presetClass="entr" presetSubtype="0" fill="hold" nodeType="withEffect" restart="never">
                                  <p:stCondLst>
                                    <p:cond delay="1560"/>
                                  </p:stCondLst>
                                  <p:childTnLst>
                                    <p:set>
                                      <p:cBhvr>
                                        <p:cTn id="69" dur="1" fill="hold">
                                          <p:stCondLst>
                                            <p:cond delay="0"/>
                                          </p:stCondLst>
                                        </p:cTn>
                                        <p:tgtEl>
                                          <p:spTgt spid="38"/>
                                        </p:tgtEl>
                                        <p:attrNameLst>
                                          <p:attrName>style.visibility</p:attrName>
                                        </p:attrNameLst>
                                      </p:cBhvr>
                                      <p:to>
                                        <p:strVal val="visible"/>
                                      </p:to>
                                    </p:set>
                                  </p:childTnLst>
                                </p:cTn>
                              </p:par>
                              <p:par>
                                <p:cTn id="70" presetID="1" presetClass="entr" presetSubtype="0" fill="hold" nodeType="withEffect" restart="never">
                                  <p:stCondLst>
                                    <p:cond delay="1670"/>
                                  </p:stCondLst>
                                  <p:childTnLst>
                                    <p:set>
                                      <p:cBhvr>
                                        <p:cTn id="71" dur="1" fill="hold">
                                          <p:stCondLst>
                                            <p:cond delay="0"/>
                                          </p:stCondLst>
                                        </p:cTn>
                                        <p:tgtEl>
                                          <p:spTgt spid="39"/>
                                        </p:tgtEl>
                                        <p:attrNameLst>
                                          <p:attrName>style.visibility</p:attrName>
                                        </p:attrNameLst>
                                      </p:cBhvr>
                                      <p:to>
                                        <p:strVal val="visible"/>
                                      </p:to>
                                    </p:set>
                                  </p:childTnLst>
                                </p:cTn>
                              </p:par>
                              <p:par>
                                <p:cTn id="72" presetID="1" presetClass="entr" presetSubtype="0" fill="hold" nodeType="withEffect" restart="never">
                                  <p:stCondLst>
                                    <p:cond delay="1780"/>
                                  </p:stCondLst>
                                  <p:childTnLst>
                                    <p:set>
                                      <p:cBhvr>
                                        <p:cTn id="73" dur="1" fill="hold">
                                          <p:stCondLst>
                                            <p:cond delay="0"/>
                                          </p:stCondLst>
                                        </p:cTn>
                                        <p:tgtEl>
                                          <p:spTgt spid="40"/>
                                        </p:tgtEl>
                                        <p:attrNameLst>
                                          <p:attrName>style.visibility</p:attrName>
                                        </p:attrNameLst>
                                      </p:cBhvr>
                                      <p:to>
                                        <p:strVal val="visible"/>
                                      </p:to>
                                    </p:set>
                                  </p:childTnLst>
                                </p:cTn>
                              </p:par>
                              <p:par>
                                <p:cTn id="74" presetID="1" presetClass="entr" presetSubtype="0" fill="hold" nodeType="withEffect" restart="never">
                                  <p:stCondLst>
                                    <p:cond delay="1890"/>
                                  </p:stCondLst>
                                  <p:childTnLst>
                                    <p:set>
                                      <p:cBhvr>
                                        <p:cTn id="75" dur="1" fill="hold">
                                          <p:stCondLst>
                                            <p:cond delay="0"/>
                                          </p:stCondLst>
                                        </p:cTn>
                                        <p:tgtEl>
                                          <p:spTgt spid="41"/>
                                        </p:tgtEl>
                                        <p:attrNameLst>
                                          <p:attrName>style.visibility</p:attrName>
                                        </p:attrNameLst>
                                      </p:cBhvr>
                                      <p:to>
                                        <p:strVal val="visible"/>
                                      </p:to>
                                    </p:set>
                                  </p:childTnLst>
                                </p:cTn>
                              </p:par>
                              <p:par>
                                <p:cTn id="76" presetID="1" presetClass="entr" presetSubtype="0" fill="hold" nodeType="withEffect" restart="never">
                                  <p:stCondLst>
                                    <p:cond delay="2000"/>
                                  </p:stCondLst>
                                  <p:childTnLst>
                                    <p:set>
                                      <p:cBhvr>
                                        <p:cTn id="77" dur="1" fill="hold">
                                          <p:stCondLst>
                                            <p:cond delay="0"/>
                                          </p:stCondLst>
                                        </p:cTn>
                                        <p:tgtEl>
                                          <p:spTgt spid="42"/>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pam_process_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The SAME signal: s(t) and S(f)</a:t>
            </a:r>
          </a:p>
        </p:txBody>
      </p:sp>
      <p:sp>
        <p:nvSpPr>
          <p:cNvPr id="3" name="route-a-shaft">
            <a:extLst xmlns:a="http://schemas.openxmlformats.org/drawingml/2006/main">
              <a:ext uri="{FF2B5EF4-FFF2-40B4-BE49-F238E27FC236}">
                <a16:creationId xmlns:a16="http://schemas.microsoft.com/office/drawing/2014/main" id="{310BF74E-7EBF-466C-93DA-4963C13E5103}"/>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69E14F30-F586-416C-B930-82CB3D7F069B}"/>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CD5C6C84-4D82-4795-90B3-D7C9BA1A1AC0}"/>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F93813A4-E1FA-4465-B770-8571045064A7}"/>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D9BCAA38-E370-4D13-B3C6-43127F088332}"/>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factors-flow-0" descr="Actual input,operation,output develops on the same full process diagram; no static thumbnail collage.">
            <a:extLst xmlns:a="http://schemas.openxmlformats.org/drawingml/2006/main">
              <a:ext uri="{FF2B5EF4-FFF2-40B4-BE49-F238E27FC236}">
                <a16:creationId xmlns:a16="http://schemas.microsoft.com/office/drawing/2014/main" id="{5393302D-7143-466A-9541-70C14A719EE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1" name="pam-factors-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factors-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factors-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factors-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factors-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factors-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factors-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factors-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factors-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factors-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factors-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factors-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factors-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factors-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factors-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6" name="pam-factors-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7" name="pam-factors-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8" name="pam-factors-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9" name="pam-factors-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0" name="pam-factors-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1" name="pam-factors-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2" name="pam-factors-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3" name="pam-factors-flow-0--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4" name="pam-factors-flow-0--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 name="pam-factors-flow-1" descr="Actual input,operation,output develops on the same full process diagram; no static thumbnail collage.">
            <a:extLst xmlns:a="http://schemas.openxmlformats.org/drawingml/2006/main">
              <a:ext uri="{FF2B5EF4-FFF2-40B4-BE49-F238E27FC236}">
                <a16:creationId xmlns:a16="http://schemas.microsoft.com/office/drawing/2014/main" id="{233218E3-6342-4E79-86A5-55CEDA320A6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5" name="pam-factors-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6" name="pam-factors-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7" name="pam-factors-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8" name="pam-factors-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9" name="pam-factors-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0" name="pam-factors-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1" name="pam-factors-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2" name="pam-factors-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3" name="pam-factors-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4" name="pam-factors-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5" name="pam-factors-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6" name="pam-factors-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7" name="pam-factors-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8" name="pam-factors-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9" name="pam-factors-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0" name="pam-factors-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1" name="pam-factors-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2" name="pam-factors-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3" name="pam-factors-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4" name="pam-factors-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5" name="pam-factors-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6" name="pam-factors-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7" name="pam-factors-flow-1--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8" name="pam-factors-flow-1--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0" name="pam-factors-flow-2" descr="Actual input,operation,output develops on the same full process diagram; no static thumbnail collage.">
            <a:extLst xmlns:a="http://schemas.openxmlformats.org/drawingml/2006/main">
              <a:ext uri="{FF2B5EF4-FFF2-40B4-BE49-F238E27FC236}">
                <a16:creationId xmlns:a16="http://schemas.microsoft.com/office/drawing/2014/main" id="{BCFFFAD8-8F7D-4012-A2E2-21415E88B65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9" name="pam-factors-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0" name="pam-factors-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1" name="pam-factors-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2" name="pam-factors-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3" name="pam-factors-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4" name="pam-factors-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5" name="pam-factors-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6" name="pam-factors-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7" name="pam-factors-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8" name="pam-factors-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9" name="pam-factors-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0" name="pam-factors-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1" name="pam-factors-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2" name="pam-factors-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3" name="pam-factors-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4" name="pam-factors-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5" name="pam-factors-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6" name="pam-factors-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7" name="pam-factors-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8" name="pam-factors-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89" name="pam-factors-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0" name="pam-factors-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1" name="pam-factors-flow-2--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2" name="pam-factors-flow-2--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11" name="factor-label-0">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A327FA6C-0F8D-4710-B8D4-9A3F3EEDA206}"/>
              </a:ext>
            </a:extLst>
          </p:cNvPr>
          <p:cNvSpPr>
            <a:spLocks xmlns:a="http://schemas.openxmlformats.org/drawingml/2006/main" noGrp="1"/>
          </p:cNvSpPr>
          <p:nvPr/>
        </p:nvSpPr>
        <p:spPr>
          <a:xfrm xmlns:a="http://schemas.openxmlformats.org/drawingml/2006/main">
            <a:off x="666750" y="2933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Sampling</a:t>
            </a:r>
          </a:p>
        </p:txBody>
      </p:sp>
      <p:sp>
        <p:nvSpPr>
          <p:cNvPr id="12" name="factor-label-1">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90DFDA74-0FC2-41B6-9456-F0E4A2FB7160}"/>
              </a:ext>
            </a:extLst>
          </p:cNvPr>
          <p:cNvSpPr>
            <a:spLocks xmlns:a="http://schemas.openxmlformats.org/drawingml/2006/main" noGrp="1"/>
          </p:cNvSpPr>
          <p:nvPr/>
        </p:nvSpPr>
        <p:spPr>
          <a:xfrm xmlns:a="http://schemas.openxmlformats.org/drawingml/2006/main">
            <a:off x="4333875" y="2933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Pulse shape</a:t>
            </a:r>
          </a:p>
        </p:txBody>
      </p:sp>
      <p:pic>
        <p:nvPicPr>
          <p:cNvPr id="13"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F07196B-99CD-49C0-B3CD-F721518B4B5B}"/>
              </a:ext>
            </a:extLst>
          </p:cNvPr>
          <p:cNvPicPr>
            <a:picLocks xmlns:a="http://schemas.openxmlformats.org/drawingml/2006/main" noChangeAspect="1"/>
          </p:cNvPicPr>
          <p:nvPr/>
        </p:nvPicPr>
        <p:blipFill>
          <a:blip xmlns:r="http://schemas.openxmlformats.org/officeDocument/2006/relationships" xmlns:a="http://schemas.openxmlformats.org/drawingml/2006/main" r:embed="R7f78794cb7c84b7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880A2B0-3A79-40C7-8729-2FFFC127C98E}"/>
              </a:ext>
            </a:extLst>
          </p:cNvPr>
          <p:cNvPicPr>
            <a:picLocks xmlns:a="http://schemas.openxmlformats.org/drawingml/2006/main" noChangeAspect="1"/>
          </p:cNvPicPr>
          <p:nvPr/>
        </p:nvPicPr>
        <p:blipFill>
          <a:blip xmlns:r="http://schemas.openxmlformats.org/officeDocument/2006/relationships" xmlns:a="http://schemas.openxmlformats.org/drawingml/2006/main" r:embed="Ra35896d529b34a5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5"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DED0B97-043E-4F84-875B-2E9045A72860}"/>
              </a:ext>
            </a:extLst>
          </p:cNvPr>
          <p:cNvPicPr>
            <a:picLocks xmlns:a="http://schemas.openxmlformats.org/drawingml/2006/main" noChangeAspect="1"/>
          </p:cNvPicPr>
          <p:nvPr/>
        </p:nvPicPr>
        <p:blipFill>
          <a:blip xmlns:r="http://schemas.openxmlformats.org/officeDocument/2006/relationships" xmlns:a="http://schemas.openxmlformats.org/drawingml/2006/main" r:embed="R831b52ae7eea455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6" name="representation-pair" descr="\longleftrightarrow">
            <a:extLst xmlns:a="http://schemas.openxmlformats.org/drawingml/2006/main">
              <a:ext uri="{FF2B5EF4-FFF2-40B4-BE49-F238E27FC236}">
                <a16:creationId xmlns:a16="http://schemas.microsoft.com/office/drawing/2014/main" id="{B6AE35FA-1D08-40DD-AD02-F9DFE8758F08}"/>
              </a:ext>
            </a:extLst>
          </p:cNvPr>
          <p:cNvPicPr>
            <a:picLocks xmlns:a="http://schemas.openxmlformats.org/drawingml/2006/main" noChangeAspect="1"/>
          </p:cNvPicPr>
          <p:nvPr/>
        </p:nvPicPr>
        <p:blipFill>
          <a:blip xmlns:r="http://schemas.openxmlformats.org/officeDocument/2006/relationships" xmlns:a="http://schemas.openxmlformats.org/drawingml/2006/main" r:embed="Rd976830090884cb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7"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36F3278-FD1E-40F2-A647-AA1425277E62}"/>
              </a:ext>
            </a:extLst>
          </p:cNvPr>
          <p:cNvPicPr>
            <a:picLocks xmlns:a="http://schemas.openxmlformats.org/drawingml/2006/main" noChangeAspect="1"/>
          </p:cNvPicPr>
          <p:nvPr/>
        </p:nvPicPr>
        <p:blipFill>
          <a:blip xmlns:r="http://schemas.openxmlformats.org/officeDocument/2006/relationships" xmlns:a="http://schemas.openxmlformats.org/drawingml/2006/main" r:embed="R7bd3cf32ed7f402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8" name="known-s" descr="s(t)=m_\delta(t)*h(t)">
            <a:extLst xmlns:a="http://schemas.openxmlformats.org/drawingml/2006/main">
              <a:ext uri="{FF2B5EF4-FFF2-40B4-BE49-F238E27FC236}">
                <a16:creationId xmlns:a16="http://schemas.microsoft.com/office/drawing/2014/main" id="{79EC2607-AA49-4257-AB9D-F7FA5310501E}"/>
              </a:ext>
            </a:extLst>
          </p:cNvPr>
          <p:cNvPicPr>
            <a:picLocks xmlns:a="http://schemas.openxmlformats.org/drawingml/2006/main" noChangeAspect="1"/>
          </p:cNvPicPr>
          <p:nvPr/>
        </p:nvPicPr>
        <p:blipFill>
          <a:blip xmlns:r="http://schemas.openxmlformats.org/officeDocument/2006/relationships" xmlns:a="http://schemas.openxmlformats.org/drawingml/2006/main" r:embed="R5e22d55cf59f4c0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58382"/>
            <a:ext cx="2891790" cy="312360"/>
          </a:xfrm>
          <a:prstGeom xmlns:a="http://schemas.openxmlformats.org/drawingml/2006/main" prst="rect">
            <a:avLst/>
          </a:prstGeom>
        </p:spPr>
      </p:pic>
      <p:pic>
        <p:nvPicPr>
          <p:cNvPr id="19" name="same-S" descr="S(f)=M_\delta(f)H(f)">
            <a:extLst xmlns:a="http://schemas.openxmlformats.org/drawingml/2006/main">
              <a:ext uri="{FF2B5EF4-FFF2-40B4-BE49-F238E27FC236}">
                <a16:creationId xmlns:a16="http://schemas.microsoft.com/office/drawing/2014/main" id="{C1DEC5C4-279B-47FF-BD38-1CABA1595254}"/>
              </a:ext>
            </a:extLst>
          </p:cNvPr>
          <p:cNvPicPr>
            <a:picLocks xmlns:a="http://schemas.openxmlformats.org/drawingml/2006/main" noChangeAspect="1"/>
          </p:cNvPicPr>
          <p:nvPr/>
        </p:nvPicPr>
        <p:blipFill>
          <a:blip xmlns:r="http://schemas.openxmlformats.org/officeDocument/2006/relationships" xmlns:a="http://schemas.openxmlformats.org/drawingml/2006/main" r:embed="Re3f4fe4d7ae54db1">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577763"/>
            <a:ext cx="3480435" cy="397550"/>
          </a:xfrm>
          <a:prstGeom xmlns:a="http://schemas.openxmlformats.org/drawingml/2006/main" prst="rect">
            <a:avLst/>
          </a:prstGeom>
        </p:spPr>
      </p:pic>
    </p:spTree>
    <p:extLst>
      <p:ext uri="{BB962C8B-B14F-4D97-AF65-F5344CB8AC3E}">
        <p14:creationId xmlns:p14="http://schemas.microsoft.com/office/powerpoint/2010/main" val="203754476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16" fill="hold" restart="never" repeatCount="1000">
                      <p:stCondLst>
                        <p:cond delay="indefinite"/>
                      </p:stCondLst>
                      <p:childTnLst>
                        <p:par>
                          <p:cTn id="17" fill="hold" dur="3760">
                            <p:stCondLst>
                              <p:cond delay="0"/>
                            </p:stCondLst>
                            <p:childTnLst>
                              <p:par>
                                <p:cTn id="18" presetID="1" presetClass="entr" presetSubtype="0" fill="hold" nodeType="clickEffect" restart="never">
                                  <p:stCondLst>
                                    <p:cond delay="35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nodeType="withEffect" restart="never">
                                  <p:stCondLst>
                                    <p:cond delay="470"/>
                                  </p:stCondLst>
                                  <p:childTnLst>
                                    <p:set>
                                      <p:cBhvr>
                                        <p:cTn id="21" dur="1" fill="hold">
                                          <p:stCondLst>
                                            <p:cond delay="0"/>
                                          </p:stCondLst>
                                        </p:cTn>
                                        <p:tgtEl>
                                          <p:spTgt spid="22"/>
                                        </p:tgtEl>
                                        <p:attrNameLst>
                                          <p:attrName>style.visibility</p:attrName>
                                        </p:attrNameLst>
                                      </p:cBhvr>
                                      <p:to>
                                        <p:strVal val="visible"/>
                                      </p:to>
                                    </p:set>
                                  </p:childTnLst>
                                </p:cTn>
                              </p:par>
                              <p:par>
                                <p:cTn id="22" presetID="1" presetClass="entr" presetSubtype="0" fill="hold" nodeType="withEffect" restart="never">
                                  <p:stCondLst>
                                    <p:cond delay="590"/>
                                  </p:stCondLst>
                                  <p:childTnLst>
                                    <p:set>
                                      <p:cBhvr>
                                        <p:cTn id="23" dur="1" fill="hold">
                                          <p:stCondLst>
                                            <p:cond delay="0"/>
                                          </p:stCondLst>
                                        </p:cTn>
                                        <p:tgtEl>
                                          <p:spTgt spid="23"/>
                                        </p:tgtEl>
                                        <p:attrNameLst>
                                          <p:attrName>style.visibility</p:attrName>
                                        </p:attrNameLst>
                                      </p:cBhvr>
                                      <p:to>
                                        <p:strVal val="visible"/>
                                      </p:to>
                                    </p:set>
                                  </p:childTnLst>
                                </p:cTn>
                              </p:par>
                              <p:par>
                                <p:cTn id="24" presetID="1" presetClass="entr" presetSubtype="0" fill="hold" nodeType="withEffect" restart="never">
                                  <p:stCondLst>
                                    <p:cond delay="71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nodeType="withEffect" restart="never">
                                  <p:stCondLst>
                                    <p:cond delay="830"/>
                                  </p:stCondLst>
                                  <p:childTnLst>
                                    <p:set>
                                      <p:cBhvr>
                                        <p:cTn id="27" dur="1" fill="hold">
                                          <p:stCondLst>
                                            <p:cond delay="0"/>
                                          </p:stCondLst>
                                        </p:cTn>
                                        <p:tgtEl>
                                          <p:spTgt spid="25"/>
                                        </p:tgtEl>
                                        <p:attrNameLst>
                                          <p:attrName>style.visibility</p:attrName>
                                        </p:attrNameLst>
                                      </p:cBhvr>
                                      <p:to>
                                        <p:strVal val="visible"/>
                                      </p:to>
                                    </p:set>
                                  </p:childTnLst>
                                </p:cTn>
                              </p:par>
                              <p:par>
                                <p:cTn id="28" presetID="1" presetClass="entr" presetSubtype="0" fill="hold" nodeType="withEffect" restart="never">
                                  <p:stCondLst>
                                    <p:cond delay="950"/>
                                  </p:stCondLst>
                                  <p:childTnLst>
                                    <p:set>
                                      <p:cBhvr>
                                        <p:cTn id="29" dur="1" fill="hold">
                                          <p:stCondLst>
                                            <p:cond delay="0"/>
                                          </p:stCondLst>
                                        </p:cTn>
                                        <p:tgtEl>
                                          <p:spTgt spid="26"/>
                                        </p:tgtEl>
                                        <p:attrNameLst>
                                          <p:attrName>style.visibility</p:attrName>
                                        </p:attrNameLst>
                                      </p:cBhvr>
                                      <p:to>
                                        <p:strVal val="visible"/>
                                      </p:to>
                                    </p:set>
                                  </p:childTnLst>
                                </p:cTn>
                              </p:par>
                              <p:par>
                                <p:cTn id="30" presetID="1" presetClass="entr" presetSubtype="0" fill="hold" nodeType="withEffect" restart="never">
                                  <p:stCondLst>
                                    <p:cond delay="1070"/>
                                  </p:stCondLst>
                                  <p:childTnLst>
                                    <p:set>
                                      <p:cBhvr>
                                        <p:cTn id="31" dur="1" fill="hold">
                                          <p:stCondLst>
                                            <p:cond delay="0"/>
                                          </p:stCondLst>
                                        </p:cTn>
                                        <p:tgtEl>
                                          <p:spTgt spid="27"/>
                                        </p:tgtEl>
                                        <p:attrNameLst>
                                          <p:attrName>style.visibility</p:attrName>
                                        </p:attrNameLst>
                                      </p:cBhvr>
                                      <p:to>
                                        <p:strVal val="visible"/>
                                      </p:to>
                                    </p:set>
                                  </p:childTnLst>
                                </p:cTn>
                              </p:par>
                              <p:par>
                                <p:cTn id="32" presetID="1" presetClass="entr" presetSubtype="0" fill="hold" nodeType="withEffect" restart="never">
                                  <p:stCondLst>
                                    <p:cond delay="1190"/>
                                  </p:stCondLst>
                                  <p:childTnLst>
                                    <p:set>
                                      <p:cBhvr>
                                        <p:cTn id="33" dur="1" fill="hold">
                                          <p:stCondLst>
                                            <p:cond delay="0"/>
                                          </p:stCondLst>
                                        </p:cTn>
                                        <p:tgtEl>
                                          <p:spTgt spid="28"/>
                                        </p:tgtEl>
                                        <p:attrNameLst>
                                          <p:attrName>style.visibility</p:attrName>
                                        </p:attrNameLst>
                                      </p:cBhvr>
                                      <p:to>
                                        <p:strVal val="visible"/>
                                      </p:to>
                                    </p:set>
                                  </p:childTnLst>
                                </p:cTn>
                              </p:par>
                              <p:par>
                                <p:cTn id="34" presetID="1" presetClass="entr" presetSubtype="0" fill="hold" nodeType="withEffect" restart="never">
                                  <p:stCondLst>
                                    <p:cond delay="1310"/>
                                  </p:stCondLst>
                                  <p:childTnLst>
                                    <p:set>
                                      <p:cBhvr>
                                        <p:cTn id="35" dur="1" fill="hold">
                                          <p:stCondLst>
                                            <p:cond delay="0"/>
                                          </p:stCondLst>
                                        </p:cTn>
                                        <p:tgtEl>
                                          <p:spTgt spid="29"/>
                                        </p:tgtEl>
                                        <p:attrNameLst>
                                          <p:attrName>style.visibility</p:attrName>
                                        </p:attrNameLst>
                                      </p:cBhvr>
                                      <p:to>
                                        <p:strVal val="visible"/>
                                      </p:to>
                                    </p:set>
                                  </p:childTnLst>
                                </p:cTn>
                              </p:par>
                              <p:par>
                                <p:cTn id="36" presetID="1" presetClass="entr" presetSubtype="0" fill="hold" nodeType="withEffect" restart="never">
                                  <p:stCondLst>
                                    <p:cond delay="1430"/>
                                  </p:stCondLst>
                                  <p:childTnLst>
                                    <p:set>
                                      <p:cBhvr>
                                        <p:cTn id="37" dur="1" fill="hold">
                                          <p:stCondLst>
                                            <p:cond delay="0"/>
                                          </p:stCondLst>
                                        </p:cTn>
                                        <p:tgtEl>
                                          <p:spTgt spid="30"/>
                                        </p:tgtEl>
                                        <p:attrNameLst>
                                          <p:attrName>style.visibility</p:attrName>
                                        </p:attrNameLst>
                                      </p:cBhvr>
                                      <p:to>
                                        <p:strVal val="visible"/>
                                      </p:to>
                                    </p:set>
                                  </p:childTnLst>
                                </p:cTn>
                              </p:par>
                              <p:par>
                                <p:cTn id="38" presetID="1" presetClass="entr" presetSubtype="0" fill="hold" nodeType="withEffect" restart="never">
                                  <p:stCondLst>
                                    <p:cond delay="1550"/>
                                  </p:stCondLst>
                                  <p:childTnLst>
                                    <p:set>
                                      <p:cBhvr>
                                        <p:cTn id="39" dur="1" fill="hold">
                                          <p:stCondLst>
                                            <p:cond delay="0"/>
                                          </p:stCondLst>
                                        </p:cTn>
                                        <p:tgtEl>
                                          <p:spTgt spid="31"/>
                                        </p:tgtEl>
                                        <p:attrNameLst>
                                          <p:attrName>style.visibility</p:attrName>
                                        </p:attrNameLst>
                                      </p:cBhvr>
                                      <p:to>
                                        <p:strVal val="visible"/>
                                      </p:to>
                                    </p:set>
                                  </p:childTnLst>
                                </p:cTn>
                              </p:par>
                              <p:par>
                                <p:cTn id="40" presetID="1" presetClass="entr" presetSubtype="0" fill="hold" nodeType="withEffect" restart="never">
                                  <p:stCondLst>
                                    <p:cond delay="1670"/>
                                  </p:stCondLst>
                                  <p:childTnLst>
                                    <p:set>
                                      <p:cBhvr>
                                        <p:cTn id="41" dur="1" fill="hold">
                                          <p:stCondLst>
                                            <p:cond delay="0"/>
                                          </p:stCondLst>
                                        </p:cTn>
                                        <p:tgtEl>
                                          <p:spTgt spid="32"/>
                                        </p:tgtEl>
                                        <p:attrNameLst>
                                          <p:attrName>style.visibility</p:attrName>
                                        </p:attrNameLst>
                                      </p:cBhvr>
                                      <p:to>
                                        <p:strVal val="visible"/>
                                      </p:to>
                                    </p:set>
                                  </p:childTnLst>
                                </p:cTn>
                              </p:par>
                              <p:par>
                                <p:cTn id="42" presetID="1" presetClass="entr" presetSubtype="0" fill="hold" nodeType="withEffect" restart="never">
                                  <p:stCondLst>
                                    <p:cond delay="1790"/>
                                  </p:stCondLst>
                                  <p:childTnLst>
                                    <p:set>
                                      <p:cBhvr>
                                        <p:cTn id="43" dur="1" fill="hold">
                                          <p:stCondLst>
                                            <p:cond delay="0"/>
                                          </p:stCondLst>
                                        </p:cTn>
                                        <p:tgtEl>
                                          <p:spTgt spid="33"/>
                                        </p:tgtEl>
                                        <p:attrNameLst>
                                          <p:attrName>style.visibility</p:attrName>
                                        </p:attrNameLst>
                                      </p:cBhvr>
                                      <p:to>
                                        <p:strVal val="visible"/>
                                      </p:to>
                                    </p:set>
                                  </p:childTnLst>
                                </p:cTn>
                              </p:par>
                              <p:par>
                                <p:cTn id="44" presetID="1" presetClass="entr" presetSubtype="0" fill="hold" nodeType="withEffect" restart="never">
                                  <p:stCondLst>
                                    <p:cond delay="1910"/>
                                  </p:stCondLst>
                                  <p:childTnLst>
                                    <p:set>
                                      <p:cBhvr>
                                        <p:cTn id="45" dur="1" fill="hold">
                                          <p:stCondLst>
                                            <p:cond delay="0"/>
                                          </p:stCondLst>
                                        </p:cTn>
                                        <p:tgtEl>
                                          <p:spTgt spid="34"/>
                                        </p:tgtEl>
                                        <p:attrNameLst>
                                          <p:attrName>style.visibility</p:attrName>
                                        </p:attrNameLst>
                                      </p:cBhvr>
                                      <p:to>
                                        <p:strVal val="visible"/>
                                      </p:to>
                                    </p:set>
                                  </p:childTnLst>
                                </p:cTn>
                              </p:par>
                              <p:par>
                                <p:cTn id="46" presetID="1" presetClass="entr" presetSubtype="0" fill="hold" nodeType="withEffect" restart="never">
                                  <p:stCondLst>
                                    <p:cond delay="2030"/>
                                  </p:stCondLst>
                                  <p:childTnLst>
                                    <p:set>
                                      <p:cBhvr>
                                        <p:cTn id="47" dur="1" fill="hold">
                                          <p:stCondLst>
                                            <p:cond delay="0"/>
                                          </p:stCondLst>
                                        </p:cTn>
                                        <p:tgtEl>
                                          <p:spTgt spid="35"/>
                                        </p:tgtEl>
                                        <p:attrNameLst>
                                          <p:attrName>style.visibility</p:attrName>
                                        </p:attrNameLst>
                                      </p:cBhvr>
                                      <p:to>
                                        <p:strVal val="visible"/>
                                      </p:to>
                                    </p:set>
                                  </p:childTnLst>
                                </p:cTn>
                              </p:par>
                              <p:par>
                                <p:cTn id="48" presetID="1" presetClass="entr" presetSubtype="0" fill="hold" nodeType="withEffect" restart="never">
                                  <p:stCondLst>
                                    <p:cond delay="2150"/>
                                  </p:stCondLst>
                                  <p:childTnLst>
                                    <p:set>
                                      <p:cBhvr>
                                        <p:cTn id="49" dur="1" fill="hold">
                                          <p:stCondLst>
                                            <p:cond delay="0"/>
                                          </p:stCondLst>
                                        </p:cTn>
                                        <p:tgtEl>
                                          <p:spTgt spid="36"/>
                                        </p:tgtEl>
                                        <p:attrNameLst>
                                          <p:attrName>style.visibility</p:attrName>
                                        </p:attrNameLst>
                                      </p:cBhvr>
                                      <p:to>
                                        <p:strVal val="visible"/>
                                      </p:to>
                                    </p:set>
                                  </p:childTnLst>
                                </p:cTn>
                              </p:par>
                              <p:par>
                                <p:cTn id="50" presetID="1" presetClass="entr" presetSubtype="0" fill="hold" nodeType="withEffect" restart="never">
                                  <p:stCondLst>
                                    <p:cond delay="2270"/>
                                  </p:stCondLst>
                                  <p:childTnLst>
                                    <p:set>
                                      <p:cBhvr>
                                        <p:cTn id="51" dur="1" fill="hold">
                                          <p:stCondLst>
                                            <p:cond delay="0"/>
                                          </p:stCondLst>
                                        </p:cTn>
                                        <p:tgtEl>
                                          <p:spTgt spid="37"/>
                                        </p:tgtEl>
                                        <p:attrNameLst>
                                          <p:attrName>style.visibility</p:attrName>
                                        </p:attrNameLst>
                                      </p:cBhvr>
                                      <p:to>
                                        <p:strVal val="visible"/>
                                      </p:to>
                                    </p:set>
                                  </p:childTnLst>
                                </p:cTn>
                              </p:par>
                              <p:par>
                                <p:cTn id="52" presetID="1" presetClass="entr" presetSubtype="0" fill="hold" nodeType="withEffect" restart="never">
                                  <p:stCondLst>
                                    <p:cond delay="239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nodeType="withEffect" restart="never">
                                  <p:stCondLst>
                                    <p:cond delay="251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nodeType="withEffect" restart="never">
                                  <p:stCondLst>
                                    <p:cond delay="2630"/>
                                  </p:stCondLst>
                                  <p:childTnLst>
                                    <p:set>
                                      <p:cBhvr>
                                        <p:cTn id="57" dur="1" fill="hold">
                                          <p:stCondLst>
                                            <p:cond delay="0"/>
                                          </p:stCondLst>
                                        </p:cTn>
                                        <p:tgtEl>
                                          <p:spTgt spid="40"/>
                                        </p:tgtEl>
                                        <p:attrNameLst>
                                          <p:attrName>style.visibility</p:attrName>
                                        </p:attrNameLst>
                                      </p:cBhvr>
                                      <p:to>
                                        <p:strVal val="visible"/>
                                      </p:to>
                                    </p:set>
                                  </p:childTnLst>
                                </p:cTn>
                              </p:par>
                              <p:par>
                                <p:cTn id="58" presetID="1" presetClass="entr" presetSubtype="0" fill="hold" nodeType="withEffect" restart="never">
                                  <p:stCondLst>
                                    <p:cond delay="2750"/>
                                  </p:stCondLst>
                                  <p:childTnLst>
                                    <p:set>
                                      <p:cBhvr>
                                        <p:cTn id="59" dur="1" fill="hold">
                                          <p:stCondLst>
                                            <p:cond delay="0"/>
                                          </p:stCondLst>
                                        </p:cTn>
                                        <p:tgtEl>
                                          <p:spTgt spid="41"/>
                                        </p:tgtEl>
                                        <p:attrNameLst>
                                          <p:attrName>style.visibility</p:attrName>
                                        </p:attrNameLst>
                                      </p:cBhvr>
                                      <p:to>
                                        <p:strVal val="visible"/>
                                      </p:to>
                                    </p:set>
                                  </p:childTnLst>
                                </p:cTn>
                              </p:par>
                              <p:par>
                                <p:cTn id="60" presetID="1" presetClass="entr" presetSubtype="0" fill="hold" nodeType="withEffect" restart="never">
                                  <p:stCondLst>
                                    <p:cond delay="2870"/>
                                  </p:stCondLst>
                                  <p:childTnLst>
                                    <p:set>
                                      <p:cBhvr>
                                        <p:cTn id="61" dur="1" fill="hold">
                                          <p:stCondLst>
                                            <p:cond delay="0"/>
                                          </p:stCondLst>
                                        </p:cTn>
                                        <p:tgtEl>
                                          <p:spTgt spid="42"/>
                                        </p:tgtEl>
                                        <p:attrNameLst>
                                          <p:attrName>style.visibility</p:attrName>
                                        </p:attrNameLst>
                                      </p:cBhvr>
                                      <p:to>
                                        <p:strVal val="visible"/>
                                      </p:to>
                                    </p:set>
                                  </p:childTnLst>
                                </p:cTn>
                              </p:par>
                              <p:par>
                                <p:cTn id="62" presetID="1" presetClass="entr" presetSubtype="0" fill="hold" nodeType="withEffect" restart="never">
                                  <p:stCondLst>
                                    <p:cond delay="2990"/>
                                  </p:stCondLst>
                                  <p:childTnLst>
                                    <p:set>
                                      <p:cBhvr>
                                        <p:cTn id="63" dur="1" fill="hold">
                                          <p:stCondLst>
                                            <p:cond delay="0"/>
                                          </p:stCondLst>
                                        </p:cTn>
                                        <p:tgtEl>
                                          <p:spTgt spid="43"/>
                                        </p:tgtEl>
                                        <p:attrNameLst>
                                          <p:attrName>style.visibility</p:attrName>
                                        </p:attrNameLst>
                                      </p:cBhvr>
                                      <p:to>
                                        <p:strVal val="visible"/>
                                      </p:to>
                                    </p:set>
                                  </p:childTnLst>
                                </p:cTn>
                              </p:par>
                              <p:par>
                                <p:cTn id="64" presetID="1" presetClass="entr" presetSubtype="0" fill="hold" nodeType="withEffect" restart="never">
                                  <p:stCondLst>
                                    <p:cond delay="3110"/>
                                  </p:stCondLst>
                                  <p:childTnLst>
                                    <p:set>
                                      <p:cBhvr>
                                        <p:cTn id="65" dur="1" fill="hold">
                                          <p:stCondLst>
                                            <p:cond delay="0"/>
                                          </p:stCondLst>
                                        </p:cTn>
                                        <p:tgtEl>
                                          <p:spTgt spid="44"/>
                                        </p:tgtEl>
                                        <p:attrNameLst>
                                          <p:attrName>style.visibility</p:attrName>
                                        </p:attrNameLst>
                                      </p:cBhvr>
                                      <p:to>
                                        <p:strVal val="visible"/>
                                      </p:to>
                                    </p:set>
                                  </p:childTnLst>
                                </p:cTn>
                              </p:par>
                            </p:childTnLst>
                          </p:cTn>
                        </p:par>
                      </p:childTnLst>
                    </p:cTn>
                  </p:par>
                  <p:par>
                    <p:cTn id="66" fill="hold" restart="never" repeatCount="1000">
                      <p:stCondLst>
                        <p:cond delay="indefinite"/>
                      </p:stCondLst>
                      <p:childTnLst>
                        <p:par>
                          <p:cTn id="67" fill="hold" dur="3760">
                            <p:stCondLst>
                              <p:cond delay="0"/>
                            </p:stCondLst>
                            <p:childTnLst>
                              <p:par>
                                <p:cTn id="68" presetID="1" presetClass="entr" presetSubtype="0" fill="hold" nodeType="clickEffect" restart="never">
                                  <p:stCondLst>
                                    <p:cond delay="0"/>
                                  </p:stCondLst>
                                  <p:childTnLst>
                                    <p:set>
                                      <p:cBhvr>
                                        <p:cTn id="69" dur="1" fill="hold">
                                          <p:stCondLst>
                                            <p:cond delay="0"/>
                                          </p:stCondLst>
                                        </p:cTn>
                                        <p:tgtEl>
                                          <p:spTgt spid="9"/>
                                        </p:tgtEl>
                                        <p:attrNameLst>
                                          <p:attrName>style.visibility</p:attrName>
                                        </p:attrNameLst>
                                      </p:cBhvr>
                                      <p:to>
                                        <p:strVal val="visible"/>
                                      </p:to>
                                    </p:set>
                                  </p:childTnLst>
                                </p:cTn>
                              </p:par>
                              <p:par>
                                <p:cTn id="70" presetID="1" presetClass="entr" presetSubtype="0" fill="hold" nodeType="withEffect" restart="never">
                                  <p:stCondLst>
                                    <p:cond delay="350"/>
                                  </p:stCondLst>
                                  <p:childTnLst>
                                    <p:set>
                                      <p:cBhvr>
                                        <p:cTn id="71" dur="1" fill="hold">
                                          <p:stCondLst>
                                            <p:cond delay="0"/>
                                          </p:stCondLst>
                                        </p:cTn>
                                        <p:tgtEl>
                                          <p:spTgt spid="45"/>
                                        </p:tgtEl>
                                        <p:attrNameLst>
                                          <p:attrName>style.visibility</p:attrName>
                                        </p:attrNameLst>
                                      </p:cBhvr>
                                      <p:to>
                                        <p:strVal val="visible"/>
                                      </p:to>
                                    </p:set>
                                  </p:childTnLst>
                                </p:cTn>
                              </p:par>
                              <p:par>
                                <p:cTn id="72" presetID="1" presetClass="entr" presetSubtype="0" fill="hold" nodeType="withEffect" restart="never">
                                  <p:stCondLst>
                                    <p:cond delay="470"/>
                                  </p:stCondLst>
                                  <p:childTnLst>
                                    <p:set>
                                      <p:cBhvr>
                                        <p:cTn id="73" dur="1" fill="hold">
                                          <p:stCondLst>
                                            <p:cond delay="0"/>
                                          </p:stCondLst>
                                        </p:cTn>
                                        <p:tgtEl>
                                          <p:spTgt spid="46"/>
                                        </p:tgtEl>
                                        <p:attrNameLst>
                                          <p:attrName>style.visibility</p:attrName>
                                        </p:attrNameLst>
                                      </p:cBhvr>
                                      <p:to>
                                        <p:strVal val="visible"/>
                                      </p:to>
                                    </p:set>
                                  </p:childTnLst>
                                </p:cTn>
                              </p:par>
                              <p:par>
                                <p:cTn id="74" presetID="1" presetClass="entr" presetSubtype="0" fill="hold" nodeType="withEffect" restart="never">
                                  <p:stCondLst>
                                    <p:cond delay="590"/>
                                  </p:stCondLst>
                                  <p:childTnLst>
                                    <p:set>
                                      <p:cBhvr>
                                        <p:cTn id="75" dur="1" fill="hold">
                                          <p:stCondLst>
                                            <p:cond delay="0"/>
                                          </p:stCondLst>
                                        </p:cTn>
                                        <p:tgtEl>
                                          <p:spTgt spid="47"/>
                                        </p:tgtEl>
                                        <p:attrNameLst>
                                          <p:attrName>style.visibility</p:attrName>
                                        </p:attrNameLst>
                                      </p:cBhvr>
                                      <p:to>
                                        <p:strVal val="visible"/>
                                      </p:to>
                                    </p:set>
                                  </p:childTnLst>
                                </p:cTn>
                              </p:par>
                              <p:par>
                                <p:cTn id="76" presetID="1" presetClass="entr" presetSubtype="0" fill="hold" nodeType="withEffect" restart="never">
                                  <p:stCondLst>
                                    <p:cond delay="710"/>
                                  </p:stCondLst>
                                  <p:childTnLst>
                                    <p:set>
                                      <p:cBhvr>
                                        <p:cTn id="77" dur="1" fill="hold">
                                          <p:stCondLst>
                                            <p:cond delay="0"/>
                                          </p:stCondLst>
                                        </p:cTn>
                                        <p:tgtEl>
                                          <p:spTgt spid="48"/>
                                        </p:tgtEl>
                                        <p:attrNameLst>
                                          <p:attrName>style.visibility</p:attrName>
                                        </p:attrNameLst>
                                      </p:cBhvr>
                                      <p:to>
                                        <p:strVal val="visible"/>
                                      </p:to>
                                    </p:set>
                                  </p:childTnLst>
                                </p:cTn>
                              </p:par>
                              <p:par>
                                <p:cTn id="78" presetID="1" presetClass="entr" presetSubtype="0" fill="hold" nodeType="withEffect" restart="never">
                                  <p:stCondLst>
                                    <p:cond delay="83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nodeType="withEffect" restart="never">
                                  <p:stCondLst>
                                    <p:cond delay="95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nodeType="withEffect" restart="never">
                                  <p:stCondLst>
                                    <p:cond delay="1070"/>
                                  </p:stCondLst>
                                  <p:childTnLst>
                                    <p:set>
                                      <p:cBhvr>
                                        <p:cTn id="83" dur="1" fill="hold">
                                          <p:stCondLst>
                                            <p:cond delay="0"/>
                                          </p:stCondLst>
                                        </p:cTn>
                                        <p:tgtEl>
                                          <p:spTgt spid="51"/>
                                        </p:tgtEl>
                                        <p:attrNameLst>
                                          <p:attrName>style.visibility</p:attrName>
                                        </p:attrNameLst>
                                      </p:cBhvr>
                                      <p:to>
                                        <p:strVal val="visible"/>
                                      </p:to>
                                    </p:set>
                                  </p:childTnLst>
                                </p:cTn>
                              </p:par>
                              <p:par>
                                <p:cTn id="84" presetID="1" presetClass="entr" presetSubtype="0" fill="hold" nodeType="withEffect" restart="never">
                                  <p:stCondLst>
                                    <p:cond delay="1190"/>
                                  </p:stCondLst>
                                  <p:childTnLst>
                                    <p:set>
                                      <p:cBhvr>
                                        <p:cTn id="85" dur="1" fill="hold">
                                          <p:stCondLst>
                                            <p:cond delay="0"/>
                                          </p:stCondLst>
                                        </p:cTn>
                                        <p:tgtEl>
                                          <p:spTgt spid="52"/>
                                        </p:tgtEl>
                                        <p:attrNameLst>
                                          <p:attrName>style.visibility</p:attrName>
                                        </p:attrNameLst>
                                      </p:cBhvr>
                                      <p:to>
                                        <p:strVal val="visible"/>
                                      </p:to>
                                    </p:set>
                                  </p:childTnLst>
                                </p:cTn>
                              </p:par>
                              <p:par>
                                <p:cTn id="86" presetID="1" presetClass="entr" presetSubtype="0" fill="hold" nodeType="withEffect" restart="never">
                                  <p:stCondLst>
                                    <p:cond delay="1310"/>
                                  </p:stCondLst>
                                  <p:childTnLst>
                                    <p:set>
                                      <p:cBhvr>
                                        <p:cTn id="87" dur="1" fill="hold">
                                          <p:stCondLst>
                                            <p:cond delay="0"/>
                                          </p:stCondLst>
                                        </p:cTn>
                                        <p:tgtEl>
                                          <p:spTgt spid="53"/>
                                        </p:tgtEl>
                                        <p:attrNameLst>
                                          <p:attrName>style.visibility</p:attrName>
                                        </p:attrNameLst>
                                      </p:cBhvr>
                                      <p:to>
                                        <p:strVal val="visible"/>
                                      </p:to>
                                    </p:set>
                                  </p:childTnLst>
                                </p:cTn>
                              </p:par>
                              <p:par>
                                <p:cTn id="88" presetID="1" presetClass="entr" presetSubtype="0" fill="hold" nodeType="withEffect" restart="never">
                                  <p:stCondLst>
                                    <p:cond delay="1430"/>
                                  </p:stCondLst>
                                  <p:childTnLst>
                                    <p:set>
                                      <p:cBhvr>
                                        <p:cTn id="89" dur="1" fill="hold">
                                          <p:stCondLst>
                                            <p:cond delay="0"/>
                                          </p:stCondLst>
                                        </p:cTn>
                                        <p:tgtEl>
                                          <p:spTgt spid="54"/>
                                        </p:tgtEl>
                                        <p:attrNameLst>
                                          <p:attrName>style.visibility</p:attrName>
                                        </p:attrNameLst>
                                      </p:cBhvr>
                                      <p:to>
                                        <p:strVal val="visible"/>
                                      </p:to>
                                    </p:set>
                                  </p:childTnLst>
                                </p:cTn>
                              </p:par>
                              <p:par>
                                <p:cTn id="90" presetID="1" presetClass="entr" presetSubtype="0" fill="hold" nodeType="withEffect" restart="never">
                                  <p:stCondLst>
                                    <p:cond delay="1550"/>
                                  </p:stCondLst>
                                  <p:childTnLst>
                                    <p:set>
                                      <p:cBhvr>
                                        <p:cTn id="91" dur="1" fill="hold">
                                          <p:stCondLst>
                                            <p:cond delay="0"/>
                                          </p:stCondLst>
                                        </p:cTn>
                                        <p:tgtEl>
                                          <p:spTgt spid="55"/>
                                        </p:tgtEl>
                                        <p:attrNameLst>
                                          <p:attrName>style.visibility</p:attrName>
                                        </p:attrNameLst>
                                      </p:cBhvr>
                                      <p:to>
                                        <p:strVal val="visible"/>
                                      </p:to>
                                    </p:set>
                                  </p:childTnLst>
                                </p:cTn>
                              </p:par>
                              <p:par>
                                <p:cTn id="92" presetID="1" presetClass="entr" presetSubtype="0" fill="hold" nodeType="withEffect" restart="never">
                                  <p:stCondLst>
                                    <p:cond delay="1670"/>
                                  </p:stCondLst>
                                  <p:childTnLst>
                                    <p:set>
                                      <p:cBhvr>
                                        <p:cTn id="93" dur="1" fill="hold">
                                          <p:stCondLst>
                                            <p:cond delay="0"/>
                                          </p:stCondLst>
                                        </p:cTn>
                                        <p:tgtEl>
                                          <p:spTgt spid="56"/>
                                        </p:tgtEl>
                                        <p:attrNameLst>
                                          <p:attrName>style.visibility</p:attrName>
                                        </p:attrNameLst>
                                      </p:cBhvr>
                                      <p:to>
                                        <p:strVal val="visible"/>
                                      </p:to>
                                    </p:set>
                                  </p:childTnLst>
                                </p:cTn>
                              </p:par>
                              <p:par>
                                <p:cTn id="94" presetID="1" presetClass="entr" presetSubtype="0" fill="hold" nodeType="withEffect" restart="never">
                                  <p:stCondLst>
                                    <p:cond delay="1790"/>
                                  </p:stCondLst>
                                  <p:childTnLst>
                                    <p:set>
                                      <p:cBhvr>
                                        <p:cTn id="95" dur="1" fill="hold">
                                          <p:stCondLst>
                                            <p:cond delay="0"/>
                                          </p:stCondLst>
                                        </p:cTn>
                                        <p:tgtEl>
                                          <p:spTgt spid="57"/>
                                        </p:tgtEl>
                                        <p:attrNameLst>
                                          <p:attrName>style.visibility</p:attrName>
                                        </p:attrNameLst>
                                      </p:cBhvr>
                                      <p:to>
                                        <p:strVal val="visible"/>
                                      </p:to>
                                    </p:set>
                                  </p:childTnLst>
                                </p:cTn>
                              </p:par>
                              <p:par>
                                <p:cTn id="96" presetID="1" presetClass="entr" presetSubtype="0" fill="hold" nodeType="withEffect" restart="never">
                                  <p:stCondLst>
                                    <p:cond delay="1910"/>
                                  </p:stCondLst>
                                  <p:childTnLst>
                                    <p:set>
                                      <p:cBhvr>
                                        <p:cTn id="97" dur="1" fill="hold">
                                          <p:stCondLst>
                                            <p:cond delay="0"/>
                                          </p:stCondLst>
                                        </p:cTn>
                                        <p:tgtEl>
                                          <p:spTgt spid="58"/>
                                        </p:tgtEl>
                                        <p:attrNameLst>
                                          <p:attrName>style.visibility</p:attrName>
                                        </p:attrNameLst>
                                      </p:cBhvr>
                                      <p:to>
                                        <p:strVal val="visible"/>
                                      </p:to>
                                    </p:set>
                                  </p:childTnLst>
                                </p:cTn>
                              </p:par>
                              <p:par>
                                <p:cTn id="98" presetID="1" presetClass="entr" presetSubtype="0" fill="hold" nodeType="withEffect" restart="never">
                                  <p:stCondLst>
                                    <p:cond delay="2030"/>
                                  </p:stCondLst>
                                  <p:childTnLst>
                                    <p:set>
                                      <p:cBhvr>
                                        <p:cTn id="99" dur="1" fill="hold">
                                          <p:stCondLst>
                                            <p:cond delay="0"/>
                                          </p:stCondLst>
                                        </p:cTn>
                                        <p:tgtEl>
                                          <p:spTgt spid="59"/>
                                        </p:tgtEl>
                                        <p:attrNameLst>
                                          <p:attrName>style.visibility</p:attrName>
                                        </p:attrNameLst>
                                      </p:cBhvr>
                                      <p:to>
                                        <p:strVal val="visible"/>
                                      </p:to>
                                    </p:set>
                                  </p:childTnLst>
                                </p:cTn>
                              </p:par>
                              <p:par>
                                <p:cTn id="100" presetID="1" presetClass="entr" presetSubtype="0" fill="hold" nodeType="withEffect" restart="never">
                                  <p:stCondLst>
                                    <p:cond delay="2150"/>
                                  </p:stCondLst>
                                  <p:childTnLst>
                                    <p:set>
                                      <p:cBhvr>
                                        <p:cTn id="101" dur="1" fill="hold">
                                          <p:stCondLst>
                                            <p:cond delay="0"/>
                                          </p:stCondLst>
                                        </p:cTn>
                                        <p:tgtEl>
                                          <p:spTgt spid="60"/>
                                        </p:tgtEl>
                                        <p:attrNameLst>
                                          <p:attrName>style.visibility</p:attrName>
                                        </p:attrNameLst>
                                      </p:cBhvr>
                                      <p:to>
                                        <p:strVal val="visible"/>
                                      </p:to>
                                    </p:set>
                                  </p:childTnLst>
                                </p:cTn>
                              </p:par>
                              <p:par>
                                <p:cTn id="102" presetID="1" presetClass="entr" presetSubtype="0" fill="hold" nodeType="withEffect" restart="never">
                                  <p:stCondLst>
                                    <p:cond delay="2270"/>
                                  </p:stCondLst>
                                  <p:childTnLst>
                                    <p:set>
                                      <p:cBhvr>
                                        <p:cTn id="103" dur="1" fill="hold">
                                          <p:stCondLst>
                                            <p:cond delay="0"/>
                                          </p:stCondLst>
                                        </p:cTn>
                                        <p:tgtEl>
                                          <p:spTgt spid="61"/>
                                        </p:tgtEl>
                                        <p:attrNameLst>
                                          <p:attrName>style.visibility</p:attrName>
                                        </p:attrNameLst>
                                      </p:cBhvr>
                                      <p:to>
                                        <p:strVal val="visible"/>
                                      </p:to>
                                    </p:set>
                                  </p:childTnLst>
                                </p:cTn>
                              </p:par>
                              <p:par>
                                <p:cTn id="104" presetID="1" presetClass="entr" presetSubtype="0" fill="hold" nodeType="withEffect" restart="never">
                                  <p:stCondLst>
                                    <p:cond delay="2390"/>
                                  </p:stCondLst>
                                  <p:childTnLst>
                                    <p:set>
                                      <p:cBhvr>
                                        <p:cTn id="105" dur="1" fill="hold">
                                          <p:stCondLst>
                                            <p:cond delay="0"/>
                                          </p:stCondLst>
                                        </p:cTn>
                                        <p:tgtEl>
                                          <p:spTgt spid="62"/>
                                        </p:tgtEl>
                                        <p:attrNameLst>
                                          <p:attrName>style.visibility</p:attrName>
                                        </p:attrNameLst>
                                      </p:cBhvr>
                                      <p:to>
                                        <p:strVal val="visible"/>
                                      </p:to>
                                    </p:set>
                                  </p:childTnLst>
                                </p:cTn>
                              </p:par>
                              <p:par>
                                <p:cTn id="106" presetID="1" presetClass="entr" presetSubtype="0" fill="hold" nodeType="withEffect" restart="never">
                                  <p:stCondLst>
                                    <p:cond delay="2510"/>
                                  </p:stCondLst>
                                  <p:childTnLst>
                                    <p:set>
                                      <p:cBhvr>
                                        <p:cTn id="107" dur="1" fill="hold">
                                          <p:stCondLst>
                                            <p:cond delay="0"/>
                                          </p:stCondLst>
                                        </p:cTn>
                                        <p:tgtEl>
                                          <p:spTgt spid="63"/>
                                        </p:tgtEl>
                                        <p:attrNameLst>
                                          <p:attrName>style.visibility</p:attrName>
                                        </p:attrNameLst>
                                      </p:cBhvr>
                                      <p:to>
                                        <p:strVal val="visible"/>
                                      </p:to>
                                    </p:set>
                                  </p:childTnLst>
                                </p:cTn>
                              </p:par>
                              <p:par>
                                <p:cTn id="108" presetID="1" presetClass="entr" presetSubtype="0" fill="hold" nodeType="withEffect" restart="never">
                                  <p:stCondLst>
                                    <p:cond delay="2630"/>
                                  </p:stCondLst>
                                  <p:childTnLst>
                                    <p:set>
                                      <p:cBhvr>
                                        <p:cTn id="109" dur="1" fill="hold">
                                          <p:stCondLst>
                                            <p:cond delay="0"/>
                                          </p:stCondLst>
                                        </p:cTn>
                                        <p:tgtEl>
                                          <p:spTgt spid="64"/>
                                        </p:tgtEl>
                                        <p:attrNameLst>
                                          <p:attrName>style.visibility</p:attrName>
                                        </p:attrNameLst>
                                      </p:cBhvr>
                                      <p:to>
                                        <p:strVal val="visible"/>
                                      </p:to>
                                    </p:set>
                                  </p:childTnLst>
                                </p:cTn>
                              </p:par>
                              <p:par>
                                <p:cTn id="110" presetID="1" presetClass="entr" presetSubtype="0" fill="hold" nodeType="withEffect" restart="never">
                                  <p:stCondLst>
                                    <p:cond delay="2750"/>
                                  </p:stCondLst>
                                  <p:childTnLst>
                                    <p:set>
                                      <p:cBhvr>
                                        <p:cTn id="111" dur="1" fill="hold">
                                          <p:stCondLst>
                                            <p:cond delay="0"/>
                                          </p:stCondLst>
                                        </p:cTn>
                                        <p:tgtEl>
                                          <p:spTgt spid="65"/>
                                        </p:tgtEl>
                                        <p:attrNameLst>
                                          <p:attrName>style.visibility</p:attrName>
                                        </p:attrNameLst>
                                      </p:cBhvr>
                                      <p:to>
                                        <p:strVal val="visible"/>
                                      </p:to>
                                    </p:set>
                                  </p:childTnLst>
                                </p:cTn>
                              </p:par>
                              <p:par>
                                <p:cTn id="112" presetID="1" presetClass="entr" presetSubtype="0" fill="hold" nodeType="withEffect" restart="never">
                                  <p:stCondLst>
                                    <p:cond delay="2870"/>
                                  </p:stCondLst>
                                  <p:childTnLst>
                                    <p:set>
                                      <p:cBhvr>
                                        <p:cTn id="113" dur="1" fill="hold">
                                          <p:stCondLst>
                                            <p:cond delay="0"/>
                                          </p:stCondLst>
                                        </p:cTn>
                                        <p:tgtEl>
                                          <p:spTgt spid="66"/>
                                        </p:tgtEl>
                                        <p:attrNameLst>
                                          <p:attrName>style.visibility</p:attrName>
                                        </p:attrNameLst>
                                      </p:cBhvr>
                                      <p:to>
                                        <p:strVal val="visible"/>
                                      </p:to>
                                    </p:set>
                                  </p:childTnLst>
                                </p:cTn>
                              </p:par>
                              <p:par>
                                <p:cTn id="114" presetID="1" presetClass="entr" presetSubtype="0" fill="hold" nodeType="withEffect" restart="never">
                                  <p:stCondLst>
                                    <p:cond delay="2990"/>
                                  </p:stCondLst>
                                  <p:childTnLst>
                                    <p:set>
                                      <p:cBhvr>
                                        <p:cTn id="115" dur="1" fill="hold">
                                          <p:stCondLst>
                                            <p:cond delay="0"/>
                                          </p:stCondLst>
                                        </p:cTn>
                                        <p:tgtEl>
                                          <p:spTgt spid="67"/>
                                        </p:tgtEl>
                                        <p:attrNameLst>
                                          <p:attrName>style.visibility</p:attrName>
                                        </p:attrNameLst>
                                      </p:cBhvr>
                                      <p:to>
                                        <p:strVal val="visible"/>
                                      </p:to>
                                    </p:set>
                                  </p:childTnLst>
                                </p:cTn>
                              </p:par>
                              <p:par>
                                <p:cTn id="116" presetID="1" presetClass="entr" presetSubtype="0" fill="hold" nodeType="withEffect" restart="never">
                                  <p:stCondLst>
                                    <p:cond delay="3110"/>
                                  </p:stCondLst>
                                  <p:childTnLst>
                                    <p:set>
                                      <p:cBhvr>
                                        <p:cTn id="117" dur="1" fill="hold">
                                          <p:stCondLst>
                                            <p:cond delay="0"/>
                                          </p:stCondLst>
                                        </p:cTn>
                                        <p:tgtEl>
                                          <p:spTgt spid="68"/>
                                        </p:tgtEl>
                                        <p:attrNameLst>
                                          <p:attrName>style.visibility</p:attrName>
                                        </p:attrNameLst>
                                      </p:cBhvr>
                                      <p:to>
                                        <p:strVal val="visible"/>
                                      </p:to>
                                    </p:set>
                                  </p:childTnLst>
                                </p:cTn>
                              </p:par>
                            </p:childTnLst>
                          </p:cTn>
                        </p:par>
                      </p:childTnLst>
                    </p:cTn>
                  </p:par>
                  <p:par>
                    <p:cTn id="118" fill="hold" restart="never" repeatCount="1000">
                      <p:stCondLst>
                        <p:cond delay="indefinite"/>
                      </p:stCondLst>
                      <p:childTnLst>
                        <p:par>
                          <p:cTn id="119" fill="hold" dur="3760">
                            <p:stCondLst>
                              <p:cond delay="0"/>
                            </p:stCondLst>
                            <p:childTnLst>
                              <p:par>
                                <p:cTn id="120" presetID="1" presetClass="entr" presetSubtype="0" fill="hold" nodeType="clickEffect" restart="never">
                                  <p:stCondLst>
                                    <p:cond delay="0"/>
                                  </p:stCondLst>
                                  <p:childTnLst>
                                    <p:set>
                                      <p:cBhvr>
                                        <p:cTn id="121" dur="1" fill="hold">
                                          <p:stCondLst>
                                            <p:cond delay="0"/>
                                          </p:stCondLst>
                                        </p:cTn>
                                        <p:tgtEl>
                                          <p:spTgt spid="10"/>
                                        </p:tgtEl>
                                        <p:attrNameLst>
                                          <p:attrName>style.visibility</p:attrName>
                                        </p:attrNameLst>
                                      </p:cBhvr>
                                      <p:to>
                                        <p:strVal val="visible"/>
                                      </p:to>
                                    </p:set>
                                  </p:childTnLst>
                                </p:cTn>
                              </p:par>
                              <p:par>
                                <p:cTn id="122" presetID="1" presetClass="entr" presetSubtype="0" fill="hold" nodeType="withEffect" restart="never">
                                  <p:stCondLst>
                                    <p:cond delay="350"/>
                                  </p:stCondLst>
                                  <p:childTnLst>
                                    <p:set>
                                      <p:cBhvr>
                                        <p:cTn id="123" dur="1" fill="hold">
                                          <p:stCondLst>
                                            <p:cond delay="0"/>
                                          </p:stCondLst>
                                        </p:cTn>
                                        <p:tgtEl>
                                          <p:spTgt spid="69"/>
                                        </p:tgtEl>
                                        <p:attrNameLst>
                                          <p:attrName>style.visibility</p:attrName>
                                        </p:attrNameLst>
                                      </p:cBhvr>
                                      <p:to>
                                        <p:strVal val="visible"/>
                                      </p:to>
                                    </p:set>
                                  </p:childTnLst>
                                </p:cTn>
                              </p:par>
                              <p:par>
                                <p:cTn id="124" presetID="1" presetClass="entr" presetSubtype="0" fill="hold" nodeType="withEffect" restart="never">
                                  <p:stCondLst>
                                    <p:cond delay="470"/>
                                  </p:stCondLst>
                                  <p:childTnLst>
                                    <p:set>
                                      <p:cBhvr>
                                        <p:cTn id="125" dur="1" fill="hold">
                                          <p:stCondLst>
                                            <p:cond delay="0"/>
                                          </p:stCondLst>
                                        </p:cTn>
                                        <p:tgtEl>
                                          <p:spTgt spid="70"/>
                                        </p:tgtEl>
                                        <p:attrNameLst>
                                          <p:attrName>style.visibility</p:attrName>
                                        </p:attrNameLst>
                                      </p:cBhvr>
                                      <p:to>
                                        <p:strVal val="visible"/>
                                      </p:to>
                                    </p:set>
                                  </p:childTnLst>
                                </p:cTn>
                              </p:par>
                              <p:par>
                                <p:cTn id="126" presetID="1" presetClass="entr" presetSubtype="0" fill="hold" nodeType="withEffect" restart="never">
                                  <p:stCondLst>
                                    <p:cond delay="590"/>
                                  </p:stCondLst>
                                  <p:childTnLst>
                                    <p:set>
                                      <p:cBhvr>
                                        <p:cTn id="127" dur="1" fill="hold">
                                          <p:stCondLst>
                                            <p:cond delay="0"/>
                                          </p:stCondLst>
                                        </p:cTn>
                                        <p:tgtEl>
                                          <p:spTgt spid="71"/>
                                        </p:tgtEl>
                                        <p:attrNameLst>
                                          <p:attrName>style.visibility</p:attrName>
                                        </p:attrNameLst>
                                      </p:cBhvr>
                                      <p:to>
                                        <p:strVal val="visible"/>
                                      </p:to>
                                    </p:set>
                                  </p:childTnLst>
                                </p:cTn>
                              </p:par>
                              <p:par>
                                <p:cTn id="128" presetID="1" presetClass="entr" presetSubtype="0" fill="hold" nodeType="withEffect" restart="never">
                                  <p:stCondLst>
                                    <p:cond delay="710"/>
                                  </p:stCondLst>
                                  <p:childTnLst>
                                    <p:set>
                                      <p:cBhvr>
                                        <p:cTn id="129" dur="1" fill="hold">
                                          <p:stCondLst>
                                            <p:cond delay="0"/>
                                          </p:stCondLst>
                                        </p:cTn>
                                        <p:tgtEl>
                                          <p:spTgt spid="72"/>
                                        </p:tgtEl>
                                        <p:attrNameLst>
                                          <p:attrName>style.visibility</p:attrName>
                                        </p:attrNameLst>
                                      </p:cBhvr>
                                      <p:to>
                                        <p:strVal val="visible"/>
                                      </p:to>
                                    </p:set>
                                  </p:childTnLst>
                                </p:cTn>
                              </p:par>
                              <p:par>
                                <p:cTn id="130" presetID="1" presetClass="entr" presetSubtype="0" fill="hold" nodeType="withEffect" restart="never">
                                  <p:stCondLst>
                                    <p:cond delay="830"/>
                                  </p:stCondLst>
                                  <p:childTnLst>
                                    <p:set>
                                      <p:cBhvr>
                                        <p:cTn id="131" dur="1" fill="hold">
                                          <p:stCondLst>
                                            <p:cond delay="0"/>
                                          </p:stCondLst>
                                        </p:cTn>
                                        <p:tgtEl>
                                          <p:spTgt spid="73"/>
                                        </p:tgtEl>
                                        <p:attrNameLst>
                                          <p:attrName>style.visibility</p:attrName>
                                        </p:attrNameLst>
                                      </p:cBhvr>
                                      <p:to>
                                        <p:strVal val="visible"/>
                                      </p:to>
                                    </p:set>
                                  </p:childTnLst>
                                </p:cTn>
                              </p:par>
                              <p:par>
                                <p:cTn id="132" presetID="1" presetClass="entr" presetSubtype="0" fill="hold" nodeType="withEffect" restart="never">
                                  <p:stCondLst>
                                    <p:cond delay="950"/>
                                  </p:stCondLst>
                                  <p:childTnLst>
                                    <p:set>
                                      <p:cBhvr>
                                        <p:cTn id="133" dur="1" fill="hold">
                                          <p:stCondLst>
                                            <p:cond delay="0"/>
                                          </p:stCondLst>
                                        </p:cTn>
                                        <p:tgtEl>
                                          <p:spTgt spid="74"/>
                                        </p:tgtEl>
                                        <p:attrNameLst>
                                          <p:attrName>style.visibility</p:attrName>
                                        </p:attrNameLst>
                                      </p:cBhvr>
                                      <p:to>
                                        <p:strVal val="visible"/>
                                      </p:to>
                                    </p:set>
                                  </p:childTnLst>
                                </p:cTn>
                              </p:par>
                              <p:par>
                                <p:cTn id="134" presetID="1" presetClass="entr" presetSubtype="0" fill="hold" nodeType="withEffect" restart="never">
                                  <p:stCondLst>
                                    <p:cond delay="1070"/>
                                  </p:stCondLst>
                                  <p:childTnLst>
                                    <p:set>
                                      <p:cBhvr>
                                        <p:cTn id="135" dur="1" fill="hold">
                                          <p:stCondLst>
                                            <p:cond delay="0"/>
                                          </p:stCondLst>
                                        </p:cTn>
                                        <p:tgtEl>
                                          <p:spTgt spid="75"/>
                                        </p:tgtEl>
                                        <p:attrNameLst>
                                          <p:attrName>style.visibility</p:attrName>
                                        </p:attrNameLst>
                                      </p:cBhvr>
                                      <p:to>
                                        <p:strVal val="visible"/>
                                      </p:to>
                                    </p:set>
                                  </p:childTnLst>
                                </p:cTn>
                              </p:par>
                              <p:par>
                                <p:cTn id="136" presetID="1" presetClass="entr" presetSubtype="0" fill="hold" nodeType="withEffect" restart="never">
                                  <p:stCondLst>
                                    <p:cond delay="1190"/>
                                  </p:stCondLst>
                                  <p:childTnLst>
                                    <p:set>
                                      <p:cBhvr>
                                        <p:cTn id="137" dur="1" fill="hold">
                                          <p:stCondLst>
                                            <p:cond delay="0"/>
                                          </p:stCondLst>
                                        </p:cTn>
                                        <p:tgtEl>
                                          <p:spTgt spid="76"/>
                                        </p:tgtEl>
                                        <p:attrNameLst>
                                          <p:attrName>style.visibility</p:attrName>
                                        </p:attrNameLst>
                                      </p:cBhvr>
                                      <p:to>
                                        <p:strVal val="visible"/>
                                      </p:to>
                                    </p:set>
                                  </p:childTnLst>
                                </p:cTn>
                              </p:par>
                              <p:par>
                                <p:cTn id="138" presetID="1" presetClass="entr" presetSubtype="0" fill="hold" nodeType="withEffect" restart="never">
                                  <p:stCondLst>
                                    <p:cond delay="1310"/>
                                  </p:stCondLst>
                                  <p:childTnLst>
                                    <p:set>
                                      <p:cBhvr>
                                        <p:cTn id="139" dur="1" fill="hold">
                                          <p:stCondLst>
                                            <p:cond delay="0"/>
                                          </p:stCondLst>
                                        </p:cTn>
                                        <p:tgtEl>
                                          <p:spTgt spid="77"/>
                                        </p:tgtEl>
                                        <p:attrNameLst>
                                          <p:attrName>style.visibility</p:attrName>
                                        </p:attrNameLst>
                                      </p:cBhvr>
                                      <p:to>
                                        <p:strVal val="visible"/>
                                      </p:to>
                                    </p:set>
                                  </p:childTnLst>
                                </p:cTn>
                              </p:par>
                              <p:par>
                                <p:cTn id="140" presetID="1" presetClass="entr" presetSubtype="0" fill="hold" nodeType="withEffect" restart="never">
                                  <p:stCondLst>
                                    <p:cond delay="1430"/>
                                  </p:stCondLst>
                                  <p:childTnLst>
                                    <p:set>
                                      <p:cBhvr>
                                        <p:cTn id="141" dur="1" fill="hold">
                                          <p:stCondLst>
                                            <p:cond delay="0"/>
                                          </p:stCondLst>
                                        </p:cTn>
                                        <p:tgtEl>
                                          <p:spTgt spid="78"/>
                                        </p:tgtEl>
                                        <p:attrNameLst>
                                          <p:attrName>style.visibility</p:attrName>
                                        </p:attrNameLst>
                                      </p:cBhvr>
                                      <p:to>
                                        <p:strVal val="visible"/>
                                      </p:to>
                                    </p:set>
                                  </p:childTnLst>
                                </p:cTn>
                              </p:par>
                              <p:par>
                                <p:cTn id="142" presetID="1" presetClass="entr" presetSubtype="0" fill="hold" nodeType="withEffect" restart="never">
                                  <p:stCondLst>
                                    <p:cond delay="1550"/>
                                  </p:stCondLst>
                                  <p:childTnLst>
                                    <p:set>
                                      <p:cBhvr>
                                        <p:cTn id="143" dur="1" fill="hold">
                                          <p:stCondLst>
                                            <p:cond delay="0"/>
                                          </p:stCondLst>
                                        </p:cTn>
                                        <p:tgtEl>
                                          <p:spTgt spid="79"/>
                                        </p:tgtEl>
                                        <p:attrNameLst>
                                          <p:attrName>style.visibility</p:attrName>
                                        </p:attrNameLst>
                                      </p:cBhvr>
                                      <p:to>
                                        <p:strVal val="visible"/>
                                      </p:to>
                                    </p:set>
                                  </p:childTnLst>
                                </p:cTn>
                              </p:par>
                              <p:par>
                                <p:cTn id="144" presetID="1" presetClass="entr" presetSubtype="0" fill="hold" nodeType="withEffect" restart="never">
                                  <p:stCondLst>
                                    <p:cond delay="1670"/>
                                  </p:stCondLst>
                                  <p:childTnLst>
                                    <p:set>
                                      <p:cBhvr>
                                        <p:cTn id="145" dur="1" fill="hold">
                                          <p:stCondLst>
                                            <p:cond delay="0"/>
                                          </p:stCondLst>
                                        </p:cTn>
                                        <p:tgtEl>
                                          <p:spTgt spid="80"/>
                                        </p:tgtEl>
                                        <p:attrNameLst>
                                          <p:attrName>style.visibility</p:attrName>
                                        </p:attrNameLst>
                                      </p:cBhvr>
                                      <p:to>
                                        <p:strVal val="visible"/>
                                      </p:to>
                                    </p:set>
                                  </p:childTnLst>
                                </p:cTn>
                              </p:par>
                              <p:par>
                                <p:cTn id="146" presetID="1" presetClass="entr" presetSubtype="0" fill="hold" nodeType="withEffect" restart="never">
                                  <p:stCondLst>
                                    <p:cond delay="1790"/>
                                  </p:stCondLst>
                                  <p:childTnLst>
                                    <p:set>
                                      <p:cBhvr>
                                        <p:cTn id="147" dur="1" fill="hold">
                                          <p:stCondLst>
                                            <p:cond delay="0"/>
                                          </p:stCondLst>
                                        </p:cTn>
                                        <p:tgtEl>
                                          <p:spTgt spid="81"/>
                                        </p:tgtEl>
                                        <p:attrNameLst>
                                          <p:attrName>style.visibility</p:attrName>
                                        </p:attrNameLst>
                                      </p:cBhvr>
                                      <p:to>
                                        <p:strVal val="visible"/>
                                      </p:to>
                                    </p:set>
                                  </p:childTnLst>
                                </p:cTn>
                              </p:par>
                              <p:par>
                                <p:cTn id="148" presetID="1" presetClass="entr" presetSubtype="0" fill="hold" nodeType="withEffect" restart="never">
                                  <p:stCondLst>
                                    <p:cond delay="1910"/>
                                  </p:stCondLst>
                                  <p:childTnLst>
                                    <p:set>
                                      <p:cBhvr>
                                        <p:cTn id="149" dur="1" fill="hold">
                                          <p:stCondLst>
                                            <p:cond delay="0"/>
                                          </p:stCondLst>
                                        </p:cTn>
                                        <p:tgtEl>
                                          <p:spTgt spid="82"/>
                                        </p:tgtEl>
                                        <p:attrNameLst>
                                          <p:attrName>style.visibility</p:attrName>
                                        </p:attrNameLst>
                                      </p:cBhvr>
                                      <p:to>
                                        <p:strVal val="visible"/>
                                      </p:to>
                                    </p:set>
                                  </p:childTnLst>
                                </p:cTn>
                              </p:par>
                              <p:par>
                                <p:cTn id="150" presetID="1" presetClass="entr" presetSubtype="0" fill="hold" nodeType="withEffect" restart="never">
                                  <p:stCondLst>
                                    <p:cond delay="2030"/>
                                  </p:stCondLst>
                                  <p:childTnLst>
                                    <p:set>
                                      <p:cBhvr>
                                        <p:cTn id="151" dur="1" fill="hold">
                                          <p:stCondLst>
                                            <p:cond delay="0"/>
                                          </p:stCondLst>
                                        </p:cTn>
                                        <p:tgtEl>
                                          <p:spTgt spid="83"/>
                                        </p:tgtEl>
                                        <p:attrNameLst>
                                          <p:attrName>style.visibility</p:attrName>
                                        </p:attrNameLst>
                                      </p:cBhvr>
                                      <p:to>
                                        <p:strVal val="visible"/>
                                      </p:to>
                                    </p:set>
                                  </p:childTnLst>
                                </p:cTn>
                              </p:par>
                              <p:par>
                                <p:cTn id="152" presetID="1" presetClass="entr" presetSubtype="0" fill="hold" nodeType="withEffect" restart="never">
                                  <p:stCondLst>
                                    <p:cond delay="2150"/>
                                  </p:stCondLst>
                                  <p:childTnLst>
                                    <p:set>
                                      <p:cBhvr>
                                        <p:cTn id="153" dur="1" fill="hold">
                                          <p:stCondLst>
                                            <p:cond delay="0"/>
                                          </p:stCondLst>
                                        </p:cTn>
                                        <p:tgtEl>
                                          <p:spTgt spid="84"/>
                                        </p:tgtEl>
                                        <p:attrNameLst>
                                          <p:attrName>style.visibility</p:attrName>
                                        </p:attrNameLst>
                                      </p:cBhvr>
                                      <p:to>
                                        <p:strVal val="visible"/>
                                      </p:to>
                                    </p:set>
                                  </p:childTnLst>
                                </p:cTn>
                              </p:par>
                              <p:par>
                                <p:cTn id="154" presetID="1" presetClass="entr" presetSubtype="0" fill="hold" nodeType="withEffect" restart="never">
                                  <p:stCondLst>
                                    <p:cond delay="2270"/>
                                  </p:stCondLst>
                                  <p:childTnLst>
                                    <p:set>
                                      <p:cBhvr>
                                        <p:cTn id="155" dur="1" fill="hold">
                                          <p:stCondLst>
                                            <p:cond delay="0"/>
                                          </p:stCondLst>
                                        </p:cTn>
                                        <p:tgtEl>
                                          <p:spTgt spid="85"/>
                                        </p:tgtEl>
                                        <p:attrNameLst>
                                          <p:attrName>style.visibility</p:attrName>
                                        </p:attrNameLst>
                                      </p:cBhvr>
                                      <p:to>
                                        <p:strVal val="visible"/>
                                      </p:to>
                                    </p:set>
                                  </p:childTnLst>
                                </p:cTn>
                              </p:par>
                              <p:par>
                                <p:cTn id="156" presetID="1" presetClass="entr" presetSubtype="0" fill="hold" nodeType="withEffect" restart="never">
                                  <p:stCondLst>
                                    <p:cond delay="2390"/>
                                  </p:stCondLst>
                                  <p:childTnLst>
                                    <p:set>
                                      <p:cBhvr>
                                        <p:cTn id="157" dur="1" fill="hold">
                                          <p:stCondLst>
                                            <p:cond delay="0"/>
                                          </p:stCondLst>
                                        </p:cTn>
                                        <p:tgtEl>
                                          <p:spTgt spid="86"/>
                                        </p:tgtEl>
                                        <p:attrNameLst>
                                          <p:attrName>style.visibility</p:attrName>
                                        </p:attrNameLst>
                                      </p:cBhvr>
                                      <p:to>
                                        <p:strVal val="visible"/>
                                      </p:to>
                                    </p:set>
                                  </p:childTnLst>
                                </p:cTn>
                              </p:par>
                              <p:par>
                                <p:cTn id="158" presetID="1" presetClass="entr" presetSubtype="0" fill="hold" nodeType="withEffect" restart="never">
                                  <p:stCondLst>
                                    <p:cond delay="2510"/>
                                  </p:stCondLst>
                                  <p:childTnLst>
                                    <p:set>
                                      <p:cBhvr>
                                        <p:cTn id="159" dur="1" fill="hold">
                                          <p:stCondLst>
                                            <p:cond delay="0"/>
                                          </p:stCondLst>
                                        </p:cTn>
                                        <p:tgtEl>
                                          <p:spTgt spid="87"/>
                                        </p:tgtEl>
                                        <p:attrNameLst>
                                          <p:attrName>style.visibility</p:attrName>
                                        </p:attrNameLst>
                                      </p:cBhvr>
                                      <p:to>
                                        <p:strVal val="visible"/>
                                      </p:to>
                                    </p:set>
                                  </p:childTnLst>
                                </p:cTn>
                              </p:par>
                              <p:par>
                                <p:cTn id="160" presetID="1" presetClass="entr" presetSubtype="0" fill="hold" nodeType="withEffect" restart="never">
                                  <p:stCondLst>
                                    <p:cond delay="2630"/>
                                  </p:stCondLst>
                                  <p:childTnLst>
                                    <p:set>
                                      <p:cBhvr>
                                        <p:cTn id="161" dur="1" fill="hold">
                                          <p:stCondLst>
                                            <p:cond delay="0"/>
                                          </p:stCondLst>
                                        </p:cTn>
                                        <p:tgtEl>
                                          <p:spTgt spid="88"/>
                                        </p:tgtEl>
                                        <p:attrNameLst>
                                          <p:attrName>style.visibility</p:attrName>
                                        </p:attrNameLst>
                                      </p:cBhvr>
                                      <p:to>
                                        <p:strVal val="visible"/>
                                      </p:to>
                                    </p:set>
                                  </p:childTnLst>
                                </p:cTn>
                              </p:par>
                              <p:par>
                                <p:cTn id="162" presetID="1" presetClass="entr" presetSubtype="0" fill="hold" nodeType="withEffect" restart="never">
                                  <p:stCondLst>
                                    <p:cond delay="2750"/>
                                  </p:stCondLst>
                                  <p:childTnLst>
                                    <p:set>
                                      <p:cBhvr>
                                        <p:cTn id="163" dur="1" fill="hold">
                                          <p:stCondLst>
                                            <p:cond delay="0"/>
                                          </p:stCondLst>
                                        </p:cTn>
                                        <p:tgtEl>
                                          <p:spTgt spid="89"/>
                                        </p:tgtEl>
                                        <p:attrNameLst>
                                          <p:attrName>style.visibility</p:attrName>
                                        </p:attrNameLst>
                                      </p:cBhvr>
                                      <p:to>
                                        <p:strVal val="visible"/>
                                      </p:to>
                                    </p:set>
                                  </p:childTnLst>
                                </p:cTn>
                              </p:par>
                              <p:par>
                                <p:cTn id="164" presetID="1" presetClass="entr" presetSubtype="0" fill="hold" nodeType="withEffect" restart="never">
                                  <p:stCondLst>
                                    <p:cond delay="2870"/>
                                  </p:stCondLst>
                                  <p:childTnLst>
                                    <p:set>
                                      <p:cBhvr>
                                        <p:cTn id="165" dur="1" fill="hold">
                                          <p:stCondLst>
                                            <p:cond delay="0"/>
                                          </p:stCondLst>
                                        </p:cTn>
                                        <p:tgtEl>
                                          <p:spTgt spid="90"/>
                                        </p:tgtEl>
                                        <p:attrNameLst>
                                          <p:attrName>style.visibility</p:attrName>
                                        </p:attrNameLst>
                                      </p:cBhvr>
                                      <p:to>
                                        <p:strVal val="visible"/>
                                      </p:to>
                                    </p:set>
                                  </p:childTnLst>
                                </p:cTn>
                              </p:par>
                              <p:par>
                                <p:cTn id="166" presetID="1" presetClass="entr" presetSubtype="0" fill="hold" nodeType="withEffect" restart="never">
                                  <p:stCondLst>
                                    <p:cond delay="2990"/>
                                  </p:stCondLst>
                                  <p:childTnLst>
                                    <p:set>
                                      <p:cBhvr>
                                        <p:cTn id="167" dur="1" fill="hold">
                                          <p:stCondLst>
                                            <p:cond delay="0"/>
                                          </p:stCondLst>
                                        </p:cTn>
                                        <p:tgtEl>
                                          <p:spTgt spid="91"/>
                                        </p:tgtEl>
                                        <p:attrNameLst>
                                          <p:attrName>style.visibility</p:attrName>
                                        </p:attrNameLst>
                                      </p:cBhvr>
                                      <p:to>
                                        <p:strVal val="visible"/>
                                      </p:to>
                                    </p:set>
                                  </p:childTnLst>
                                </p:cTn>
                              </p:par>
                              <p:par>
                                <p:cTn id="168" presetID="1" presetClass="entr" presetSubtype="0" fill="hold" nodeType="withEffect" restart="never">
                                  <p:stCondLst>
                                    <p:cond delay="3110"/>
                                  </p:stCondLst>
                                  <p:childTnLst>
                                    <p:set>
                                      <p:cBhvr>
                                        <p:cTn id="169" dur="1" fill="hold">
                                          <p:stCondLst>
                                            <p:cond delay="0"/>
                                          </p:stCondLst>
                                        </p:cTn>
                                        <p:tgtEl>
                                          <p:spTgt spid="92"/>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pam_process_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Read the values, then reconstruct</a:t>
            </a:r>
          </a:p>
        </p:txBody>
      </p:sp>
      <p:sp>
        <p:nvSpPr>
          <p:cNvPr id="3" name="route-a-shaft">
            <a:extLst xmlns:a="http://schemas.openxmlformats.org/drawingml/2006/main">
              <a:ext uri="{FF2B5EF4-FFF2-40B4-BE49-F238E27FC236}">
                <a16:creationId xmlns:a16="http://schemas.microsoft.com/office/drawing/2014/main" id="{3C9C3A1B-A27E-496C-BC7F-D5BD440B92DE}"/>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252AF302-E1CC-4CCE-A9F1-263467DDAD06}"/>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0F71F047-F285-4A02-99BE-1EB81A931732}"/>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F509AD77-333E-4044-AF74-28F04D1097AC}"/>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A745747B-CAF1-4602-9D13-B13576909B1D}"/>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receiver-flow-0" descr="Actual input,operation,output develops on the same full process diagram; no static thumbnail collage.">
            <a:extLst xmlns:a="http://schemas.openxmlformats.org/drawingml/2006/main">
              <a:ext uri="{FF2B5EF4-FFF2-40B4-BE49-F238E27FC236}">
                <a16:creationId xmlns:a16="http://schemas.microsoft.com/office/drawing/2014/main" id="{F13D6342-6FB8-43B0-9AB6-0BEA3D814EE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receiver-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receiver-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receiver-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receiver-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receiver-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receiver-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receiver-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receiver-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receiver-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receiver-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receiver-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receiver-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receiver-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6" name="pam-receiver-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7" name="pam-receiver-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8" name="pam-receiver-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9" name="pam-receiver-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0" name="pam-receiver-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1" name="pam-receiver-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2" name="pam-receiver-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3" name="pam-receiver-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4" name="pam-receiver-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5" name="pam-receiver-flow-0--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6" name="pam-receiver-flow-0--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7" name="pam-receiver-flow-0--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8" name="pam-receiver-flow-0--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9" name="pam-receiver-flow-0--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0" name="pam-receiver-flow-0--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 name="pam-receiver-flow-1" descr="Actual input,operation,output develops on the same full process diagram; no static thumbnail collage.">
            <a:extLst xmlns:a="http://schemas.openxmlformats.org/drawingml/2006/main">
              <a:ext uri="{FF2B5EF4-FFF2-40B4-BE49-F238E27FC236}">
                <a16:creationId xmlns:a16="http://schemas.microsoft.com/office/drawing/2014/main" id="{F973179B-4CB8-40E3-9C15-9513A5A2FB8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1" name="pam-receiver-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2" name="pam-receiver-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3" name="pam-receiver-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4" name="pam-receiver-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5" name="pam-receiver-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6" name="pam-receiver-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7" name="pam-receiver-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8" name="pam-receiver-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59" name="pam-receiver-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0" name="pam-receiver-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1" name="pam-receiver-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2" name="pam-receiver-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3" name="pam-receiver-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4" name="pam-receiver-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5" name="pam-receiver-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6" name="pam-receiver-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7" name="pam-receiver-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8" name="pam-receiver-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69" name="pam-receiver-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0" name="pam-receiver-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1" name="pam-receiver-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2" name="pam-receiver-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3" name="pam-receiver-flow-1--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4" name="pam-receiver-flow-1--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5" name="pam-receiver-flow-1--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6" name="pam-receiver-flow-1--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7" name="pam-receiver-flow-1--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78" name="pam-receiver-flow-1--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10" name="receiver-label-0-bg">
            <a:extLst xmlns:a="http://schemas.openxmlformats.org/drawingml/2006/main">
              <a:ext uri="{FF2B5EF4-FFF2-40B4-BE49-F238E27FC236}">
                <a16:creationId xmlns:a16="http://schemas.microsoft.com/office/drawing/2014/main" id="{82D4F7A3-89DD-42AC-BBFD-D4239DB08868}"/>
              </a:ext>
            </a:extLst>
          </p:cNvPr>
          <p:cNvSpPr>
            <a:spLocks xmlns:a="http://schemas.openxmlformats.org/drawingml/2006/main" noGrp="1"/>
          </p:cNvSpPr>
          <p:nvPr/>
        </p:nvSpPr>
        <p:spPr>
          <a:xfrm xmlns:a="http://schemas.openxmlformats.org/drawingml/2006/main">
            <a:off x="3190875" y="3695700"/>
            <a:ext cx="1905000" cy="438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receiver-label-0">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0149DE23-3C39-4738-BD1E-5950268EA742}"/>
              </a:ext>
            </a:extLst>
          </p:cNvPr>
          <p:cNvSpPr>
            <a:spLocks xmlns:a="http://schemas.openxmlformats.org/drawingml/2006/main" noGrp="1"/>
          </p:cNvSpPr>
          <p:nvPr/>
        </p:nvSpPr>
        <p:spPr>
          <a:xfrm xmlns:a="http://schemas.openxmlformats.org/drawingml/2006/main">
            <a:off x="3286125" y="37623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Read heights</a:t>
            </a:r>
          </a:p>
        </p:txBody>
      </p:sp>
      <p:sp>
        <p:nvSpPr>
          <p:cNvPr id="12" name="receiver-label-1-bg">
            <a:extLst xmlns:a="http://schemas.openxmlformats.org/drawingml/2006/main">
              <a:ext uri="{FF2B5EF4-FFF2-40B4-BE49-F238E27FC236}">
                <a16:creationId xmlns:a16="http://schemas.microsoft.com/office/drawing/2014/main" id="{28C71D02-31FC-4E0F-BCEF-7FDBCCB4D9ED}"/>
              </a:ext>
            </a:extLst>
          </p:cNvPr>
          <p:cNvSpPr>
            <a:spLocks xmlns:a="http://schemas.openxmlformats.org/drawingml/2006/main" noGrp="1"/>
          </p:cNvSpPr>
          <p:nvPr/>
        </p:nvSpPr>
        <p:spPr>
          <a:xfrm xmlns:a="http://schemas.openxmlformats.org/drawingml/2006/main">
            <a:off x="6858000" y="3695700"/>
            <a:ext cx="1905000" cy="4381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receiver-label-1">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A47CC2B8-BE47-42D0-A455-B829B7184228}"/>
              </a:ext>
            </a:extLst>
          </p:cNvPr>
          <p:cNvSpPr>
            <a:spLocks xmlns:a="http://schemas.openxmlformats.org/drawingml/2006/main" noGrp="1"/>
          </p:cNvSpPr>
          <p:nvPr/>
        </p:nvSpPr>
        <p:spPr>
          <a:xfrm xmlns:a="http://schemas.openxmlformats.org/drawingml/2006/main">
            <a:off x="6953250" y="37623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Reconstruct</a:t>
            </a:r>
          </a:p>
        </p:txBody>
      </p:sp>
      <p:sp>
        <p:nvSpPr>
          <p:cNvPr id="14" name="receiver-tasks-line">
            <a:extLst xmlns:a="http://schemas.openxmlformats.org/drawingml/2006/main">
              <a:ext uri="{FF2B5EF4-FFF2-40B4-BE49-F238E27FC236}">
                <a16:creationId xmlns:a16="http://schemas.microsoft.com/office/drawing/2014/main" id="{ABAD2B90-C634-410B-8193-41EA2347253C}"/>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5"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98AE5BE-7C7F-4F1F-A0DE-9496E0232322}"/>
              </a:ext>
            </a:extLst>
          </p:cNvPr>
          <p:cNvPicPr>
            <a:picLocks xmlns:a="http://schemas.openxmlformats.org/drawingml/2006/main" noChangeAspect="1"/>
          </p:cNvPicPr>
          <p:nvPr/>
        </p:nvPicPr>
        <p:blipFill>
          <a:blip xmlns:r="http://schemas.openxmlformats.org/officeDocument/2006/relationships" xmlns:a="http://schemas.openxmlformats.org/drawingml/2006/main" r:embed="R33e492a4b0864bb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433144F-50B2-471A-A4C4-8007472D9362}"/>
              </a:ext>
            </a:extLst>
          </p:cNvPr>
          <p:cNvPicPr>
            <a:picLocks xmlns:a="http://schemas.openxmlformats.org/drawingml/2006/main" noChangeAspect="1"/>
          </p:cNvPicPr>
          <p:nvPr/>
        </p:nvPicPr>
        <p:blipFill>
          <a:blip xmlns:r="http://schemas.openxmlformats.org/officeDocument/2006/relationships" xmlns:a="http://schemas.openxmlformats.org/drawingml/2006/main" r:embed="R0b88aa7e4e72482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7"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190B21DF-73D8-4DFB-855E-402028A14037}"/>
              </a:ext>
            </a:extLst>
          </p:cNvPr>
          <p:cNvPicPr>
            <a:picLocks xmlns:a="http://schemas.openxmlformats.org/drawingml/2006/main" noChangeAspect="1"/>
          </p:cNvPicPr>
          <p:nvPr/>
        </p:nvPicPr>
        <p:blipFill>
          <a:blip xmlns:r="http://schemas.openxmlformats.org/officeDocument/2006/relationships" xmlns:a="http://schemas.openxmlformats.org/drawingml/2006/main" r:embed="Re7708329da794d8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8" name="representation-pair" descr="\longleftrightarrow">
            <a:extLst xmlns:a="http://schemas.openxmlformats.org/drawingml/2006/main">
              <a:ext uri="{FF2B5EF4-FFF2-40B4-BE49-F238E27FC236}">
                <a16:creationId xmlns:a16="http://schemas.microsoft.com/office/drawing/2014/main" id="{9A28DC5D-530D-4050-BFC4-A6D0D6FFF969}"/>
              </a:ext>
            </a:extLst>
          </p:cNvPr>
          <p:cNvPicPr>
            <a:picLocks xmlns:a="http://schemas.openxmlformats.org/drawingml/2006/main" noChangeAspect="1"/>
          </p:cNvPicPr>
          <p:nvPr/>
        </p:nvPicPr>
        <p:blipFill>
          <a:blip xmlns:r="http://schemas.openxmlformats.org/officeDocument/2006/relationships" xmlns:a="http://schemas.openxmlformats.org/drawingml/2006/main" r:embed="R78a3928c4ba8472d">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9"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3EA84827-EC76-456F-A6A2-21AC19723F4D}"/>
              </a:ext>
            </a:extLst>
          </p:cNvPr>
          <p:cNvPicPr>
            <a:picLocks xmlns:a="http://schemas.openxmlformats.org/drawingml/2006/main" noChangeAspect="1"/>
          </p:cNvPicPr>
          <p:nvPr/>
        </p:nvPicPr>
        <p:blipFill>
          <a:blip xmlns:r="http://schemas.openxmlformats.org/officeDocument/2006/relationships" xmlns:a="http://schemas.openxmlformats.org/drawingml/2006/main" r:embed="Rca6faca73cbe4aa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20" name="received" descr="s(t)\ \longrightarrow\ m(nT_s)\ \longrightarrow\ m_\delta(t)\ \longrightarrow\ m(t)">
            <a:extLst xmlns:a="http://schemas.openxmlformats.org/drawingml/2006/main">
              <a:ext uri="{FF2B5EF4-FFF2-40B4-BE49-F238E27FC236}">
                <a16:creationId xmlns:a16="http://schemas.microsoft.com/office/drawing/2014/main" id="{53DB98DC-5280-4BBD-BA78-3E20351204FD}"/>
              </a:ext>
            </a:extLst>
          </p:cNvPr>
          <p:cNvPicPr>
            <a:picLocks xmlns:a="http://schemas.openxmlformats.org/drawingml/2006/main" noChangeAspect="1"/>
          </p:cNvPicPr>
          <p:nvPr/>
        </p:nvPicPr>
        <p:blipFill>
          <a:blip xmlns:r="http://schemas.openxmlformats.org/officeDocument/2006/relationships" xmlns:a="http://schemas.openxmlformats.org/drawingml/2006/main" r:embed="Re6945902cea244f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115562"/>
            <a:ext cx="6574155" cy="321826"/>
          </a:xfrm>
          <a:prstGeom xmlns:a="http://schemas.openxmlformats.org/drawingml/2006/main" prst="rect">
            <a:avLst/>
          </a:prstGeom>
        </p:spPr>
      </p:pic>
      <p:pic>
        <p:nvPicPr>
          <p:cNvPr id="21" name="receiver-tasks" descr="s(t)\ \xrightarrow{\text{read}}\ m(nT_s)\ \longrightarrow\ m_\delta(t)\ \xrightarrow{\ T_s\times\mathrm{LPF}\ }\ m(t)">
            <a:extLst xmlns:a="http://schemas.openxmlformats.org/drawingml/2006/main">
              <a:ext uri="{FF2B5EF4-FFF2-40B4-BE49-F238E27FC236}">
                <a16:creationId xmlns:a16="http://schemas.microsoft.com/office/drawing/2014/main" id="{49A7E60B-467B-4861-BF16-96D2172D5D85}"/>
              </a:ext>
            </a:extLst>
          </p:cNvPr>
          <p:cNvPicPr>
            <a:picLocks xmlns:a="http://schemas.openxmlformats.org/drawingml/2006/main" noChangeAspect="1"/>
          </p:cNvPicPr>
          <p:nvPr/>
        </p:nvPicPr>
        <p:blipFill>
          <a:blip xmlns:r="http://schemas.openxmlformats.org/officeDocument/2006/relationships" xmlns:a="http://schemas.openxmlformats.org/drawingml/2006/main" r:embed="R025bc110eaca4b2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212681"/>
            <a:ext cx="6829425" cy="385763"/>
          </a:xfrm>
          <a:prstGeom xmlns:a="http://schemas.openxmlformats.org/drawingml/2006/main" prst="rect">
            <a:avLst/>
          </a:prstGeom>
        </p:spPr>
      </p:pic>
    </p:spTree>
    <p:extLst>
      <p:ext uri="{BB962C8B-B14F-4D97-AF65-F5344CB8AC3E}">
        <p14:creationId xmlns:p14="http://schemas.microsoft.com/office/powerpoint/2010/main" val="1103370657"/>
      </p:ext>
    </p:extLst>
  </p:cSld>
  <p:timing>
    <p:tnLst>
      <p:par>
        <p:cTn id="1" dur="indefinite" restart="never" nodeType="tmRoot">
          <p:childTnLst>
            <p:seq concurrent="1" nextAc="seek">
              <p:cTn id="2" dur="indefinite" nodeType="mainSeq">
                <p:childTnLst>
                  <p:par>
                    <p:cTn id="23" fill="hold" restart="never" repeatCount="1000">
                      <p:stCondLst>
                        <p:cond delay="indefinite"/>
                      </p:stCondLst>
                      <p:childTnLst>
                        <p:par>
                          <p:cTn id="24" fill="hold" dur="4240">
                            <p:stCondLst>
                              <p:cond delay="0"/>
                            </p:stCondLst>
                            <p:childTnLst>
                              <p:par>
                                <p:cTn id="25" presetID="1" presetClass="entr" presetSubtype="0" fill="hold" nodeType="clickEffect" restart="never">
                                  <p:stCondLst>
                                    <p:cond delay="35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restart="never">
                                  <p:stCondLst>
                                    <p:cond delay="47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restart="never">
                                  <p:stCondLst>
                                    <p:cond delay="59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restart="never">
                                  <p:stCondLst>
                                    <p:cond delay="71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restart="never">
                                  <p:stCondLst>
                                    <p:cond delay="83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restart="never">
                                  <p:stCondLst>
                                    <p:cond delay="95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restart="never">
                                  <p:stCondLst>
                                    <p:cond delay="107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restart="never">
                                  <p:stCondLst>
                                    <p:cond delay="119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restart="never">
                                  <p:stCondLst>
                                    <p:cond delay="131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restart="never">
                                  <p:stCondLst>
                                    <p:cond delay="143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restart="never">
                                  <p:stCondLst>
                                    <p:cond delay="155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restart="never">
                                  <p:stCondLst>
                                    <p:cond delay="167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restart="never">
                                  <p:stCondLst>
                                    <p:cond delay="179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restart="never">
                                  <p:stCondLst>
                                    <p:cond delay="191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restart="never">
                                  <p:stCondLst>
                                    <p:cond delay="203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restart="never">
                                  <p:stCondLst>
                                    <p:cond delay="215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nodeType="withEffect" restart="never">
                                  <p:stCondLst>
                                    <p:cond delay="227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restart="never">
                                  <p:stCondLst>
                                    <p:cond delay="239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nodeType="withEffect" restart="never">
                                  <p:stCondLst>
                                    <p:cond delay="251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restart="never">
                                  <p:stCondLst>
                                    <p:cond delay="263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nodeType="withEffect" restart="never">
                                  <p:stCondLst>
                                    <p:cond delay="275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nodeType="withEffect" restart="never">
                                  <p:stCondLst>
                                    <p:cond delay="287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nodeType="withEffect" restart="never">
                                  <p:stCondLst>
                                    <p:cond delay="299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nodeType="withEffect" restart="never">
                                  <p:stCondLst>
                                    <p:cond delay="3110"/>
                                  </p:stCondLst>
                                  <p:childTnLst>
                                    <p:set>
                                      <p:cBhvr>
                                        <p:cTn id="72" dur="1" fill="hold">
                                          <p:stCondLst>
                                            <p:cond delay="0"/>
                                          </p:stCondLst>
                                        </p:cTn>
                                        <p:tgtEl>
                                          <p:spTgt spid="46"/>
                                        </p:tgtEl>
                                        <p:attrNameLst>
                                          <p:attrName>style.visibility</p:attrName>
                                        </p:attrNameLst>
                                      </p:cBhvr>
                                      <p:to>
                                        <p:strVal val="visible"/>
                                      </p:to>
                                    </p:set>
                                  </p:childTnLst>
                                </p:cTn>
                              </p:par>
                              <p:par>
                                <p:cTn id="73" presetID="1" presetClass="entr" presetSubtype="0" fill="hold" nodeType="withEffect" restart="never">
                                  <p:stCondLst>
                                    <p:cond delay="3230"/>
                                  </p:stCondLst>
                                  <p:childTnLst>
                                    <p:set>
                                      <p:cBhvr>
                                        <p:cTn id="74" dur="1" fill="hold">
                                          <p:stCondLst>
                                            <p:cond delay="0"/>
                                          </p:stCondLst>
                                        </p:cTn>
                                        <p:tgtEl>
                                          <p:spTgt spid="47"/>
                                        </p:tgtEl>
                                        <p:attrNameLst>
                                          <p:attrName>style.visibility</p:attrName>
                                        </p:attrNameLst>
                                      </p:cBhvr>
                                      <p:to>
                                        <p:strVal val="visible"/>
                                      </p:to>
                                    </p:set>
                                  </p:childTnLst>
                                </p:cTn>
                              </p:par>
                              <p:par>
                                <p:cTn id="75" presetID="1" presetClass="entr" presetSubtype="0" fill="hold" nodeType="withEffect" restart="never">
                                  <p:stCondLst>
                                    <p:cond delay="335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nodeType="withEffect" restart="never">
                                  <p:stCondLst>
                                    <p:cond delay="3470"/>
                                  </p:stCondLst>
                                  <p:childTnLst>
                                    <p:set>
                                      <p:cBhvr>
                                        <p:cTn id="78" dur="1" fill="hold">
                                          <p:stCondLst>
                                            <p:cond delay="0"/>
                                          </p:stCondLst>
                                        </p:cTn>
                                        <p:tgtEl>
                                          <p:spTgt spid="49"/>
                                        </p:tgtEl>
                                        <p:attrNameLst>
                                          <p:attrName>style.visibility</p:attrName>
                                        </p:attrNameLst>
                                      </p:cBhvr>
                                      <p:to>
                                        <p:strVal val="visible"/>
                                      </p:to>
                                    </p:set>
                                  </p:childTnLst>
                                </p:cTn>
                              </p:par>
                              <p:par>
                                <p:cTn id="79" presetID="1" presetClass="entr" presetSubtype="0" fill="hold" nodeType="withEffect" restart="never">
                                  <p:stCondLst>
                                    <p:cond delay="3590"/>
                                  </p:stCondLst>
                                  <p:childTnLst>
                                    <p:set>
                                      <p:cBhvr>
                                        <p:cTn id="80" dur="1" fill="hold">
                                          <p:stCondLst>
                                            <p:cond delay="0"/>
                                          </p:stCondLst>
                                        </p:cTn>
                                        <p:tgtEl>
                                          <p:spTgt spid="50"/>
                                        </p:tgtEl>
                                        <p:attrNameLst>
                                          <p:attrName>style.visibility</p:attrName>
                                        </p:attrNameLst>
                                      </p:cBhvr>
                                      <p:to>
                                        <p:strVal val="visible"/>
                                      </p:to>
                                    </p:set>
                                  </p:childTnLst>
                                </p:cTn>
                              </p:par>
                            </p:childTnLst>
                          </p:cTn>
                        </p:par>
                      </p:childTnLst>
                    </p:cTn>
                  </p:par>
                  <p:par>
                    <p:cTn id="81" fill="hold" restart="never" repeatCount="1000">
                      <p:stCondLst>
                        <p:cond delay="indefinite"/>
                      </p:stCondLst>
                      <p:childTnLst>
                        <p:par>
                          <p:cTn id="82" fill="hold" dur="4240">
                            <p:stCondLst>
                              <p:cond delay="0"/>
                            </p:stCondLst>
                            <p:childTnLst>
                              <p:par>
                                <p:cTn id="83" presetID="1" presetClass="entr" presetSubtype="0" fill="hold" nodeType="clickEffect" restart="never">
                                  <p:stCondLst>
                                    <p:cond delay="0"/>
                                  </p:stCondLst>
                                  <p:childTnLst>
                                    <p:set>
                                      <p:cBhvr>
                                        <p:cTn id="84" dur="1" fill="hold">
                                          <p:stCondLst>
                                            <p:cond delay="0"/>
                                          </p:stCondLst>
                                        </p:cTn>
                                        <p:tgtEl>
                                          <p:spTgt spid="9"/>
                                        </p:tgtEl>
                                        <p:attrNameLst>
                                          <p:attrName>style.visibility</p:attrName>
                                        </p:attrNameLst>
                                      </p:cBhvr>
                                      <p:to>
                                        <p:strVal val="visible"/>
                                      </p:to>
                                    </p:set>
                                  </p:childTnLst>
                                </p:cTn>
                              </p:par>
                              <p:par>
                                <p:cTn id="85" presetID="1" presetClass="entr" presetSubtype="0" fill="hold" nodeType="withEffect" restart="never">
                                  <p:stCondLst>
                                    <p:cond delay="35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nodeType="withEffect" restart="never">
                                  <p:stCondLst>
                                    <p:cond delay="47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nodeType="withEffect" restart="never">
                                  <p:stCondLst>
                                    <p:cond delay="59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nodeType="withEffect" restart="never">
                                  <p:stCondLst>
                                    <p:cond delay="710"/>
                                  </p:stCondLst>
                                  <p:childTnLst>
                                    <p:set>
                                      <p:cBhvr>
                                        <p:cTn id="92" dur="1" fill="hold">
                                          <p:stCondLst>
                                            <p:cond delay="0"/>
                                          </p:stCondLst>
                                        </p:cTn>
                                        <p:tgtEl>
                                          <p:spTgt spid="54"/>
                                        </p:tgtEl>
                                        <p:attrNameLst>
                                          <p:attrName>style.visibility</p:attrName>
                                        </p:attrNameLst>
                                      </p:cBhvr>
                                      <p:to>
                                        <p:strVal val="visible"/>
                                      </p:to>
                                    </p:set>
                                  </p:childTnLst>
                                </p:cTn>
                              </p:par>
                              <p:par>
                                <p:cTn id="93" presetID="1" presetClass="entr" presetSubtype="0" fill="hold" nodeType="withEffect" restart="never">
                                  <p:stCondLst>
                                    <p:cond delay="830"/>
                                  </p:stCondLst>
                                  <p:childTnLst>
                                    <p:set>
                                      <p:cBhvr>
                                        <p:cTn id="94" dur="1" fill="hold">
                                          <p:stCondLst>
                                            <p:cond delay="0"/>
                                          </p:stCondLst>
                                        </p:cTn>
                                        <p:tgtEl>
                                          <p:spTgt spid="55"/>
                                        </p:tgtEl>
                                        <p:attrNameLst>
                                          <p:attrName>style.visibility</p:attrName>
                                        </p:attrNameLst>
                                      </p:cBhvr>
                                      <p:to>
                                        <p:strVal val="visible"/>
                                      </p:to>
                                    </p:set>
                                  </p:childTnLst>
                                </p:cTn>
                              </p:par>
                              <p:par>
                                <p:cTn id="95" presetID="1" presetClass="entr" presetSubtype="0" fill="hold" nodeType="withEffect" restart="never">
                                  <p:stCondLst>
                                    <p:cond delay="950"/>
                                  </p:stCondLst>
                                  <p:childTnLst>
                                    <p:set>
                                      <p:cBhvr>
                                        <p:cTn id="96" dur="1" fill="hold">
                                          <p:stCondLst>
                                            <p:cond delay="0"/>
                                          </p:stCondLst>
                                        </p:cTn>
                                        <p:tgtEl>
                                          <p:spTgt spid="56"/>
                                        </p:tgtEl>
                                        <p:attrNameLst>
                                          <p:attrName>style.visibility</p:attrName>
                                        </p:attrNameLst>
                                      </p:cBhvr>
                                      <p:to>
                                        <p:strVal val="visible"/>
                                      </p:to>
                                    </p:set>
                                  </p:childTnLst>
                                </p:cTn>
                              </p:par>
                              <p:par>
                                <p:cTn id="97" presetID="1" presetClass="entr" presetSubtype="0" fill="hold" nodeType="withEffect" restart="never">
                                  <p:stCondLst>
                                    <p:cond delay="1070"/>
                                  </p:stCondLst>
                                  <p:childTnLst>
                                    <p:set>
                                      <p:cBhvr>
                                        <p:cTn id="98" dur="1" fill="hold">
                                          <p:stCondLst>
                                            <p:cond delay="0"/>
                                          </p:stCondLst>
                                        </p:cTn>
                                        <p:tgtEl>
                                          <p:spTgt spid="57"/>
                                        </p:tgtEl>
                                        <p:attrNameLst>
                                          <p:attrName>style.visibility</p:attrName>
                                        </p:attrNameLst>
                                      </p:cBhvr>
                                      <p:to>
                                        <p:strVal val="visible"/>
                                      </p:to>
                                    </p:set>
                                  </p:childTnLst>
                                </p:cTn>
                              </p:par>
                              <p:par>
                                <p:cTn id="99" presetID="1" presetClass="entr" presetSubtype="0" fill="hold" nodeType="withEffect" restart="never">
                                  <p:stCondLst>
                                    <p:cond delay="1190"/>
                                  </p:stCondLst>
                                  <p:childTnLst>
                                    <p:set>
                                      <p:cBhvr>
                                        <p:cTn id="100" dur="1" fill="hold">
                                          <p:stCondLst>
                                            <p:cond delay="0"/>
                                          </p:stCondLst>
                                        </p:cTn>
                                        <p:tgtEl>
                                          <p:spTgt spid="58"/>
                                        </p:tgtEl>
                                        <p:attrNameLst>
                                          <p:attrName>style.visibility</p:attrName>
                                        </p:attrNameLst>
                                      </p:cBhvr>
                                      <p:to>
                                        <p:strVal val="visible"/>
                                      </p:to>
                                    </p:set>
                                  </p:childTnLst>
                                </p:cTn>
                              </p:par>
                              <p:par>
                                <p:cTn id="101" presetID="1" presetClass="entr" presetSubtype="0" fill="hold" nodeType="withEffect" restart="never">
                                  <p:stCondLst>
                                    <p:cond delay="131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nodeType="withEffect" restart="never">
                                  <p:stCondLst>
                                    <p:cond delay="1430"/>
                                  </p:stCondLst>
                                  <p:childTnLst>
                                    <p:set>
                                      <p:cBhvr>
                                        <p:cTn id="104" dur="1" fill="hold">
                                          <p:stCondLst>
                                            <p:cond delay="0"/>
                                          </p:stCondLst>
                                        </p:cTn>
                                        <p:tgtEl>
                                          <p:spTgt spid="60"/>
                                        </p:tgtEl>
                                        <p:attrNameLst>
                                          <p:attrName>style.visibility</p:attrName>
                                        </p:attrNameLst>
                                      </p:cBhvr>
                                      <p:to>
                                        <p:strVal val="visible"/>
                                      </p:to>
                                    </p:set>
                                  </p:childTnLst>
                                </p:cTn>
                              </p:par>
                              <p:par>
                                <p:cTn id="105" presetID="1" presetClass="entr" presetSubtype="0" fill="hold" nodeType="withEffect" restart="never">
                                  <p:stCondLst>
                                    <p:cond delay="1550"/>
                                  </p:stCondLst>
                                  <p:childTnLst>
                                    <p:set>
                                      <p:cBhvr>
                                        <p:cTn id="106" dur="1" fill="hold">
                                          <p:stCondLst>
                                            <p:cond delay="0"/>
                                          </p:stCondLst>
                                        </p:cTn>
                                        <p:tgtEl>
                                          <p:spTgt spid="61"/>
                                        </p:tgtEl>
                                        <p:attrNameLst>
                                          <p:attrName>style.visibility</p:attrName>
                                        </p:attrNameLst>
                                      </p:cBhvr>
                                      <p:to>
                                        <p:strVal val="visible"/>
                                      </p:to>
                                    </p:set>
                                  </p:childTnLst>
                                </p:cTn>
                              </p:par>
                              <p:par>
                                <p:cTn id="107" presetID="1" presetClass="entr" presetSubtype="0" fill="hold" nodeType="withEffect" restart="never">
                                  <p:stCondLst>
                                    <p:cond delay="1670"/>
                                  </p:stCondLst>
                                  <p:childTnLst>
                                    <p:set>
                                      <p:cBhvr>
                                        <p:cTn id="108" dur="1" fill="hold">
                                          <p:stCondLst>
                                            <p:cond delay="0"/>
                                          </p:stCondLst>
                                        </p:cTn>
                                        <p:tgtEl>
                                          <p:spTgt spid="62"/>
                                        </p:tgtEl>
                                        <p:attrNameLst>
                                          <p:attrName>style.visibility</p:attrName>
                                        </p:attrNameLst>
                                      </p:cBhvr>
                                      <p:to>
                                        <p:strVal val="visible"/>
                                      </p:to>
                                    </p:set>
                                  </p:childTnLst>
                                </p:cTn>
                              </p:par>
                              <p:par>
                                <p:cTn id="109" presetID="1" presetClass="entr" presetSubtype="0" fill="hold" nodeType="withEffect" restart="never">
                                  <p:stCondLst>
                                    <p:cond delay="1790"/>
                                  </p:stCondLst>
                                  <p:childTnLst>
                                    <p:set>
                                      <p:cBhvr>
                                        <p:cTn id="110" dur="1" fill="hold">
                                          <p:stCondLst>
                                            <p:cond delay="0"/>
                                          </p:stCondLst>
                                        </p:cTn>
                                        <p:tgtEl>
                                          <p:spTgt spid="63"/>
                                        </p:tgtEl>
                                        <p:attrNameLst>
                                          <p:attrName>style.visibility</p:attrName>
                                        </p:attrNameLst>
                                      </p:cBhvr>
                                      <p:to>
                                        <p:strVal val="visible"/>
                                      </p:to>
                                    </p:set>
                                  </p:childTnLst>
                                </p:cTn>
                              </p:par>
                              <p:par>
                                <p:cTn id="111" presetID="1" presetClass="entr" presetSubtype="0" fill="hold" nodeType="withEffect" restart="never">
                                  <p:stCondLst>
                                    <p:cond delay="1910"/>
                                  </p:stCondLst>
                                  <p:childTnLst>
                                    <p:set>
                                      <p:cBhvr>
                                        <p:cTn id="112" dur="1" fill="hold">
                                          <p:stCondLst>
                                            <p:cond delay="0"/>
                                          </p:stCondLst>
                                        </p:cTn>
                                        <p:tgtEl>
                                          <p:spTgt spid="64"/>
                                        </p:tgtEl>
                                        <p:attrNameLst>
                                          <p:attrName>style.visibility</p:attrName>
                                        </p:attrNameLst>
                                      </p:cBhvr>
                                      <p:to>
                                        <p:strVal val="visible"/>
                                      </p:to>
                                    </p:set>
                                  </p:childTnLst>
                                </p:cTn>
                              </p:par>
                              <p:par>
                                <p:cTn id="113" presetID="1" presetClass="entr" presetSubtype="0" fill="hold" nodeType="withEffect" restart="never">
                                  <p:stCondLst>
                                    <p:cond delay="2030"/>
                                  </p:stCondLst>
                                  <p:childTnLst>
                                    <p:set>
                                      <p:cBhvr>
                                        <p:cTn id="114" dur="1" fill="hold">
                                          <p:stCondLst>
                                            <p:cond delay="0"/>
                                          </p:stCondLst>
                                        </p:cTn>
                                        <p:tgtEl>
                                          <p:spTgt spid="65"/>
                                        </p:tgtEl>
                                        <p:attrNameLst>
                                          <p:attrName>style.visibility</p:attrName>
                                        </p:attrNameLst>
                                      </p:cBhvr>
                                      <p:to>
                                        <p:strVal val="visible"/>
                                      </p:to>
                                    </p:set>
                                  </p:childTnLst>
                                </p:cTn>
                              </p:par>
                              <p:par>
                                <p:cTn id="115" presetID="1" presetClass="entr" presetSubtype="0" fill="hold" nodeType="withEffect" restart="never">
                                  <p:stCondLst>
                                    <p:cond delay="2150"/>
                                  </p:stCondLst>
                                  <p:childTnLst>
                                    <p:set>
                                      <p:cBhvr>
                                        <p:cTn id="116" dur="1" fill="hold">
                                          <p:stCondLst>
                                            <p:cond delay="0"/>
                                          </p:stCondLst>
                                        </p:cTn>
                                        <p:tgtEl>
                                          <p:spTgt spid="66"/>
                                        </p:tgtEl>
                                        <p:attrNameLst>
                                          <p:attrName>style.visibility</p:attrName>
                                        </p:attrNameLst>
                                      </p:cBhvr>
                                      <p:to>
                                        <p:strVal val="visible"/>
                                      </p:to>
                                    </p:set>
                                  </p:childTnLst>
                                </p:cTn>
                              </p:par>
                              <p:par>
                                <p:cTn id="117" presetID="1" presetClass="entr" presetSubtype="0" fill="hold" nodeType="withEffect" restart="never">
                                  <p:stCondLst>
                                    <p:cond delay="2270"/>
                                  </p:stCondLst>
                                  <p:childTnLst>
                                    <p:set>
                                      <p:cBhvr>
                                        <p:cTn id="118" dur="1" fill="hold">
                                          <p:stCondLst>
                                            <p:cond delay="0"/>
                                          </p:stCondLst>
                                        </p:cTn>
                                        <p:tgtEl>
                                          <p:spTgt spid="67"/>
                                        </p:tgtEl>
                                        <p:attrNameLst>
                                          <p:attrName>style.visibility</p:attrName>
                                        </p:attrNameLst>
                                      </p:cBhvr>
                                      <p:to>
                                        <p:strVal val="visible"/>
                                      </p:to>
                                    </p:set>
                                  </p:childTnLst>
                                </p:cTn>
                              </p:par>
                              <p:par>
                                <p:cTn id="119" presetID="1" presetClass="entr" presetSubtype="0" fill="hold" nodeType="withEffect" restart="never">
                                  <p:stCondLst>
                                    <p:cond delay="2390"/>
                                  </p:stCondLst>
                                  <p:childTnLst>
                                    <p:set>
                                      <p:cBhvr>
                                        <p:cTn id="120" dur="1" fill="hold">
                                          <p:stCondLst>
                                            <p:cond delay="0"/>
                                          </p:stCondLst>
                                        </p:cTn>
                                        <p:tgtEl>
                                          <p:spTgt spid="68"/>
                                        </p:tgtEl>
                                        <p:attrNameLst>
                                          <p:attrName>style.visibility</p:attrName>
                                        </p:attrNameLst>
                                      </p:cBhvr>
                                      <p:to>
                                        <p:strVal val="visible"/>
                                      </p:to>
                                    </p:set>
                                  </p:childTnLst>
                                </p:cTn>
                              </p:par>
                              <p:par>
                                <p:cTn id="121" presetID="1" presetClass="entr" presetSubtype="0" fill="hold" nodeType="withEffect" restart="never">
                                  <p:stCondLst>
                                    <p:cond delay="2510"/>
                                  </p:stCondLst>
                                  <p:childTnLst>
                                    <p:set>
                                      <p:cBhvr>
                                        <p:cTn id="122" dur="1" fill="hold">
                                          <p:stCondLst>
                                            <p:cond delay="0"/>
                                          </p:stCondLst>
                                        </p:cTn>
                                        <p:tgtEl>
                                          <p:spTgt spid="69"/>
                                        </p:tgtEl>
                                        <p:attrNameLst>
                                          <p:attrName>style.visibility</p:attrName>
                                        </p:attrNameLst>
                                      </p:cBhvr>
                                      <p:to>
                                        <p:strVal val="visible"/>
                                      </p:to>
                                    </p:set>
                                  </p:childTnLst>
                                </p:cTn>
                              </p:par>
                              <p:par>
                                <p:cTn id="123" presetID="1" presetClass="entr" presetSubtype="0" fill="hold" nodeType="withEffect" restart="never">
                                  <p:stCondLst>
                                    <p:cond delay="2630"/>
                                  </p:stCondLst>
                                  <p:childTnLst>
                                    <p:set>
                                      <p:cBhvr>
                                        <p:cTn id="124" dur="1" fill="hold">
                                          <p:stCondLst>
                                            <p:cond delay="0"/>
                                          </p:stCondLst>
                                        </p:cTn>
                                        <p:tgtEl>
                                          <p:spTgt spid="70"/>
                                        </p:tgtEl>
                                        <p:attrNameLst>
                                          <p:attrName>style.visibility</p:attrName>
                                        </p:attrNameLst>
                                      </p:cBhvr>
                                      <p:to>
                                        <p:strVal val="visible"/>
                                      </p:to>
                                    </p:set>
                                  </p:childTnLst>
                                </p:cTn>
                              </p:par>
                              <p:par>
                                <p:cTn id="125" presetID="1" presetClass="entr" presetSubtype="0" fill="hold" nodeType="withEffect" restart="never">
                                  <p:stCondLst>
                                    <p:cond delay="2750"/>
                                  </p:stCondLst>
                                  <p:childTnLst>
                                    <p:set>
                                      <p:cBhvr>
                                        <p:cTn id="126" dur="1" fill="hold">
                                          <p:stCondLst>
                                            <p:cond delay="0"/>
                                          </p:stCondLst>
                                        </p:cTn>
                                        <p:tgtEl>
                                          <p:spTgt spid="71"/>
                                        </p:tgtEl>
                                        <p:attrNameLst>
                                          <p:attrName>style.visibility</p:attrName>
                                        </p:attrNameLst>
                                      </p:cBhvr>
                                      <p:to>
                                        <p:strVal val="visible"/>
                                      </p:to>
                                    </p:set>
                                  </p:childTnLst>
                                </p:cTn>
                              </p:par>
                              <p:par>
                                <p:cTn id="127" presetID="1" presetClass="entr" presetSubtype="0" fill="hold" nodeType="withEffect" restart="never">
                                  <p:stCondLst>
                                    <p:cond delay="2870"/>
                                  </p:stCondLst>
                                  <p:childTnLst>
                                    <p:set>
                                      <p:cBhvr>
                                        <p:cTn id="128" dur="1" fill="hold">
                                          <p:stCondLst>
                                            <p:cond delay="0"/>
                                          </p:stCondLst>
                                        </p:cTn>
                                        <p:tgtEl>
                                          <p:spTgt spid="72"/>
                                        </p:tgtEl>
                                        <p:attrNameLst>
                                          <p:attrName>style.visibility</p:attrName>
                                        </p:attrNameLst>
                                      </p:cBhvr>
                                      <p:to>
                                        <p:strVal val="visible"/>
                                      </p:to>
                                    </p:set>
                                  </p:childTnLst>
                                </p:cTn>
                              </p:par>
                              <p:par>
                                <p:cTn id="129" presetID="1" presetClass="entr" presetSubtype="0" fill="hold" nodeType="withEffect" restart="never">
                                  <p:stCondLst>
                                    <p:cond delay="2990"/>
                                  </p:stCondLst>
                                  <p:childTnLst>
                                    <p:set>
                                      <p:cBhvr>
                                        <p:cTn id="130" dur="1" fill="hold">
                                          <p:stCondLst>
                                            <p:cond delay="0"/>
                                          </p:stCondLst>
                                        </p:cTn>
                                        <p:tgtEl>
                                          <p:spTgt spid="73"/>
                                        </p:tgtEl>
                                        <p:attrNameLst>
                                          <p:attrName>style.visibility</p:attrName>
                                        </p:attrNameLst>
                                      </p:cBhvr>
                                      <p:to>
                                        <p:strVal val="visible"/>
                                      </p:to>
                                    </p:set>
                                  </p:childTnLst>
                                </p:cTn>
                              </p:par>
                              <p:par>
                                <p:cTn id="131" presetID="1" presetClass="entr" presetSubtype="0" fill="hold" nodeType="withEffect" restart="never">
                                  <p:stCondLst>
                                    <p:cond delay="3110"/>
                                  </p:stCondLst>
                                  <p:childTnLst>
                                    <p:set>
                                      <p:cBhvr>
                                        <p:cTn id="132" dur="1" fill="hold">
                                          <p:stCondLst>
                                            <p:cond delay="0"/>
                                          </p:stCondLst>
                                        </p:cTn>
                                        <p:tgtEl>
                                          <p:spTgt spid="74"/>
                                        </p:tgtEl>
                                        <p:attrNameLst>
                                          <p:attrName>style.visibility</p:attrName>
                                        </p:attrNameLst>
                                      </p:cBhvr>
                                      <p:to>
                                        <p:strVal val="visible"/>
                                      </p:to>
                                    </p:set>
                                  </p:childTnLst>
                                </p:cTn>
                              </p:par>
                              <p:par>
                                <p:cTn id="133" presetID="1" presetClass="entr" presetSubtype="0" fill="hold" nodeType="withEffect" restart="never">
                                  <p:stCondLst>
                                    <p:cond delay="3230"/>
                                  </p:stCondLst>
                                  <p:childTnLst>
                                    <p:set>
                                      <p:cBhvr>
                                        <p:cTn id="134" dur="1" fill="hold">
                                          <p:stCondLst>
                                            <p:cond delay="0"/>
                                          </p:stCondLst>
                                        </p:cTn>
                                        <p:tgtEl>
                                          <p:spTgt spid="75"/>
                                        </p:tgtEl>
                                        <p:attrNameLst>
                                          <p:attrName>style.visibility</p:attrName>
                                        </p:attrNameLst>
                                      </p:cBhvr>
                                      <p:to>
                                        <p:strVal val="visible"/>
                                      </p:to>
                                    </p:set>
                                  </p:childTnLst>
                                </p:cTn>
                              </p:par>
                              <p:par>
                                <p:cTn id="135" presetID="1" presetClass="entr" presetSubtype="0" fill="hold" nodeType="withEffect" restart="never">
                                  <p:stCondLst>
                                    <p:cond delay="3350"/>
                                  </p:stCondLst>
                                  <p:childTnLst>
                                    <p:set>
                                      <p:cBhvr>
                                        <p:cTn id="136" dur="1" fill="hold">
                                          <p:stCondLst>
                                            <p:cond delay="0"/>
                                          </p:stCondLst>
                                        </p:cTn>
                                        <p:tgtEl>
                                          <p:spTgt spid="76"/>
                                        </p:tgtEl>
                                        <p:attrNameLst>
                                          <p:attrName>style.visibility</p:attrName>
                                        </p:attrNameLst>
                                      </p:cBhvr>
                                      <p:to>
                                        <p:strVal val="visible"/>
                                      </p:to>
                                    </p:set>
                                  </p:childTnLst>
                                </p:cTn>
                              </p:par>
                              <p:par>
                                <p:cTn id="137" presetID="1" presetClass="entr" presetSubtype="0" fill="hold" nodeType="withEffect" restart="never">
                                  <p:stCondLst>
                                    <p:cond delay="3470"/>
                                  </p:stCondLst>
                                  <p:childTnLst>
                                    <p:set>
                                      <p:cBhvr>
                                        <p:cTn id="138" dur="1" fill="hold">
                                          <p:stCondLst>
                                            <p:cond delay="0"/>
                                          </p:stCondLst>
                                        </p:cTn>
                                        <p:tgtEl>
                                          <p:spTgt spid="77"/>
                                        </p:tgtEl>
                                        <p:attrNameLst>
                                          <p:attrName>style.visibility</p:attrName>
                                        </p:attrNameLst>
                                      </p:cBhvr>
                                      <p:to>
                                        <p:strVal val="visible"/>
                                      </p:to>
                                    </p:set>
                                  </p:childTnLst>
                                </p:cTn>
                              </p:par>
                              <p:par>
                                <p:cTn id="139" presetID="1" presetClass="entr" presetSubtype="0" fill="hold" nodeType="withEffect" restart="never">
                                  <p:stCondLst>
                                    <p:cond delay="3590"/>
                                  </p:stCondLst>
                                  <p:childTnLst>
                                    <p:set>
                                      <p:cBhvr>
                                        <p:cTn id="140" dur="1" fill="hold">
                                          <p:stCondLst>
                                            <p:cond delay="0"/>
                                          </p:stCondLst>
                                        </p:cTn>
                                        <p:tgtEl>
                                          <p:spTgt spid="78"/>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pam_r2_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Pulse shape weights the copies</a:t>
            </a:r>
          </a:p>
        </p:txBody>
      </p:sp>
      <p:sp>
        <p:nvSpPr>
          <p:cNvPr id="3" name="route-a-shaft">
            <a:extLst xmlns:a="http://schemas.openxmlformats.org/drawingml/2006/main">
              <a:ext uri="{FF2B5EF4-FFF2-40B4-BE49-F238E27FC236}">
                <a16:creationId xmlns:a16="http://schemas.microsoft.com/office/drawing/2014/main" id="{0FD0D1DB-516C-4FB7-947D-9946C77BD719}"/>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E9840864-40CC-4443-BC1C-CD44C4A4052D}"/>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9DB8732E-3563-456A-96EC-0AC9E6A599E1}"/>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91E1FEAD-3C81-4E79-9AC9-84D8C02C5578}"/>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106CD80B-BDBE-438D-A4AC-F58A13586CF7}"/>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sp>
        <p:nvSpPr>
          <p:cNvPr id="8" name="continue-mainline">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E8900515-33E1-40BA-97A5-D0C34C7005C1}"/>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pic>
        <p:nvPicPr>
          <p:cNvPr id="9" name="pulse-response" descr="Note 7: pulse response. Static entry; click once; final state retained.">
            <a:extLst xmlns:a="http://schemas.openxmlformats.org/drawingml/2006/main">
              <a:ext uri="{FF2B5EF4-FFF2-40B4-BE49-F238E27FC236}">
                <a16:creationId xmlns:a16="http://schemas.microsoft.com/office/drawing/2014/main" id="{839F6822-A5CE-43E5-A0CE-FFCFD35F905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1" name="pulse-response--t4-click-frame-00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2" name="pulse-response--t4-click-frame-00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3" name="pulse-response--t4-click-frame-00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4" name="pulse-response--t4-click-frame-00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5" name="pulse-response--t4-click-frame-00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6" name="pulse-response--t4-click-frame-00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7" name="pulse-response--t4-click-frame-00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8" name="pulse-response--t4-click-frame-00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29" name="pulse-response--t4-click-frame-009"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0" name="pulse-response--t4-click-frame-010"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1" name="pulse-response--t4-click-frame-01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2" name="pulse-response--t4-click-frame-01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3" name="pulse-response--t4-click-frame-01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4" name="pulse-response--t4-click-frame-01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5" name="pulse-response--t4-click-frame-01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6" name="pulse-response--t4-click-frame-01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7" name="pulse-response--t4-click-frame-01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8" name="pulse-response--t4-click-frame-01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39" name="pulse-response--t4-click-frame-019"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0" name="pulse-response--t4-click-frame-020"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1" name="pulse-response--t4-click-frame-02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2" name="pulse-response--t4-click-frame-02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3" name="pulse-response--t4-click-frame-02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4" name="pulse-response--t4-click-frame-02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5" name="pulse-response--t4-click-frame-02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6" name="pulse-response--t4-click-frame-02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7" name="pulse-response--t4-click-frame-02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pic>
        <p:nvPicPr>
          <p:cNvPr id="48" name="pulse-response--t4-click-frame-02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3571875"/>
            <a:ext cx="10668000" cy="2381250"/>
          </a:xfrm>
          <a:prstGeom xmlns:a="http://schemas.openxmlformats.org/drawingml/2006/main" prst="rect">
            <a:avLst/>
          </a:prstGeom>
        </p:spPr>
      </p:pic>
      <p:sp>
        <p:nvSpPr>
          <p:cNvPr id="10" name="pulse-result-underline">
            <a:extLst xmlns:a="http://schemas.openxmlformats.org/drawingml/2006/main">
              <a:ext uri="{FF2B5EF4-FFF2-40B4-BE49-F238E27FC236}">
                <a16:creationId xmlns:a16="http://schemas.microsoft.com/office/drawing/2014/main" id="{B7926BDB-40EB-422D-863B-81BA9DC71741}"/>
              </a:ext>
            </a:extLst>
          </p:cNvPr>
          <p:cNvSpPr>
            <a:spLocks xmlns:a="http://schemas.openxmlformats.org/drawingml/2006/main" noGrp="1"/>
          </p:cNvSpPr>
          <p:nvPr/>
        </p:nvSpPr>
        <p:spPr>
          <a:xfrm xmlns:a="http://schemas.openxmlformats.org/drawingml/2006/main">
            <a:off x="609600" y="66960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C129C7F-F69B-4E8F-A588-606D549319B4}"/>
              </a:ext>
            </a:extLst>
          </p:cNvPr>
          <p:cNvPicPr>
            <a:picLocks xmlns:a="http://schemas.openxmlformats.org/drawingml/2006/main" noChangeAspect="1"/>
          </p:cNvPicPr>
          <p:nvPr/>
        </p:nvPicPr>
        <p:blipFill>
          <a:blip xmlns:r="http://schemas.openxmlformats.org/officeDocument/2006/relationships" xmlns:a="http://schemas.openxmlformats.org/drawingml/2006/main" r:embed="Re81f1763af1649d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7BA4E12-42C6-471B-8859-3D543CD60648}"/>
              </a:ext>
            </a:extLst>
          </p:cNvPr>
          <p:cNvPicPr>
            <a:picLocks xmlns:a="http://schemas.openxmlformats.org/drawingml/2006/main" noChangeAspect="1"/>
          </p:cNvPicPr>
          <p:nvPr/>
        </p:nvPicPr>
        <p:blipFill>
          <a:blip xmlns:r="http://schemas.openxmlformats.org/officeDocument/2006/relationships" xmlns:a="http://schemas.openxmlformats.org/drawingml/2006/main" r:embed="R5f4d2d06b2cc401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3"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BCC655-4153-4904-A730-644417F2B64F}"/>
              </a:ext>
            </a:extLst>
          </p:cNvPr>
          <p:cNvPicPr>
            <a:picLocks xmlns:a="http://schemas.openxmlformats.org/drawingml/2006/main" noChangeAspect="1"/>
          </p:cNvPicPr>
          <p:nvPr/>
        </p:nvPicPr>
        <p:blipFill>
          <a:blip xmlns:r="http://schemas.openxmlformats.org/officeDocument/2006/relationships" xmlns:a="http://schemas.openxmlformats.org/drawingml/2006/main" r:embed="R6a573b1371d743f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4" name="representation-pair" descr="\longleftrightarrow">
            <a:extLst xmlns:a="http://schemas.openxmlformats.org/drawingml/2006/main">
              <a:ext uri="{FF2B5EF4-FFF2-40B4-BE49-F238E27FC236}">
                <a16:creationId xmlns:a16="http://schemas.microsoft.com/office/drawing/2014/main" id="{7FB472E6-1DE5-4B67-9FAB-A967C3469A79}"/>
              </a:ext>
            </a:extLst>
          </p:cNvPr>
          <p:cNvPicPr>
            <a:picLocks xmlns:a="http://schemas.openxmlformats.org/drawingml/2006/main" noChangeAspect="1"/>
          </p:cNvPicPr>
          <p:nvPr/>
        </p:nvPicPr>
        <p:blipFill>
          <a:blip xmlns:r="http://schemas.openxmlformats.org/officeDocument/2006/relationships" xmlns:a="http://schemas.openxmlformats.org/drawingml/2006/main" r:embed="Rb7100f1a4602492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5"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A6B4074-6E7F-4023-96B1-36994955655A}"/>
              </a:ext>
            </a:extLst>
          </p:cNvPr>
          <p:cNvPicPr>
            <a:picLocks xmlns:a="http://schemas.openxmlformats.org/drawingml/2006/main" noChangeAspect="1"/>
          </p:cNvPicPr>
          <p:nvPr/>
        </p:nvPicPr>
        <p:blipFill>
          <a:blip xmlns:r="http://schemas.openxmlformats.org/officeDocument/2006/relationships" xmlns:a="http://schemas.openxmlformats.org/drawingml/2006/main" r:embed="R87d2f5bfbe35454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6" name="signal-context" descr="\color[HTML]{666666}S(f)=\left[\frac1{T_s}\sum_k M(f-kf_s)\right]H(f)">
            <a:extLst xmlns:a="http://schemas.openxmlformats.org/drawingml/2006/main">
              <a:ext uri="{FF2B5EF4-FFF2-40B4-BE49-F238E27FC236}">
                <a16:creationId xmlns:a16="http://schemas.microsoft.com/office/drawing/2014/main" id="{3C97797B-15BA-4ED3-BE29-847963E01ACD}"/>
              </a:ext>
            </a:extLst>
          </p:cNvPr>
          <p:cNvPicPr>
            <a:picLocks xmlns:a="http://schemas.openxmlformats.org/drawingml/2006/main" noChangeAspect="1"/>
          </p:cNvPicPr>
          <p:nvPr/>
        </p:nvPicPr>
        <p:blipFill>
          <a:blip xmlns:r="http://schemas.openxmlformats.org/officeDocument/2006/relationships" xmlns:a="http://schemas.openxmlformats.org/drawingml/2006/main" r:embed="R660015e606e64ca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1943100"/>
            <a:ext cx="3724275" cy="438150"/>
          </a:xfrm>
          <a:prstGeom xmlns:a="http://schemas.openxmlformats.org/drawingml/2006/main" prst="rect">
            <a:avLst/>
          </a:prstGeom>
        </p:spPr>
      </p:pic>
      <p:pic>
        <p:nvPicPr>
          <p:cNvPr id="17" name="back-to-process" descr="\leftarrow S(f)">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C36C5F7C-5F66-42F0-88A0-0B6DB8971B28}"/>
              </a:ext>
            </a:extLst>
          </p:cNvPr>
          <p:cNvPicPr>
            <a:picLocks xmlns:a="http://schemas.openxmlformats.org/drawingml/2006/main" noChangeAspect="1"/>
          </p:cNvPicPr>
          <p:nvPr/>
        </p:nvPicPr>
        <p:blipFill>
          <a:blip xmlns:r="http://schemas.openxmlformats.org/officeDocument/2006/relationships" xmlns:a="http://schemas.openxmlformats.org/drawingml/2006/main" r:embed="R38f110e47ee14f7a">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18" name="known-pulse" descr="h(t)=1\ (0&lt;t&lt;T),\quad0\ \text{otherwise}">
            <a:extLst xmlns:a="http://schemas.openxmlformats.org/drawingml/2006/main">
              <a:ext uri="{FF2B5EF4-FFF2-40B4-BE49-F238E27FC236}">
                <a16:creationId xmlns:a16="http://schemas.microsoft.com/office/drawing/2014/main" id="{D3663217-1478-4CF8-B9C1-4954D0EDF514}"/>
              </a:ext>
            </a:extLst>
          </p:cNvPr>
          <p:cNvPicPr>
            <a:picLocks xmlns:a="http://schemas.openxmlformats.org/drawingml/2006/main" noChangeAspect="1"/>
          </p:cNvPicPr>
          <p:nvPr/>
        </p:nvPicPr>
        <p:blipFill>
          <a:blip xmlns:r="http://schemas.openxmlformats.org/officeDocument/2006/relationships" xmlns:a="http://schemas.openxmlformats.org/drawingml/2006/main" r:embed="Rc157614e1a6b4af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3053596"/>
            <a:ext cx="4693920" cy="265033"/>
          </a:xfrm>
          <a:prstGeom xmlns:a="http://schemas.openxmlformats.org/drawingml/2006/main" prst="rect">
            <a:avLst/>
          </a:prstGeom>
        </p:spPr>
      </p:pic>
      <p:pic>
        <p:nvPicPr>
          <p:cNvPr id="19" name="pulse-result" descr="H(f)=T e^{-j\pi fT}\operatorname{sinc}(fT)">
            <a:extLst xmlns:a="http://schemas.openxmlformats.org/drawingml/2006/main">
              <a:ext uri="{FF2B5EF4-FFF2-40B4-BE49-F238E27FC236}">
                <a16:creationId xmlns:a16="http://schemas.microsoft.com/office/drawing/2014/main" id="{33D48913-8EEA-463A-A78C-24858C080144}"/>
              </a:ext>
            </a:extLst>
          </p:cNvPr>
          <p:cNvPicPr>
            <a:picLocks xmlns:a="http://schemas.openxmlformats.org/drawingml/2006/main" noChangeAspect="1"/>
          </p:cNvPicPr>
          <p:nvPr/>
        </p:nvPicPr>
        <p:blipFill>
          <a:blip xmlns:r="http://schemas.openxmlformats.org/officeDocument/2006/relationships" xmlns:a="http://schemas.openxmlformats.org/drawingml/2006/main" r:embed="R26b9459467b34cd4">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271766"/>
            <a:ext cx="3646170" cy="343793"/>
          </a:xfrm>
          <a:prstGeom xmlns:a="http://schemas.openxmlformats.org/drawingml/2006/main" prst="rect">
            <a:avLst/>
          </a:prstGeom>
        </p:spPr>
      </p:pic>
    </p:spTree>
    <p:extLst>
      <p:ext uri="{BB962C8B-B14F-4D97-AF65-F5344CB8AC3E}">
        <p14:creationId xmlns:p14="http://schemas.microsoft.com/office/powerpoint/2010/main" val="106476716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592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pam_r2_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Derivation: The repeated spectrum</a:t>
            </a:r>
          </a:p>
        </p:txBody>
      </p:sp>
      <p:sp>
        <p:nvSpPr>
          <p:cNvPr id="3" name="continue-mainline">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139035A-0F99-4F43-891B-3631E5FFC46B}"/>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sp>
        <p:nvSpPr>
          <p:cNvPr id="4" name="optional-context">
            <a:extLst xmlns:a="http://schemas.openxmlformats.org/drawingml/2006/main">
              <a:ext uri="{FF2B5EF4-FFF2-40B4-BE49-F238E27FC236}">
                <a16:creationId xmlns:a16="http://schemas.microsoft.com/office/drawing/2014/main" id="{5DACFB05-6F40-4215-9BF2-D11D4F34A96C}"/>
              </a:ext>
            </a:extLst>
          </p:cNvPr>
          <p:cNvSpPr>
            <a:spLocks xmlns:a="http://schemas.openxmlformats.org/drawingml/2006/main" noGrp="1"/>
          </p:cNvSpPr>
          <p:nvPr/>
        </p:nvSpPr>
        <p:spPr>
          <a:xfrm xmlns:a="http://schemas.openxmlformats.org/drawingml/2006/main">
            <a:off x="609600" y="12573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Optional derivation of the preceding result.</a:t>
            </a:r>
          </a:p>
        </p:txBody>
      </p:sp>
      <p:sp>
        <p:nvSpPr>
          <p:cNvPr id="5" name="identify-transform-line">
            <a:extLst xmlns:a="http://schemas.openxmlformats.org/drawingml/2006/main">
              <a:ext uri="{FF2B5EF4-FFF2-40B4-BE49-F238E27FC236}">
                <a16:creationId xmlns:a16="http://schemas.microsoft.com/office/drawing/2014/main" id="{922338B9-6AE1-47BC-AA0A-C75CB46F1758}"/>
              </a:ext>
            </a:extLst>
          </p:cNvPr>
          <p:cNvSpPr>
            <a:spLocks xmlns:a="http://schemas.openxmlformats.org/drawingml/2006/main" noGrp="1"/>
          </p:cNvSpPr>
          <p:nvPr/>
        </p:nvSpPr>
        <p:spPr>
          <a:xfrm xmlns:a="http://schemas.openxmlformats.org/drawingml/2006/main">
            <a:off x="609600" y="67056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back-to-process" descr="\leftarrow S(f)">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2A22835-9E21-4679-8CD5-71F77A635D1E}"/>
              </a:ext>
            </a:extLst>
          </p:cNvPr>
          <p:cNvPicPr>
            <a:picLocks xmlns:a="http://schemas.openxmlformats.org/drawingml/2006/main" noChangeAspect="1"/>
          </p:cNvPicPr>
          <p:nvPr/>
        </p:nvPicPr>
        <p:blipFill>
          <a:blip xmlns:r="http://schemas.openxmlformats.org/officeDocument/2006/relationships" xmlns:a="http://schemas.openxmlformats.org/drawingml/2006/main" r:embed="R595216efdb1544a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7" name="known-product" descr="m_\delta(t)=m(t)\sum_n\delta(t-nT_s)">
            <a:extLst xmlns:a="http://schemas.openxmlformats.org/drawingml/2006/main">
              <a:ext uri="{FF2B5EF4-FFF2-40B4-BE49-F238E27FC236}">
                <a16:creationId xmlns:a16="http://schemas.microsoft.com/office/drawing/2014/main" id="{3A5DB01A-90E9-445E-B36B-B2BAA3846C28}"/>
              </a:ext>
            </a:extLst>
          </p:cNvPr>
          <p:cNvPicPr>
            <a:picLocks xmlns:a="http://schemas.openxmlformats.org/drawingml/2006/main" noChangeAspect="1"/>
          </p:cNvPicPr>
          <p:nvPr/>
        </p:nvPicPr>
        <p:blipFill>
          <a:blip xmlns:r="http://schemas.openxmlformats.org/officeDocument/2006/relationships" xmlns:a="http://schemas.openxmlformats.org/drawingml/2006/main" r:embed="R643ba3a2b32942c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09600" y="2299216"/>
            <a:ext cx="3680460" cy="278368"/>
          </a:xfrm>
          <a:prstGeom xmlns:a="http://schemas.openxmlformats.org/drawingml/2006/main" prst="rect">
            <a:avLst/>
          </a:prstGeom>
        </p:spPr>
      </p:pic>
      <p:pic>
        <p:nvPicPr>
          <p:cNvPr id="8" name="substitute-series" descr="=\frac1{T_s}\sum_k m(t)e^{j2\pi kf_st}">
            <a:extLst xmlns:a="http://schemas.openxmlformats.org/drawingml/2006/main">
              <a:ext uri="{FF2B5EF4-FFF2-40B4-BE49-F238E27FC236}">
                <a16:creationId xmlns:a16="http://schemas.microsoft.com/office/drawing/2014/main" id="{00CF3527-C240-473B-B5D9-B7C59D693D80}"/>
              </a:ext>
            </a:extLst>
          </p:cNvPr>
          <p:cNvPicPr>
            <a:picLocks xmlns:a="http://schemas.openxmlformats.org/drawingml/2006/main" noChangeAspect="1"/>
          </p:cNvPicPr>
          <p:nvPr/>
        </p:nvPicPr>
        <p:blipFill>
          <a:blip xmlns:r="http://schemas.openxmlformats.org/officeDocument/2006/relationships" xmlns:a="http://schemas.openxmlformats.org/drawingml/2006/main" r:embed="Rc1eefe905316428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2917269"/>
            <a:ext cx="2640330" cy="356711"/>
          </a:xfrm>
          <a:prstGeom xmlns:a="http://schemas.openxmlformats.org/drawingml/2006/main" prst="rect">
            <a:avLst/>
          </a:prstGeom>
        </p:spPr>
      </p:pic>
      <p:pic>
        <p:nvPicPr>
          <p:cNvPr id="9" name="transform-integral" descr="M_\delta(f)=\frac1{T_s}\sum_k\int_{-\infty}^{\infty}m(t)e^{j2\pi kf_st}e^{-j2\pi ft}\,dt">
            <a:extLst xmlns:a="http://schemas.openxmlformats.org/drawingml/2006/main">
              <a:ext uri="{FF2B5EF4-FFF2-40B4-BE49-F238E27FC236}">
                <a16:creationId xmlns:a16="http://schemas.microsoft.com/office/drawing/2014/main" id="{1B014D50-8695-4E2B-B5DC-7DE9B039939D}"/>
              </a:ext>
            </a:extLst>
          </p:cNvPr>
          <p:cNvPicPr>
            <a:picLocks xmlns:a="http://schemas.openxmlformats.org/drawingml/2006/main" noChangeAspect="1"/>
          </p:cNvPicPr>
          <p:nvPr/>
        </p:nvPicPr>
        <p:blipFill>
          <a:blip xmlns:r="http://schemas.openxmlformats.org/officeDocument/2006/relationships" xmlns:a="http://schemas.openxmlformats.org/drawingml/2006/main" r:embed="R31e9cffc701c466d">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3703082"/>
            <a:ext cx="5169218" cy="347186"/>
          </a:xfrm>
          <a:prstGeom xmlns:a="http://schemas.openxmlformats.org/drawingml/2006/main" prst="rect">
            <a:avLst/>
          </a:prstGeom>
        </p:spPr>
      </p:pic>
      <p:pic>
        <p:nvPicPr>
          <p:cNvPr id="10" name="combine-exponents" descr="=\frac1{T_s}\sum_k\int_{-\infty}^{\infty}m(t)e^{-j2\pi(f-kf_s)t}\,dt">
            <a:extLst xmlns:a="http://schemas.openxmlformats.org/drawingml/2006/main">
              <a:ext uri="{FF2B5EF4-FFF2-40B4-BE49-F238E27FC236}">
                <a16:creationId xmlns:a16="http://schemas.microsoft.com/office/drawing/2014/main" id="{B189BA57-E6FF-4DAF-B718-1FEE2273E9FC}"/>
              </a:ext>
            </a:extLst>
          </p:cNvPr>
          <p:cNvPicPr>
            <a:picLocks xmlns:a="http://schemas.openxmlformats.org/drawingml/2006/main" noChangeAspect="1"/>
          </p:cNvPicPr>
          <p:nvPr/>
        </p:nvPicPr>
        <p:blipFill>
          <a:blip xmlns:r="http://schemas.openxmlformats.org/officeDocument/2006/relationships" xmlns:a="http://schemas.openxmlformats.org/drawingml/2006/main" r:embed="R05a7629d15414b6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4463475"/>
            <a:ext cx="4140518" cy="350401"/>
          </a:xfrm>
          <a:prstGeom xmlns:a="http://schemas.openxmlformats.org/drawingml/2006/main" prst="rect">
            <a:avLst/>
          </a:prstGeom>
        </p:spPr>
      </p:pic>
      <p:pic>
        <p:nvPicPr>
          <p:cNvPr id="11" name="identify-transform" descr="M_\delta(f)=\frac1{T_s}\sum_k M(f-kf_s)">
            <a:extLst xmlns:a="http://schemas.openxmlformats.org/drawingml/2006/main">
              <a:ext uri="{FF2B5EF4-FFF2-40B4-BE49-F238E27FC236}">
                <a16:creationId xmlns:a16="http://schemas.microsoft.com/office/drawing/2014/main" id="{667DFC73-2CD3-403A-A2C7-FCD97132B1CC}"/>
              </a:ext>
            </a:extLst>
          </p:cNvPr>
          <p:cNvPicPr>
            <a:picLocks xmlns:a="http://schemas.openxmlformats.org/drawingml/2006/main" noChangeAspect="1"/>
          </p:cNvPicPr>
          <p:nvPr/>
        </p:nvPicPr>
        <p:blipFill>
          <a:blip xmlns:r="http://schemas.openxmlformats.org/officeDocument/2006/relationships" xmlns:a="http://schemas.openxmlformats.org/drawingml/2006/main" r:embed="Rc3d22f4069e94a5e">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96489"/>
            <a:ext cx="4177665" cy="437198"/>
          </a:xfrm>
          <a:prstGeom xmlns:a="http://schemas.openxmlformats.org/drawingml/2006/main" prst="rect">
            <a:avLst/>
          </a:prstGeom>
        </p:spPr>
      </p:pic>
    </p:spTree>
    <p:extLst>
      <p:ext uri="{BB962C8B-B14F-4D97-AF65-F5344CB8AC3E}">
        <p14:creationId xmlns:p14="http://schemas.microsoft.com/office/powerpoint/2010/main" val="17675761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recovery_routes_r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Choose a reconstruction route</a:t>
            </a:r>
          </a:p>
        </p:txBody>
      </p:sp>
      <p:sp>
        <p:nvSpPr>
          <p:cNvPr id="3" name="route-a-shaft">
            <a:extLst xmlns:a="http://schemas.openxmlformats.org/drawingml/2006/main">
              <a:ext uri="{FF2B5EF4-FFF2-40B4-BE49-F238E27FC236}">
                <a16:creationId xmlns:a16="http://schemas.microsoft.com/office/drawing/2014/main" id="{47336399-AB02-4992-8C5D-90DFD754E265}"/>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4BB22AF9-CCD0-4664-A489-880326E9E023}"/>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40B57730-5F79-4F37-AA2E-9490073AF7F7}"/>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E5F65CC4-5C64-49DB-B044-712BEF07B53F}"/>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3772DE12-85B9-4DE7-B361-507114C37A8D}"/>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route-one" descr="Two numbered alternative recovery calculations; final independent click selects and traces route2. Signals and selection, not arrows, move.">
            <a:extLst xmlns:a="http://schemas.openxmlformats.org/drawingml/2006/main">
              <a:ext uri="{FF2B5EF4-FFF2-40B4-BE49-F238E27FC236}">
                <a16:creationId xmlns:a16="http://schemas.microsoft.com/office/drawing/2014/main" id="{5BE6EBF0-6D93-4C37-A83B-C2575444408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1" name="route-one--t4-click-frame-00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2" name="route-one--t4-click-frame-00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3" name="route-one--t4-click-frame-00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4" name="route-one--t4-click-frame-00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5" name="route-one--t4-click-frame-00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6" name="route-one--t4-click-frame-00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7" name="route-one--t4-click-frame-00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8" name="route-one--t4-click-frame-00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39" name="route-one--t4-click-frame-00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0" name="route-one--t4-click-frame-01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1" name="route-one--t4-click-frame-01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2" name="route-one--t4-click-frame-01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3" name="route-one--t4-click-frame-01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4" name="route-one--t4-click-frame-01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5" name="route-one--t4-click-frame-01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6" name="route-one--t4-click-frame-01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7" name="route-one--t4-click-frame-01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8" name="route-one--t4-click-frame-01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49" name="route-one--t4-click-frame-01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0" name="route-one--t4-click-frame-02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1" name="route-one--t4-click-frame-02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2" name="route-one--t4-click-frame-02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3" name="route-one--t4-click-frame-02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4" name="route-one--t4-click-frame-02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 name="route-two" descr="Two numbered alternative recovery calculations; final independent click selects and traces route2. Signals and selection, not arrows, move.">
            <a:extLst xmlns:a="http://schemas.openxmlformats.org/drawingml/2006/main">
              <a:ext uri="{FF2B5EF4-FFF2-40B4-BE49-F238E27FC236}">
                <a16:creationId xmlns:a16="http://schemas.microsoft.com/office/drawing/2014/main" id="{2393E4B9-359B-4179-974A-9DA80BA855F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5" name="route-two--t4-click-frame-00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6" name="route-two--t4-click-frame-00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7" name="route-two--t4-click-frame-00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8" name="route-two--t4-click-frame-00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59" name="route-two--t4-click-frame-00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0" name="route-two--t4-click-frame-00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1" name="route-two--t4-click-frame-00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2" name="route-two--t4-click-frame-00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3" name="route-two--t4-click-frame-00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4" name="route-two--t4-click-frame-01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5" name="route-two--t4-click-frame-01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6" name="route-two--t4-click-frame-01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7" name="route-two--t4-click-frame-01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8" name="route-two--t4-click-frame-01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69" name="route-two--t4-click-frame-01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0" name="route-two--t4-click-frame-01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1" name="route-two--t4-click-frame-01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2" name="route-two--t4-click-frame-01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3" name="route-two--t4-click-frame-01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4" name="route-two--t4-click-frame-02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5" name="route-two--t4-click-frame-02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6" name="route-two--t4-click-frame-02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7" name="route-two--t4-click-frame-02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8" name="route-two--t4-click-frame-02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 name="select-route-two" descr="Two numbered alternative recovery calculations; final independent click selects and traces route2. Signals and selection, not arrows, move.">
            <a:extLst xmlns:a="http://schemas.openxmlformats.org/drawingml/2006/main">
              <a:ext uri="{FF2B5EF4-FFF2-40B4-BE49-F238E27FC236}">
                <a16:creationId xmlns:a16="http://schemas.microsoft.com/office/drawing/2014/main" id="{50100162-8A55-4DDF-A457-554249BDA24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79" name="select-route-two--t4-click-frame-00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0" name="select-route-two--t4-click-frame-00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1" name="select-route-two--t4-click-frame-00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2" name="select-route-two--t4-click-frame-00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3" name="select-route-two--t4-click-frame-00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4" name="select-route-two--t4-click-frame-00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5" name="select-route-two--t4-click-frame-00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6" name="select-route-two--t4-click-frame-00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7" name="select-route-two--t4-click-frame-00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8" name="select-route-two--t4-click-frame-01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89" name="select-route-two--t4-click-frame-01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0" name="select-route-two--t4-click-frame-01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1" name="select-route-two--t4-click-frame-01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2" name="select-route-two--t4-click-frame-01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3" name="select-route-two--t4-click-frame-01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4" name="select-route-two--t4-click-frame-01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5" name="select-route-two--t4-click-frame-01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6" name="select-route-two--t4-click-frame-01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7" name="select-route-two--t4-click-frame-01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8" name="select-route-two--t4-click-frame-02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99" name="select-route-two--t4-click-frame-021"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0" name="select-route-two--t4-click-frame-022"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1" name="select-route-two--t4-click-frame-023"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2" name="select-route-two--t4-click-frame-024"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3" name="select-route-two--t4-click-frame-025"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6"/>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4" name="select-route-two--t4-click-frame-026"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7"/>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5" name="select-route-two--t4-click-frame-027"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8"/>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6" name="select-route-two--t4-click-frame-028"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79"/>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7" name="select-route-two--t4-click-frame-029"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80"/>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pic>
        <p:nvPicPr>
          <p:cNvPr id="108" name="select-route-two--t4-click-frame-030" descr="Two numbered alternative recovery calculations; final independent click selects and traces route2. Signals and selection, not arrows, move."/>
          <p:cNvPicPr>
            <a:picLocks xmlns:a="http://schemas.openxmlformats.org/drawingml/2006/main" noChangeAspect="1"/>
          </p:cNvPicPr>
          <p:nvPr/>
        </p:nvPicPr>
        <p:blipFill>
          <ns0:blip xmlns:ns0="http://schemas.openxmlformats.org/drawingml/2006/main" xmlns:ns1="http://schemas.openxmlformats.org/officeDocument/2006/relationships" ns1:embed="rIdT4ClickFrame81"/>
          <a:stretch xmlns:a="http://schemas.openxmlformats.org/drawingml/2006/main"/>
        </p:blipFill>
        <p:spPr>
          <a:xfrm xmlns:a="http://schemas.openxmlformats.org/drawingml/2006/main">
            <a:off x="666750" y="2457450"/>
            <a:ext cx="10668000" cy="3333750"/>
          </a:xfrm>
          <a:prstGeom xmlns:a="http://schemas.openxmlformats.org/drawingml/2006/main" prst="rect">
            <a:avLst/>
          </a:prstGeom>
        </p:spPr>
      </p:pic>
      <p:sp>
        <p:nvSpPr>
          <p:cNvPr id="11" name="alternative-one">
            <a:extLst xmlns:a="http://schemas.openxmlformats.org/drawingml/2006/main">
              <a:ext uri="{FF2B5EF4-FFF2-40B4-BE49-F238E27FC236}">
                <a16:creationId xmlns:a16="http://schemas.microsoft.com/office/drawing/2014/main" id="{B1E76537-2A98-49BB-B862-789FD43A79E4}"/>
              </a:ext>
            </a:extLst>
          </p:cNvPr>
          <p:cNvSpPr>
            <a:spLocks xmlns:a="http://schemas.openxmlformats.org/drawingml/2006/main" noGrp="1"/>
          </p:cNvSpPr>
          <p:nvPr/>
        </p:nvSpPr>
        <p:spPr>
          <a:xfrm xmlns:a="http://schemas.openxmlformats.org/drawingml/2006/main">
            <a:off x="609600" y="19812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Route 1: Frequency domain</a:t>
            </a:r>
          </a:p>
        </p:txBody>
      </p:sp>
      <p:sp>
        <p:nvSpPr>
          <p:cNvPr id="12" name="alternative-two">
            <a:extLst xmlns:a="http://schemas.openxmlformats.org/drawingml/2006/main">
              <a:ext uri="{FF2B5EF4-FFF2-40B4-BE49-F238E27FC236}">
                <a16:creationId xmlns:a16="http://schemas.microsoft.com/office/drawing/2014/main" id="{FB6617A5-9555-427A-8275-C9D65132E3C2}"/>
              </a:ext>
            </a:extLst>
          </p:cNvPr>
          <p:cNvSpPr>
            <a:spLocks xmlns:a="http://schemas.openxmlformats.org/drawingml/2006/main" noGrp="1"/>
          </p:cNvSpPr>
          <p:nvPr/>
        </p:nvSpPr>
        <p:spPr>
          <a:xfrm xmlns:a="http://schemas.openxmlformats.org/drawingml/2006/main">
            <a:off x="609600" y="385762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Route 2: Time domain</a:t>
            </a:r>
          </a:p>
        </p:txBody>
      </p:sp>
      <p:sp>
        <p:nvSpPr>
          <p:cNvPr id="13" name="separate-alternatives">
            <a:extLst xmlns:a="http://schemas.openxmlformats.org/drawingml/2006/main">
              <a:ext uri="{FF2B5EF4-FFF2-40B4-BE49-F238E27FC236}">
                <a16:creationId xmlns:a16="http://schemas.microsoft.com/office/drawing/2014/main" id="{D6856FB2-DBE4-43DE-B2E5-2BEDDE10B1B9}"/>
              </a:ext>
            </a:extLst>
          </p:cNvPr>
          <p:cNvSpPr>
            <a:spLocks xmlns:a="http://schemas.openxmlformats.org/drawingml/2006/main" noGrp="1"/>
          </p:cNvSpPr>
          <p:nvPr/>
        </p:nvSpPr>
        <p:spPr>
          <a:xfrm xmlns:a="http://schemas.openxmlformats.org/drawingml/2006/main">
            <a:off x="609600" y="3781425"/>
            <a:ext cx="10896600" cy="12383"/>
          </a:xfrm>
          <a:prstGeom xmlns:a="http://schemas.openxmlformats.org/drawingml/2006/main" prst="rect">
            <a:avLst/>
          </a:prstGeom>
          <a:solidFill xmlns:a="http://schemas.openxmlformats.org/drawingml/2006/main">
            <a:srgbClr val="B0B0B0"/>
          </a:solidFill>
          <a:ln xmlns:a="http://schemas.openxmlformats.org/drawingml/2006/main" w="0">
            <a:noFill/>
          </a:ln>
        </p:spPr>
      </p:sp>
      <p:sp>
        <p:nvSpPr>
          <p:cNvPr id="14" name="known-filter-label">
            <a:extLst xmlns:a="http://schemas.openxmlformats.org/drawingml/2006/main">
              <a:ext uri="{FF2B5EF4-FFF2-40B4-BE49-F238E27FC236}">
                <a16:creationId xmlns:a16="http://schemas.microsoft.com/office/drawing/2014/main" id="{86E79988-CEF2-4171-91C0-E2FA0A5AC8BD}"/>
              </a:ext>
            </a:extLst>
          </p:cNvPr>
          <p:cNvSpPr>
            <a:spLocks xmlns:a="http://schemas.openxmlformats.org/drawingml/2006/main" noGrp="1"/>
          </p:cNvSpPr>
          <p:nvPr/>
        </p:nvSpPr>
        <p:spPr>
          <a:xfrm xmlns:a="http://schemas.openxmlformats.org/drawingml/2006/main">
            <a:off x="762000" y="4286250"/>
            <a:ext cx="1857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Known filter:</a:t>
            </a:r>
          </a:p>
        </p:txBody>
      </p:sp>
      <p:sp>
        <p:nvSpPr>
          <p:cNvPr id="15" name="chosen-route-left-bar">
            <a:extLst xmlns:a="http://schemas.openxmlformats.org/drawingml/2006/main">
              <a:ext uri="{FF2B5EF4-FFF2-40B4-BE49-F238E27FC236}">
                <a16:creationId xmlns:a16="http://schemas.microsoft.com/office/drawing/2014/main" id="{C2C3164A-6710-4649-9DDB-638AB97A7682}"/>
              </a:ext>
            </a:extLst>
          </p:cNvPr>
          <p:cNvSpPr>
            <a:spLocks xmlns:a="http://schemas.openxmlformats.org/drawingml/2006/main" noGrp="1"/>
          </p:cNvSpPr>
          <p:nvPr/>
        </p:nvSpPr>
        <p:spPr>
          <a:xfrm xmlns:a="http://schemas.openxmlformats.org/drawingml/2006/main">
            <a:off x="457200" y="3857625"/>
            <a:ext cx="38100" cy="225742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6" name="chosen-check">
            <a:extLst xmlns:a="http://schemas.openxmlformats.org/drawingml/2006/main">
              <a:ext uri="{FF2B5EF4-FFF2-40B4-BE49-F238E27FC236}">
                <a16:creationId xmlns:a16="http://schemas.microsoft.com/office/drawing/2014/main" id="{5DF00BCF-BDE2-4082-BAFC-6E6C83599556}"/>
              </a:ext>
            </a:extLst>
          </p:cNvPr>
          <p:cNvSpPr>
            <a:spLocks xmlns:a="http://schemas.openxmlformats.org/drawingml/2006/main" noGrp="1"/>
          </p:cNvSpPr>
          <p:nvPr/>
        </p:nvSpPr>
        <p:spPr>
          <a:xfrm xmlns:a="http://schemas.openxmlformats.org/drawingml/2006/main">
            <a:off x="9105900" y="3924300"/>
            <a:ext cx="247650" cy="190500"/>
          </a:xfrm>
          <a:custGeom xmlns:a="http://schemas.openxmlformats.org/drawingml/2006/main">
            <a:pathLst>
              <a:path w="247650" h="190500">
                <a:moveTo>
                  <a:pt x="0" y="104775"/>
                </a:moveTo>
                <a:lnTo>
                  <a:pt x="85725" y="190500"/>
                </a:lnTo>
                <a:lnTo>
                  <a:pt x="247650" y="0"/>
                </a:lnTo>
              </a:path>
            </a:pathLst>
          </a:custGeom>
          <a:noFill xmlns:a="http://schemas.openxmlformats.org/drawingml/2006/main"/>
          <a:ln xmlns:a="http://schemas.openxmlformats.org/drawingml/2006/main" w="28575">
            <a:solidFill>
              <a:srgbClr val="202020"/>
            </a:solidFill>
          </a:ln>
        </p:spPr>
      </p:sp>
      <p:sp>
        <p:nvSpPr>
          <p:cNvPr id="17" name="chosen-route-label">
            <a:extLst xmlns:a="http://schemas.openxmlformats.org/drawingml/2006/main">
              <a:ext uri="{FF2B5EF4-FFF2-40B4-BE49-F238E27FC236}">
                <a16:creationId xmlns:a16="http://schemas.microsoft.com/office/drawing/2014/main" id="{B0B07A4D-D3CE-4A61-BA2E-8198FF877D64}"/>
              </a:ext>
            </a:extLst>
          </p:cNvPr>
          <p:cNvSpPr>
            <a:spLocks xmlns:a="http://schemas.openxmlformats.org/drawingml/2006/main" noGrp="1"/>
          </p:cNvSpPr>
          <p:nvPr/>
        </p:nvSpPr>
        <p:spPr>
          <a:xfrm xmlns:a="http://schemas.openxmlformats.org/drawingml/2006/main">
            <a:off x="9496425" y="3857625"/>
            <a:ext cx="2009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i="0">
                <a:solidFill>
                  <a:srgbClr val="202020"/>
                </a:solidFill>
                <a:latin typeface="Times New Roman"/>
                <a:ea typeface="Times New Roman"/>
                <a:cs typeface="Times New Roman"/>
              </a:defRPr>
            </a:defPPr>
          </a:lstStyle>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Selected</a:t>
            </a:r>
          </a:p>
        </p:txBody>
      </p:sp>
      <p:sp>
        <p:nvSpPr>
          <p:cNvPr id="18" name="chosen-time-equation">
            <a:extLst xmlns:a="http://schemas.openxmlformats.org/drawingml/2006/main">
              <a:ext uri="{FF2B5EF4-FFF2-40B4-BE49-F238E27FC236}">
                <a16:creationId xmlns:a16="http://schemas.microsoft.com/office/drawing/2014/main" id="{BF8EAD2C-E633-43D5-9C4A-87C3FAA722DC}"/>
              </a:ext>
            </a:extLst>
          </p:cNvPr>
          <p:cNvSpPr>
            <a:spLocks xmlns:a="http://schemas.openxmlformats.org/drawingml/2006/main" noGrp="1"/>
          </p:cNvSpPr>
          <p:nvPr/>
        </p:nvSpPr>
        <p:spPr>
          <a:xfrm xmlns:a="http://schemas.openxmlformats.org/drawingml/2006/main">
            <a:off x="3457575" y="6105525"/>
            <a:ext cx="6191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choice-takeaway">
            <a:extLst xmlns:a="http://schemas.openxmlformats.org/drawingml/2006/main">
              <a:ext uri="{FF2B5EF4-FFF2-40B4-BE49-F238E27FC236}">
                <a16:creationId xmlns:a16="http://schemas.microsoft.com/office/drawing/2014/main" id="{E2A440AA-F55A-4D60-AA41-53B33E0D69C1}"/>
              </a:ext>
            </a:extLst>
          </p:cNvPr>
          <p:cNvSpPr>
            <a:spLocks xmlns:a="http://schemas.openxmlformats.org/drawingml/2006/main" noGrp="1"/>
          </p:cNvSpPr>
          <p:nvPr/>
        </p:nvSpPr>
        <p:spPr>
          <a:xfrm xmlns:a="http://schemas.openxmlformats.org/drawingml/2006/main">
            <a:off x="609600" y="623887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Use 2: known kernel, no signal FT / inverse FT.</a:t>
            </a:r>
          </a:p>
        </p:txBody>
      </p:sp>
      <p:sp>
        <p:nvSpPr>
          <p:cNvPr id="20" name="choice-result-line">
            <a:extLst xmlns:a="http://schemas.openxmlformats.org/drawingml/2006/main">
              <a:ext uri="{FF2B5EF4-FFF2-40B4-BE49-F238E27FC236}">
                <a16:creationId xmlns:a16="http://schemas.microsoft.com/office/drawing/2014/main" id="{E9F05416-B3ED-4F74-AD8A-7C2E97C647EF}"/>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21"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B23BA91-6A72-4EDE-BDD6-03E8A0A8BDDB}"/>
              </a:ext>
            </a:extLst>
          </p:cNvPr>
          <p:cNvPicPr>
            <a:picLocks xmlns:a="http://schemas.openxmlformats.org/drawingml/2006/main" noChangeAspect="1"/>
          </p:cNvPicPr>
          <p:nvPr/>
        </p:nvPicPr>
        <p:blipFill>
          <a:blip xmlns:r="http://schemas.openxmlformats.org/officeDocument/2006/relationships" xmlns:a="http://schemas.openxmlformats.org/drawingml/2006/main" r:embed="Ref00cf26f8f542c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2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26B7736-2C8B-47C0-9E9E-19C6346FE6A0}"/>
              </a:ext>
            </a:extLst>
          </p:cNvPr>
          <p:cNvPicPr>
            <a:picLocks xmlns:a="http://schemas.openxmlformats.org/drawingml/2006/main" noChangeAspect="1"/>
          </p:cNvPicPr>
          <p:nvPr/>
        </p:nvPicPr>
        <p:blipFill>
          <a:blip xmlns:r="http://schemas.openxmlformats.org/officeDocument/2006/relationships" xmlns:a="http://schemas.openxmlformats.org/drawingml/2006/main" r:embed="Rc1c04bfa1154420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23"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1C41C399-CC2E-486D-9A7B-0C8DDD2AE388}"/>
              </a:ext>
            </a:extLst>
          </p:cNvPr>
          <p:cNvPicPr>
            <a:picLocks xmlns:a="http://schemas.openxmlformats.org/drawingml/2006/main" noChangeAspect="1"/>
          </p:cNvPicPr>
          <p:nvPr/>
        </p:nvPicPr>
        <p:blipFill>
          <a:blip xmlns:r="http://schemas.openxmlformats.org/officeDocument/2006/relationships" xmlns:a="http://schemas.openxmlformats.org/drawingml/2006/main" r:embed="Rd6bed9a7faf8488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24" name="representation-pair" descr="\longleftrightarrow">
            <a:extLst xmlns:a="http://schemas.openxmlformats.org/drawingml/2006/main">
              <a:ext uri="{FF2B5EF4-FFF2-40B4-BE49-F238E27FC236}">
                <a16:creationId xmlns:a16="http://schemas.microsoft.com/office/drawing/2014/main" id="{C8792181-5FAE-492A-8EE6-D1BAF101F4BA}"/>
              </a:ext>
            </a:extLst>
          </p:cNvPr>
          <p:cNvPicPr>
            <a:picLocks xmlns:a="http://schemas.openxmlformats.org/drawingml/2006/main" noChangeAspect="1"/>
          </p:cNvPicPr>
          <p:nvPr/>
        </p:nvPicPr>
        <p:blipFill>
          <a:blip xmlns:r="http://schemas.openxmlformats.org/officeDocument/2006/relationships" xmlns:a="http://schemas.openxmlformats.org/drawingml/2006/main" r:embed="Ra50dc227d72e46b5">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25"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A1EC998-EFD5-4BA3-B858-5AAD55946DB0}"/>
              </a:ext>
            </a:extLst>
          </p:cNvPr>
          <p:cNvPicPr>
            <a:picLocks xmlns:a="http://schemas.openxmlformats.org/drawingml/2006/main" noChangeAspect="1"/>
          </p:cNvPicPr>
          <p:nvPr/>
        </p:nvPicPr>
        <p:blipFill>
          <a:blip xmlns:r="http://schemas.openxmlformats.org/officeDocument/2006/relationships" xmlns:a="http://schemas.openxmlformats.org/drawingml/2006/main" r:embed="R033ec7e6885344ed">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26"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82239A0F-4235-4841-A308-49558CE8704B}"/>
              </a:ext>
            </a:extLst>
          </p:cNvPr>
          <p:cNvPicPr>
            <a:picLocks xmlns:a="http://schemas.openxmlformats.org/drawingml/2006/main" noChangeAspect="1"/>
          </p:cNvPicPr>
          <p:nvPr/>
        </p:nvPicPr>
        <p:blipFill>
          <a:blip xmlns:r="http://schemas.openxmlformats.org/officeDocument/2006/relationships" xmlns:a="http://schemas.openxmlformats.org/drawingml/2006/main" r:embed="R822955d0de674a02">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27" name="frequency-equation" descr="M(f)=T_sH_{\mathrm{LP}}(f)M_\delta(f)">
            <a:extLst xmlns:a="http://schemas.openxmlformats.org/drawingml/2006/main">
              <a:ext uri="{FF2B5EF4-FFF2-40B4-BE49-F238E27FC236}">
                <a16:creationId xmlns:a16="http://schemas.microsoft.com/office/drawing/2014/main" id="{1CB470F7-6E4A-4B36-87F2-8DF0CD347A12}"/>
              </a:ext>
            </a:extLst>
          </p:cNvPr>
          <p:cNvPicPr>
            <a:picLocks xmlns:a="http://schemas.openxmlformats.org/drawingml/2006/main" noChangeAspect="1"/>
          </p:cNvPicPr>
          <p:nvPr/>
        </p:nvPicPr>
        <p:blipFill>
          <a:blip xmlns:r="http://schemas.openxmlformats.org/officeDocument/2006/relationships" xmlns:a="http://schemas.openxmlformats.org/drawingml/2006/main" r:embed="R309934a4ade248c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3457575" y="3301365"/>
            <a:ext cx="3535680" cy="302895"/>
          </a:xfrm>
          <a:prstGeom xmlns:a="http://schemas.openxmlformats.org/drawingml/2006/main" prst="rect">
            <a:avLst/>
          </a:prstGeom>
        </p:spPr>
      </p:pic>
      <p:pic>
        <p:nvPicPr>
          <p:cNvPr id="28" name="time-known-filter" descr="H_{\mathrm{LP}}(f)\longleftrightarrow h_{\mathrm{LP}}(t)=f_s\operatorname{sinc}(f_st)">
            <a:extLst xmlns:a="http://schemas.openxmlformats.org/drawingml/2006/main">
              <a:ext uri="{FF2B5EF4-FFF2-40B4-BE49-F238E27FC236}">
                <a16:creationId xmlns:a16="http://schemas.microsoft.com/office/drawing/2014/main" id="{D4481FF1-AD16-4263-A415-47B713C5A1FA}"/>
              </a:ext>
            </a:extLst>
          </p:cNvPr>
          <p:cNvPicPr>
            <a:picLocks xmlns:a="http://schemas.openxmlformats.org/drawingml/2006/main" noChangeAspect="1"/>
          </p:cNvPicPr>
          <p:nvPr/>
        </p:nvPicPr>
        <p:blipFill>
          <a:blip xmlns:r="http://schemas.openxmlformats.org/officeDocument/2006/relationships" xmlns:a="http://schemas.openxmlformats.org/drawingml/2006/main" r:embed="Rce778aa3dcfc4a0a">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743200" y="4363343"/>
            <a:ext cx="4514850" cy="283964"/>
          </a:xfrm>
          <a:prstGeom xmlns:a="http://schemas.openxmlformats.org/drawingml/2006/main" prst="rect">
            <a:avLst/>
          </a:prstGeom>
        </p:spPr>
      </p:pic>
      <p:pic>
        <p:nvPicPr>
          <p:cNvPr id="29" name="time-equation" descr="m(t)=T_s[h_{\mathrm{LP}}*m_\delta](t)">
            <a:extLst xmlns:a="http://schemas.openxmlformats.org/drawingml/2006/main">
              <a:ext uri="{FF2B5EF4-FFF2-40B4-BE49-F238E27FC236}">
                <a16:creationId xmlns:a16="http://schemas.microsoft.com/office/drawing/2014/main" id="{0F4F87BA-CE1E-4563-86DF-C9C78766C5CF}"/>
              </a:ext>
            </a:extLst>
          </p:cNvPr>
          <p:cNvPicPr>
            <a:picLocks xmlns:a="http://schemas.openxmlformats.org/drawingml/2006/main" noChangeAspect="1"/>
          </p:cNvPicPr>
          <p:nvPr/>
        </p:nvPicPr>
        <p:blipFill>
          <a:blip xmlns:r="http://schemas.openxmlformats.org/officeDocument/2006/relationships" xmlns:a="http://schemas.openxmlformats.org/drawingml/2006/main" r:embed="R28af65144ed44fb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3457575" y="5711250"/>
            <a:ext cx="3691890" cy="321826"/>
          </a:xfrm>
          <a:prstGeom xmlns:a="http://schemas.openxmlformats.org/drawingml/2006/main" prst="rect">
            <a:avLst/>
          </a:prstGeom>
        </p:spPr>
      </p:pic>
    </p:spTree>
    <p:extLst>
      <p:ext uri="{BB962C8B-B14F-4D97-AF65-F5344CB8AC3E}">
        <p14:creationId xmlns:p14="http://schemas.microsoft.com/office/powerpoint/2010/main" val="451654469"/>
      </p:ext>
    </p:extLst>
  </p:cSld>
  <p:timing>
    <p:tnLst>
      <p:par>
        <p:cTn id="1" dur="indefinite" restart="never" nodeType="tmRoot">
          <p:childTnLst>
            <p:seq concurrent="1" nextAc="seek">
              <p:cTn id="2" dur="indefinite" nodeType="mainSeq">
                <p:childTnLst>
                  <p:par>
                    <p:cTn id="41" fill="hold" restart="never" repeatCount="1000">
                      <p:stCondLst>
                        <p:cond delay="indefinite"/>
                      </p:stCondLst>
                      <p:childTnLst>
                        <p:par>
                          <p:cTn id="42" fill="hold" dur="2420">
                            <p:stCondLst>
                              <p:cond delay="0"/>
                            </p:stCondLst>
                            <p:childTnLst>
                              <p:par>
                                <p:cTn id="43" presetID="1" presetClass="entr" presetSubtype="0" fill="hold" nodeType="clickEffect" restart="never">
                                  <p:stCondLst>
                                    <p:cond delay="8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restart="never">
                                  <p:stCondLst>
                                    <p:cond delay="16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restart="never">
                                  <p:stCondLst>
                                    <p:cond delay="24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restart="never">
                                  <p:stCondLst>
                                    <p:cond delay="32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restart="never">
                                  <p:stCondLst>
                                    <p:cond delay="40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restart="never">
                                  <p:stCondLst>
                                    <p:cond delay="48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nodeType="withEffect" restart="never">
                                  <p:stCondLst>
                                    <p:cond delay="56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restart="never">
                                  <p:stCondLst>
                                    <p:cond delay="64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restart="never">
                                  <p:stCondLst>
                                    <p:cond delay="72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restart="never">
                                  <p:stCondLst>
                                    <p:cond delay="80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nodeType="withEffect" restart="never">
                                  <p:stCondLst>
                                    <p:cond delay="88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nodeType="withEffect" restart="never">
                                  <p:stCondLst>
                                    <p:cond delay="96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nodeType="withEffect" restart="never">
                                  <p:stCondLst>
                                    <p:cond delay="104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nodeType="withEffect" restart="never">
                                  <p:stCondLst>
                                    <p:cond delay="1120"/>
                                  </p:stCondLst>
                                  <p:childTnLst>
                                    <p:set>
                                      <p:cBhvr>
                                        <p:cTn id="70" dur="1" fill="hold">
                                          <p:stCondLst>
                                            <p:cond delay="0"/>
                                          </p:stCondLst>
                                        </p:cTn>
                                        <p:tgtEl>
                                          <p:spTgt spid="44"/>
                                        </p:tgtEl>
                                        <p:attrNameLst>
                                          <p:attrName>style.visibility</p:attrName>
                                        </p:attrNameLst>
                                      </p:cBhvr>
                                      <p:to>
                                        <p:strVal val="visible"/>
                                      </p:to>
                                    </p:set>
                                  </p:childTnLst>
                                </p:cTn>
                              </p:par>
                              <p:par>
                                <p:cTn id="71" presetID="1" presetClass="entr" presetSubtype="0" fill="hold" nodeType="withEffect" restart="never">
                                  <p:stCondLst>
                                    <p:cond delay="120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nodeType="withEffect" restart="never">
                                  <p:stCondLst>
                                    <p:cond delay="1280"/>
                                  </p:stCondLst>
                                  <p:childTnLst>
                                    <p:set>
                                      <p:cBhvr>
                                        <p:cTn id="74" dur="1" fill="hold">
                                          <p:stCondLst>
                                            <p:cond delay="0"/>
                                          </p:stCondLst>
                                        </p:cTn>
                                        <p:tgtEl>
                                          <p:spTgt spid="46"/>
                                        </p:tgtEl>
                                        <p:attrNameLst>
                                          <p:attrName>style.visibility</p:attrName>
                                        </p:attrNameLst>
                                      </p:cBhvr>
                                      <p:to>
                                        <p:strVal val="visible"/>
                                      </p:to>
                                    </p:set>
                                  </p:childTnLst>
                                </p:cTn>
                              </p:par>
                              <p:par>
                                <p:cTn id="75" presetID="1" presetClass="entr" presetSubtype="0" fill="hold" nodeType="withEffect" restart="never">
                                  <p:stCondLst>
                                    <p:cond delay="1360"/>
                                  </p:stCondLst>
                                  <p:childTnLst>
                                    <p:set>
                                      <p:cBhvr>
                                        <p:cTn id="76" dur="1" fill="hold">
                                          <p:stCondLst>
                                            <p:cond delay="0"/>
                                          </p:stCondLst>
                                        </p:cTn>
                                        <p:tgtEl>
                                          <p:spTgt spid="47"/>
                                        </p:tgtEl>
                                        <p:attrNameLst>
                                          <p:attrName>style.visibility</p:attrName>
                                        </p:attrNameLst>
                                      </p:cBhvr>
                                      <p:to>
                                        <p:strVal val="visible"/>
                                      </p:to>
                                    </p:set>
                                  </p:childTnLst>
                                </p:cTn>
                              </p:par>
                              <p:par>
                                <p:cTn id="77" presetID="1" presetClass="entr" presetSubtype="0" fill="hold" nodeType="withEffect" restart="never">
                                  <p:stCondLst>
                                    <p:cond delay="144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ntr" presetSubtype="0" fill="hold" nodeType="withEffect" restart="never">
                                  <p:stCondLst>
                                    <p:cond delay="1520"/>
                                  </p:stCondLst>
                                  <p:childTnLst>
                                    <p:set>
                                      <p:cBhvr>
                                        <p:cTn id="80" dur="1" fill="hold">
                                          <p:stCondLst>
                                            <p:cond delay="0"/>
                                          </p:stCondLst>
                                        </p:cTn>
                                        <p:tgtEl>
                                          <p:spTgt spid="49"/>
                                        </p:tgtEl>
                                        <p:attrNameLst>
                                          <p:attrName>style.visibility</p:attrName>
                                        </p:attrNameLst>
                                      </p:cBhvr>
                                      <p:to>
                                        <p:strVal val="visible"/>
                                      </p:to>
                                    </p:set>
                                  </p:childTnLst>
                                </p:cTn>
                              </p:par>
                              <p:par>
                                <p:cTn id="81" presetID="1" presetClass="entr" presetSubtype="0" fill="hold" nodeType="withEffect" restart="never">
                                  <p:stCondLst>
                                    <p:cond delay="1600"/>
                                  </p:stCondLst>
                                  <p:childTnLst>
                                    <p:set>
                                      <p:cBhvr>
                                        <p:cTn id="82" dur="1" fill="hold">
                                          <p:stCondLst>
                                            <p:cond delay="0"/>
                                          </p:stCondLst>
                                        </p:cTn>
                                        <p:tgtEl>
                                          <p:spTgt spid="50"/>
                                        </p:tgtEl>
                                        <p:attrNameLst>
                                          <p:attrName>style.visibility</p:attrName>
                                        </p:attrNameLst>
                                      </p:cBhvr>
                                      <p:to>
                                        <p:strVal val="visible"/>
                                      </p:to>
                                    </p:set>
                                  </p:childTnLst>
                                </p:cTn>
                              </p:par>
                              <p:par>
                                <p:cTn id="83" presetID="1" presetClass="entr" presetSubtype="0" fill="hold" nodeType="withEffect" restart="never">
                                  <p:stCondLst>
                                    <p:cond delay="1680"/>
                                  </p:stCondLst>
                                  <p:childTnLst>
                                    <p:set>
                                      <p:cBhvr>
                                        <p:cTn id="84" dur="1" fill="hold">
                                          <p:stCondLst>
                                            <p:cond delay="0"/>
                                          </p:stCondLst>
                                        </p:cTn>
                                        <p:tgtEl>
                                          <p:spTgt spid="51"/>
                                        </p:tgtEl>
                                        <p:attrNameLst>
                                          <p:attrName>style.visibility</p:attrName>
                                        </p:attrNameLst>
                                      </p:cBhvr>
                                      <p:to>
                                        <p:strVal val="visible"/>
                                      </p:to>
                                    </p:set>
                                  </p:childTnLst>
                                </p:cTn>
                              </p:par>
                              <p:par>
                                <p:cTn id="85" presetID="1" presetClass="entr" presetSubtype="0" fill="hold" nodeType="withEffect" restart="never">
                                  <p:stCondLst>
                                    <p:cond delay="1760"/>
                                  </p:stCondLst>
                                  <p:childTnLst>
                                    <p:set>
                                      <p:cBhvr>
                                        <p:cTn id="86" dur="1" fill="hold">
                                          <p:stCondLst>
                                            <p:cond delay="0"/>
                                          </p:stCondLst>
                                        </p:cTn>
                                        <p:tgtEl>
                                          <p:spTgt spid="52"/>
                                        </p:tgtEl>
                                        <p:attrNameLst>
                                          <p:attrName>style.visibility</p:attrName>
                                        </p:attrNameLst>
                                      </p:cBhvr>
                                      <p:to>
                                        <p:strVal val="visible"/>
                                      </p:to>
                                    </p:set>
                                  </p:childTnLst>
                                </p:cTn>
                              </p:par>
                              <p:par>
                                <p:cTn id="87" presetID="1" presetClass="entr" presetSubtype="0" fill="hold" nodeType="withEffect" restart="never">
                                  <p:stCondLst>
                                    <p:cond delay="1840"/>
                                  </p:stCondLst>
                                  <p:childTnLst>
                                    <p:set>
                                      <p:cBhvr>
                                        <p:cTn id="88" dur="1" fill="hold">
                                          <p:stCondLst>
                                            <p:cond delay="0"/>
                                          </p:stCondLst>
                                        </p:cTn>
                                        <p:tgtEl>
                                          <p:spTgt spid="53"/>
                                        </p:tgtEl>
                                        <p:attrNameLst>
                                          <p:attrName>style.visibility</p:attrName>
                                        </p:attrNameLst>
                                      </p:cBhvr>
                                      <p:to>
                                        <p:strVal val="visible"/>
                                      </p:to>
                                    </p:set>
                                  </p:childTnLst>
                                </p:cTn>
                              </p:par>
                              <p:par>
                                <p:cTn id="89" presetID="1" presetClass="entr" presetSubtype="0" fill="hold" nodeType="withEffect" restart="never">
                                  <p:stCondLst>
                                    <p:cond delay="1920"/>
                                  </p:stCondLst>
                                  <p:childTnLst>
                                    <p:set>
                                      <p:cBhvr>
                                        <p:cTn id="90"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par>
                    <p:cTn id="91" fill="hold" restart="never" repeatCount="1000">
                      <p:stCondLst>
                        <p:cond delay="indefinite"/>
                      </p:stCondLst>
                      <p:childTnLst>
                        <p:par>
                          <p:cTn id="92" fill="hold" dur="2420">
                            <p:stCondLst>
                              <p:cond delay="0"/>
                            </p:stCondLst>
                            <p:childTnLst>
                              <p:par>
                                <p:cTn id="93" presetID="1" presetClass="entr" presetSubtype="0" fill="hold" nodeType="clickEffect" restart="never">
                                  <p:stCondLst>
                                    <p:cond delay="0"/>
                                  </p:stCondLst>
                                  <p:childTnLst>
                                    <p:set>
                                      <p:cBhvr>
                                        <p:cTn id="94" dur="1" fill="hold">
                                          <p:stCondLst>
                                            <p:cond delay="0"/>
                                          </p:stCondLst>
                                        </p:cTn>
                                        <p:tgtEl>
                                          <p:spTgt spid="9"/>
                                        </p:tgtEl>
                                        <p:attrNameLst>
                                          <p:attrName>style.visibility</p:attrName>
                                        </p:attrNameLst>
                                      </p:cBhvr>
                                      <p:to>
                                        <p:strVal val="visible"/>
                                      </p:to>
                                    </p:set>
                                  </p:childTnLst>
                                </p:cTn>
                              </p:par>
                              <p:par>
                                <p:cTn id="95" presetID="1" presetClass="entr" presetSubtype="0" fill="hold" nodeType="withEffect" restart="never">
                                  <p:stCondLst>
                                    <p:cond delay="80"/>
                                  </p:stCondLst>
                                  <p:childTnLst>
                                    <p:set>
                                      <p:cBhvr>
                                        <p:cTn id="96" dur="1" fill="hold">
                                          <p:stCondLst>
                                            <p:cond delay="0"/>
                                          </p:stCondLst>
                                        </p:cTn>
                                        <p:tgtEl>
                                          <p:spTgt spid="55"/>
                                        </p:tgtEl>
                                        <p:attrNameLst>
                                          <p:attrName>style.visibility</p:attrName>
                                        </p:attrNameLst>
                                      </p:cBhvr>
                                      <p:to>
                                        <p:strVal val="visible"/>
                                      </p:to>
                                    </p:set>
                                  </p:childTnLst>
                                </p:cTn>
                              </p:par>
                              <p:par>
                                <p:cTn id="97" presetID="1" presetClass="entr" presetSubtype="0" fill="hold" nodeType="withEffect" restart="never">
                                  <p:stCondLst>
                                    <p:cond delay="160"/>
                                  </p:stCondLst>
                                  <p:childTnLst>
                                    <p:set>
                                      <p:cBhvr>
                                        <p:cTn id="98" dur="1" fill="hold">
                                          <p:stCondLst>
                                            <p:cond delay="0"/>
                                          </p:stCondLst>
                                        </p:cTn>
                                        <p:tgtEl>
                                          <p:spTgt spid="56"/>
                                        </p:tgtEl>
                                        <p:attrNameLst>
                                          <p:attrName>style.visibility</p:attrName>
                                        </p:attrNameLst>
                                      </p:cBhvr>
                                      <p:to>
                                        <p:strVal val="visible"/>
                                      </p:to>
                                    </p:set>
                                  </p:childTnLst>
                                </p:cTn>
                              </p:par>
                              <p:par>
                                <p:cTn id="99" presetID="1" presetClass="entr" presetSubtype="0" fill="hold" nodeType="withEffect" restart="never">
                                  <p:stCondLst>
                                    <p:cond delay="240"/>
                                  </p:stCondLst>
                                  <p:childTnLst>
                                    <p:set>
                                      <p:cBhvr>
                                        <p:cTn id="100" dur="1" fill="hold">
                                          <p:stCondLst>
                                            <p:cond delay="0"/>
                                          </p:stCondLst>
                                        </p:cTn>
                                        <p:tgtEl>
                                          <p:spTgt spid="57"/>
                                        </p:tgtEl>
                                        <p:attrNameLst>
                                          <p:attrName>style.visibility</p:attrName>
                                        </p:attrNameLst>
                                      </p:cBhvr>
                                      <p:to>
                                        <p:strVal val="visible"/>
                                      </p:to>
                                    </p:set>
                                  </p:childTnLst>
                                </p:cTn>
                              </p:par>
                              <p:par>
                                <p:cTn id="101" presetID="1" presetClass="entr" presetSubtype="0" fill="hold" nodeType="withEffect" restart="never">
                                  <p:stCondLst>
                                    <p:cond delay="320"/>
                                  </p:stCondLst>
                                  <p:childTnLst>
                                    <p:set>
                                      <p:cBhvr>
                                        <p:cTn id="102" dur="1" fill="hold">
                                          <p:stCondLst>
                                            <p:cond delay="0"/>
                                          </p:stCondLst>
                                        </p:cTn>
                                        <p:tgtEl>
                                          <p:spTgt spid="58"/>
                                        </p:tgtEl>
                                        <p:attrNameLst>
                                          <p:attrName>style.visibility</p:attrName>
                                        </p:attrNameLst>
                                      </p:cBhvr>
                                      <p:to>
                                        <p:strVal val="visible"/>
                                      </p:to>
                                    </p:set>
                                  </p:childTnLst>
                                </p:cTn>
                              </p:par>
                              <p:par>
                                <p:cTn id="103" presetID="1" presetClass="entr" presetSubtype="0" fill="hold" nodeType="withEffect" restart="never">
                                  <p:stCondLst>
                                    <p:cond delay="400"/>
                                  </p:stCondLst>
                                  <p:childTnLst>
                                    <p:set>
                                      <p:cBhvr>
                                        <p:cTn id="104" dur="1" fill="hold">
                                          <p:stCondLst>
                                            <p:cond delay="0"/>
                                          </p:stCondLst>
                                        </p:cTn>
                                        <p:tgtEl>
                                          <p:spTgt spid="59"/>
                                        </p:tgtEl>
                                        <p:attrNameLst>
                                          <p:attrName>style.visibility</p:attrName>
                                        </p:attrNameLst>
                                      </p:cBhvr>
                                      <p:to>
                                        <p:strVal val="visible"/>
                                      </p:to>
                                    </p:set>
                                  </p:childTnLst>
                                </p:cTn>
                              </p:par>
                              <p:par>
                                <p:cTn id="105" presetID="1" presetClass="entr" presetSubtype="0" fill="hold" nodeType="withEffect" restart="never">
                                  <p:stCondLst>
                                    <p:cond delay="480"/>
                                  </p:stCondLst>
                                  <p:childTnLst>
                                    <p:set>
                                      <p:cBhvr>
                                        <p:cTn id="106" dur="1" fill="hold">
                                          <p:stCondLst>
                                            <p:cond delay="0"/>
                                          </p:stCondLst>
                                        </p:cTn>
                                        <p:tgtEl>
                                          <p:spTgt spid="60"/>
                                        </p:tgtEl>
                                        <p:attrNameLst>
                                          <p:attrName>style.visibility</p:attrName>
                                        </p:attrNameLst>
                                      </p:cBhvr>
                                      <p:to>
                                        <p:strVal val="visible"/>
                                      </p:to>
                                    </p:set>
                                  </p:childTnLst>
                                </p:cTn>
                              </p:par>
                              <p:par>
                                <p:cTn id="107" presetID="1" presetClass="entr" presetSubtype="0" fill="hold" nodeType="withEffect" restart="never">
                                  <p:stCondLst>
                                    <p:cond delay="560"/>
                                  </p:stCondLst>
                                  <p:childTnLst>
                                    <p:set>
                                      <p:cBhvr>
                                        <p:cTn id="108" dur="1" fill="hold">
                                          <p:stCondLst>
                                            <p:cond delay="0"/>
                                          </p:stCondLst>
                                        </p:cTn>
                                        <p:tgtEl>
                                          <p:spTgt spid="61"/>
                                        </p:tgtEl>
                                        <p:attrNameLst>
                                          <p:attrName>style.visibility</p:attrName>
                                        </p:attrNameLst>
                                      </p:cBhvr>
                                      <p:to>
                                        <p:strVal val="visible"/>
                                      </p:to>
                                    </p:set>
                                  </p:childTnLst>
                                </p:cTn>
                              </p:par>
                              <p:par>
                                <p:cTn id="109" presetID="1" presetClass="entr" presetSubtype="0" fill="hold" nodeType="withEffect" restart="never">
                                  <p:stCondLst>
                                    <p:cond delay="64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nodeType="withEffect" restart="never">
                                  <p:stCondLst>
                                    <p:cond delay="720"/>
                                  </p:stCondLst>
                                  <p:childTnLst>
                                    <p:set>
                                      <p:cBhvr>
                                        <p:cTn id="112" dur="1" fill="hold">
                                          <p:stCondLst>
                                            <p:cond delay="0"/>
                                          </p:stCondLst>
                                        </p:cTn>
                                        <p:tgtEl>
                                          <p:spTgt spid="63"/>
                                        </p:tgtEl>
                                        <p:attrNameLst>
                                          <p:attrName>style.visibility</p:attrName>
                                        </p:attrNameLst>
                                      </p:cBhvr>
                                      <p:to>
                                        <p:strVal val="visible"/>
                                      </p:to>
                                    </p:set>
                                  </p:childTnLst>
                                </p:cTn>
                              </p:par>
                              <p:par>
                                <p:cTn id="113" presetID="1" presetClass="entr" presetSubtype="0" fill="hold" nodeType="withEffect" restart="never">
                                  <p:stCondLst>
                                    <p:cond delay="800"/>
                                  </p:stCondLst>
                                  <p:childTnLst>
                                    <p:set>
                                      <p:cBhvr>
                                        <p:cTn id="114" dur="1" fill="hold">
                                          <p:stCondLst>
                                            <p:cond delay="0"/>
                                          </p:stCondLst>
                                        </p:cTn>
                                        <p:tgtEl>
                                          <p:spTgt spid="64"/>
                                        </p:tgtEl>
                                        <p:attrNameLst>
                                          <p:attrName>style.visibility</p:attrName>
                                        </p:attrNameLst>
                                      </p:cBhvr>
                                      <p:to>
                                        <p:strVal val="visible"/>
                                      </p:to>
                                    </p:set>
                                  </p:childTnLst>
                                </p:cTn>
                              </p:par>
                              <p:par>
                                <p:cTn id="115" presetID="1" presetClass="entr" presetSubtype="0" fill="hold" nodeType="withEffect" restart="never">
                                  <p:stCondLst>
                                    <p:cond delay="880"/>
                                  </p:stCondLst>
                                  <p:childTnLst>
                                    <p:set>
                                      <p:cBhvr>
                                        <p:cTn id="116" dur="1" fill="hold">
                                          <p:stCondLst>
                                            <p:cond delay="0"/>
                                          </p:stCondLst>
                                        </p:cTn>
                                        <p:tgtEl>
                                          <p:spTgt spid="65"/>
                                        </p:tgtEl>
                                        <p:attrNameLst>
                                          <p:attrName>style.visibility</p:attrName>
                                        </p:attrNameLst>
                                      </p:cBhvr>
                                      <p:to>
                                        <p:strVal val="visible"/>
                                      </p:to>
                                    </p:set>
                                  </p:childTnLst>
                                </p:cTn>
                              </p:par>
                              <p:par>
                                <p:cTn id="117" presetID="1" presetClass="entr" presetSubtype="0" fill="hold" nodeType="withEffect" restart="never">
                                  <p:stCondLst>
                                    <p:cond delay="960"/>
                                  </p:stCondLst>
                                  <p:childTnLst>
                                    <p:set>
                                      <p:cBhvr>
                                        <p:cTn id="118" dur="1" fill="hold">
                                          <p:stCondLst>
                                            <p:cond delay="0"/>
                                          </p:stCondLst>
                                        </p:cTn>
                                        <p:tgtEl>
                                          <p:spTgt spid="66"/>
                                        </p:tgtEl>
                                        <p:attrNameLst>
                                          <p:attrName>style.visibility</p:attrName>
                                        </p:attrNameLst>
                                      </p:cBhvr>
                                      <p:to>
                                        <p:strVal val="visible"/>
                                      </p:to>
                                    </p:set>
                                  </p:childTnLst>
                                </p:cTn>
                              </p:par>
                              <p:par>
                                <p:cTn id="119" presetID="1" presetClass="entr" presetSubtype="0" fill="hold" nodeType="withEffect" restart="never">
                                  <p:stCondLst>
                                    <p:cond delay="1040"/>
                                  </p:stCondLst>
                                  <p:childTnLst>
                                    <p:set>
                                      <p:cBhvr>
                                        <p:cTn id="120" dur="1" fill="hold">
                                          <p:stCondLst>
                                            <p:cond delay="0"/>
                                          </p:stCondLst>
                                        </p:cTn>
                                        <p:tgtEl>
                                          <p:spTgt spid="67"/>
                                        </p:tgtEl>
                                        <p:attrNameLst>
                                          <p:attrName>style.visibility</p:attrName>
                                        </p:attrNameLst>
                                      </p:cBhvr>
                                      <p:to>
                                        <p:strVal val="visible"/>
                                      </p:to>
                                    </p:set>
                                  </p:childTnLst>
                                </p:cTn>
                              </p:par>
                              <p:par>
                                <p:cTn id="121" presetID="1" presetClass="entr" presetSubtype="0" fill="hold" nodeType="withEffect" restart="never">
                                  <p:stCondLst>
                                    <p:cond delay="1120"/>
                                  </p:stCondLst>
                                  <p:childTnLst>
                                    <p:set>
                                      <p:cBhvr>
                                        <p:cTn id="122" dur="1" fill="hold">
                                          <p:stCondLst>
                                            <p:cond delay="0"/>
                                          </p:stCondLst>
                                        </p:cTn>
                                        <p:tgtEl>
                                          <p:spTgt spid="68"/>
                                        </p:tgtEl>
                                        <p:attrNameLst>
                                          <p:attrName>style.visibility</p:attrName>
                                        </p:attrNameLst>
                                      </p:cBhvr>
                                      <p:to>
                                        <p:strVal val="visible"/>
                                      </p:to>
                                    </p:set>
                                  </p:childTnLst>
                                </p:cTn>
                              </p:par>
                              <p:par>
                                <p:cTn id="123" presetID="1" presetClass="entr" presetSubtype="0" fill="hold" nodeType="withEffect" restart="never">
                                  <p:stCondLst>
                                    <p:cond delay="1200"/>
                                  </p:stCondLst>
                                  <p:childTnLst>
                                    <p:set>
                                      <p:cBhvr>
                                        <p:cTn id="124" dur="1" fill="hold">
                                          <p:stCondLst>
                                            <p:cond delay="0"/>
                                          </p:stCondLst>
                                        </p:cTn>
                                        <p:tgtEl>
                                          <p:spTgt spid="69"/>
                                        </p:tgtEl>
                                        <p:attrNameLst>
                                          <p:attrName>style.visibility</p:attrName>
                                        </p:attrNameLst>
                                      </p:cBhvr>
                                      <p:to>
                                        <p:strVal val="visible"/>
                                      </p:to>
                                    </p:set>
                                  </p:childTnLst>
                                </p:cTn>
                              </p:par>
                              <p:par>
                                <p:cTn id="125" presetID="1" presetClass="entr" presetSubtype="0" fill="hold" nodeType="withEffect" restart="never">
                                  <p:stCondLst>
                                    <p:cond delay="1280"/>
                                  </p:stCondLst>
                                  <p:childTnLst>
                                    <p:set>
                                      <p:cBhvr>
                                        <p:cTn id="126" dur="1" fill="hold">
                                          <p:stCondLst>
                                            <p:cond delay="0"/>
                                          </p:stCondLst>
                                        </p:cTn>
                                        <p:tgtEl>
                                          <p:spTgt spid="70"/>
                                        </p:tgtEl>
                                        <p:attrNameLst>
                                          <p:attrName>style.visibility</p:attrName>
                                        </p:attrNameLst>
                                      </p:cBhvr>
                                      <p:to>
                                        <p:strVal val="visible"/>
                                      </p:to>
                                    </p:set>
                                  </p:childTnLst>
                                </p:cTn>
                              </p:par>
                              <p:par>
                                <p:cTn id="127" presetID="1" presetClass="entr" presetSubtype="0" fill="hold" nodeType="withEffect" restart="never">
                                  <p:stCondLst>
                                    <p:cond delay="1360"/>
                                  </p:stCondLst>
                                  <p:childTnLst>
                                    <p:set>
                                      <p:cBhvr>
                                        <p:cTn id="128" dur="1" fill="hold">
                                          <p:stCondLst>
                                            <p:cond delay="0"/>
                                          </p:stCondLst>
                                        </p:cTn>
                                        <p:tgtEl>
                                          <p:spTgt spid="71"/>
                                        </p:tgtEl>
                                        <p:attrNameLst>
                                          <p:attrName>style.visibility</p:attrName>
                                        </p:attrNameLst>
                                      </p:cBhvr>
                                      <p:to>
                                        <p:strVal val="visible"/>
                                      </p:to>
                                    </p:set>
                                  </p:childTnLst>
                                </p:cTn>
                              </p:par>
                              <p:par>
                                <p:cTn id="129" presetID="1" presetClass="entr" presetSubtype="0" fill="hold" nodeType="withEffect" restart="never">
                                  <p:stCondLst>
                                    <p:cond delay="1440"/>
                                  </p:stCondLst>
                                  <p:childTnLst>
                                    <p:set>
                                      <p:cBhvr>
                                        <p:cTn id="130" dur="1" fill="hold">
                                          <p:stCondLst>
                                            <p:cond delay="0"/>
                                          </p:stCondLst>
                                        </p:cTn>
                                        <p:tgtEl>
                                          <p:spTgt spid="72"/>
                                        </p:tgtEl>
                                        <p:attrNameLst>
                                          <p:attrName>style.visibility</p:attrName>
                                        </p:attrNameLst>
                                      </p:cBhvr>
                                      <p:to>
                                        <p:strVal val="visible"/>
                                      </p:to>
                                    </p:set>
                                  </p:childTnLst>
                                </p:cTn>
                              </p:par>
                              <p:par>
                                <p:cTn id="131" presetID="1" presetClass="entr" presetSubtype="0" fill="hold" nodeType="withEffect" restart="never">
                                  <p:stCondLst>
                                    <p:cond delay="1520"/>
                                  </p:stCondLst>
                                  <p:childTnLst>
                                    <p:set>
                                      <p:cBhvr>
                                        <p:cTn id="132" dur="1" fill="hold">
                                          <p:stCondLst>
                                            <p:cond delay="0"/>
                                          </p:stCondLst>
                                        </p:cTn>
                                        <p:tgtEl>
                                          <p:spTgt spid="73"/>
                                        </p:tgtEl>
                                        <p:attrNameLst>
                                          <p:attrName>style.visibility</p:attrName>
                                        </p:attrNameLst>
                                      </p:cBhvr>
                                      <p:to>
                                        <p:strVal val="visible"/>
                                      </p:to>
                                    </p:set>
                                  </p:childTnLst>
                                </p:cTn>
                              </p:par>
                              <p:par>
                                <p:cTn id="133" presetID="1" presetClass="entr" presetSubtype="0" fill="hold" nodeType="withEffect" restart="never">
                                  <p:stCondLst>
                                    <p:cond delay="1600"/>
                                  </p:stCondLst>
                                  <p:childTnLst>
                                    <p:set>
                                      <p:cBhvr>
                                        <p:cTn id="134" dur="1" fill="hold">
                                          <p:stCondLst>
                                            <p:cond delay="0"/>
                                          </p:stCondLst>
                                        </p:cTn>
                                        <p:tgtEl>
                                          <p:spTgt spid="74"/>
                                        </p:tgtEl>
                                        <p:attrNameLst>
                                          <p:attrName>style.visibility</p:attrName>
                                        </p:attrNameLst>
                                      </p:cBhvr>
                                      <p:to>
                                        <p:strVal val="visible"/>
                                      </p:to>
                                    </p:set>
                                  </p:childTnLst>
                                </p:cTn>
                              </p:par>
                              <p:par>
                                <p:cTn id="135" presetID="1" presetClass="entr" presetSubtype="0" fill="hold" nodeType="withEffect" restart="never">
                                  <p:stCondLst>
                                    <p:cond delay="1680"/>
                                  </p:stCondLst>
                                  <p:childTnLst>
                                    <p:set>
                                      <p:cBhvr>
                                        <p:cTn id="136" dur="1" fill="hold">
                                          <p:stCondLst>
                                            <p:cond delay="0"/>
                                          </p:stCondLst>
                                        </p:cTn>
                                        <p:tgtEl>
                                          <p:spTgt spid="75"/>
                                        </p:tgtEl>
                                        <p:attrNameLst>
                                          <p:attrName>style.visibility</p:attrName>
                                        </p:attrNameLst>
                                      </p:cBhvr>
                                      <p:to>
                                        <p:strVal val="visible"/>
                                      </p:to>
                                    </p:set>
                                  </p:childTnLst>
                                </p:cTn>
                              </p:par>
                              <p:par>
                                <p:cTn id="137" presetID="1" presetClass="entr" presetSubtype="0" fill="hold" nodeType="withEffect" restart="never">
                                  <p:stCondLst>
                                    <p:cond delay="1760"/>
                                  </p:stCondLst>
                                  <p:childTnLst>
                                    <p:set>
                                      <p:cBhvr>
                                        <p:cTn id="138" dur="1" fill="hold">
                                          <p:stCondLst>
                                            <p:cond delay="0"/>
                                          </p:stCondLst>
                                        </p:cTn>
                                        <p:tgtEl>
                                          <p:spTgt spid="76"/>
                                        </p:tgtEl>
                                        <p:attrNameLst>
                                          <p:attrName>style.visibility</p:attrName>
                                        </p:attrNameLst>
                                      </p:cBhvr>
                                      <p:to>
                                        <p:strVal val="visible"/>
                                      </p:to>
                                    </p:set>
                                  </p:childTnLst>
                                </p:cTn>
                              </p:par>
                              <p:par>
                                <p:cTn id="139" presetID="1" presetClass="entr" presetSubtype="0" fill="hold" nodeType="withEffect" restart="never">
                                  <p:stCondLst>
                                    <p:cond delay="1840"/>
                                  </p:stCondLst>
                                  <p:childTnLst>
                                    <p:set>
                                      <p:cBhvr>
                                        <p:cTn id="140" dur="1" fill="hold">
                                          <p:stCondLst>
                                            <p:cond delay="0"/>
                                          </p:stCondLst>
                                        </p:cTn>
                                        <p:tgtEl>
                                          <p:spTgt spid="77"/>
                                        </p:tgtEl>
                                        <p:attrNameLst>
                                          <p:attrName>style.visibility</p:attrName>
                                        </p:attrNameLst>
                                      </p:cBhvr>
                                      <p:to>
                                        <p:strVal val="visible"/>
                                      </p:to>
                                    </p:set>
                                  </p:childTnLst>
                                </p:cTn>
                              </p:par>
                              <p:par>
                                <p:cTn id="141" presetID="1" presetClass="entr" presetSubtype="0" fill="hold" nodeType="withEffect" restart="never">
                                  <p:stCondLst>
                                    <p:cond delay="1920"/>
                                  </p:stCondLst>
                                  <p:childTnLst>
                                    <p:set>
                                      <p:cBhvr>
                                        <p:cTn id="142" dur="1" fill="hold">
                                          <p:stCondLst>
                                            <p:cond delay="0"/>
                                          </p:stCondLst>
                                        </p:cTn>
                                        <p:tgtEl>
                                          <p:spTgt spid="7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childTnLst>
                          </p:cTn>
                        </p:par>
                      </p:childTnLst>
                    </p:cTn>
                  </p:par>
                  <p:par>
                    <p:cTn id="143" fill="hold" restart="never" repeatCount="1000">
                      <p:stCondLst>
                        <p:cond delay="indefinite"/>
                      </p:stCondLst>
                      <p:childTnLst>
                        <p:par>
                          <p:cTn id="144" fill="hold" dur="2900">
                            <p:stCondLst>
                              <p:cond delay="0"/>
                            </p:stCondLst>
                            <p:childTnLst>
                              <p:par>
                                <p:cTn id="145" presetID="1" presetClass="entr" presetSubtype="0" fill="hold" nodeType="clickEffect" restart="never">
                                  <p:stCondLst>
                                    <p:cond delay="0"/>
                                  </p:stCondLst>
                                  <p:childTnLst>
                                    <p:set>
                                      <p:cBhvr>
                                        <p:cTn id="146" dur="1" fill="hold">
                                          <p:stCondLst>
                                            <p:cond delay="0"/>
                                          </p:stCondLst>
                                        </p:cTn>
                                        <p:tgtEl>
                                          <p:spTgt spid="10"/>
                                        </p:tgtEl>
                                        <p:attrNameLst>
                                          <p:attrName>style.visibility</p:attrName>
                                        </p:attrNameLst>
                                      </p:cBhvr>
                                      <p:to>
                                        <p:strVal val="visible"/>
                                      </p:to>
                                    </p:set>
                                  </p:childTnLst>
                                </p:cTn>
                              </p:par>
                              <p:par>
                                <p:cTn id="147" presetID="1" presetClass="entr" presetSubtype="0" fill="hold" nodeType="withEffect" restart="never">
                                  <p:stCondLst>
                                    <p:cond delay="80"/>
                                  </p:stCondLst>
                                  <p:childTnLst>
                                    <p:set>
                                      <p:cBhvr>
                                        <p:cTn id="148" dur="1" fill="hold">
                                          <p:stCondLst>
                                            <p:cond delay="0"/>
                                          </p:stCondLst>
                                        </p:cTn>
                                        <p:tgtEl>
                                          <p:spTgt spid="79"/>
                                        </p:tgtEl>
                                        <p:attrNameLst>
                                          <p:attrName>style.visibility</p:attrName>
                                        </p:attrNameLst>
                                      </p:cBhvr>
                                      <p:to>
                                        <p:strVal val="visible"/>
                                      </p:to>
                                    </p:set>
                                  </p:childTnLst>
                                </p:cTn>
                              </p:par>
                              <p:par>
                                <p:cTn id="149" presetID="1" presetClass="entr" presetSubtype="0" fill="hold" nodeType="withEffect" restart="never">
                                  <p:stCondLst>
                                    <p:cond delay="160"/>
                                  </p:stCondLst>
                                  <p:childTnLst>
                                    <p:set>
                                      <p:cBhvr>
                                        <p:cTn id="150" dur="1" fill="hold">
                                          <p:stCondLst>
                                            <p:cond delay="0"/>
                                          </p:stCondLst>
                                        </p:cTn>
                                        <p:tgtEl>
                                          <p:spTgt spid="80"/>
                                        </p:tgtEl>
                                        <p:attrNameLst>
                                          <p:attrName>style.visibility</p:attrName>
                                        </p:attrNameLst>
                                      </p:cBhvr>
                                      <p:to>
                                        <p:strVal val="visible"/>
                                      </p:to>
                                    </p:set>
                                  </p:childTnLst>
                                </p:cTn>
                              </p:par>
                              <p:par>
                                <p:cTn id="151" presetID="1" presetClass="entr" presetSubtype="0" fill="hold" nodeType="withEffect" restart="never">
                                  <p:stCondLst>
                                    <p:cond delay="240"/>
                                  </p:stCondLst>
                                  <p:childTnLst>
                                    <p:set>
                                      <p:cBhvr>
                                        <p:cTn id="152" dur="1" fill="hold">
                                          <p:stCondLst>
                                            <p:cond delay="0"/>
                                          </p:stCondLst>
                                        </p:cTn>
                                        <p:tgtEl>
                                          <p:spTgt spid="81"/>
                                        </p:tgtEl>
                                        <p:attrNameLst>
                                          <p:attrName>style.visibility</p:attrName>
                                        </p:attrNameLst>
                                      </p:cBhvr>
                                      <p:to>
                                        <p:strVal val="visible"/>
                                      </p:to>
                                    </p:set>
                                  </p:childTnLst>
                                </p:cTn>
                              </p:par>
                              <p:par>
                                <p:cTn id="153" presetID="1" presetClass="entr" presetSubtype="0" fill="hold" nodeType="withEffect" restart="never">
                                  <p:stCondLst>
                                    <p:cond delay="320"/>
                                  </p:stCondLst>
                                  <p:childTnLst>
                                    <p:set>
                                      <p:cBhvr>
                                        <p:cTn id="154" dur="1" fill="hold">
                                          <p:stCondLst>
                                            <p:cond delay="0"/>
                                          </p:stCondLst>
                                        </p:cTn>
                                        <p:tgtEl>
                                          <p:spTgt spid="82"/>
                                        </p:tgtEl>
                                        <p:attrNameLst>
                                          <p:attrName>style.visibility</p:attrName>
                                        </p:attrNameLst>
                                      </p:cBhvr>
                                      <p:to>
                                        <p:strVal val="visible"/>
                                      </p:to>
                                    </p:set>
                                  </p:childTnLst>
                                </p:cTn>
                              </p:par>
                              <p:par>
                                <p:cTn id="155" presetID="1" presetClass="entr" presetSubtype="0" fill="hold" nodeType="withEffect" restart="never">
                                  <p:stCondLst>
                                    <p:cond delay="400"/>
                                  </p:stCondLst>
                                  <p:childTnLst>
                                    <p:set>
                                      <p:cBhvr>
                                        <p:cTn id="156" dur="1" fill="hold">
                                          <p:stCondLst>
                                            <p:cond delay="0"/>
                                          </p:stCondLst>
                                        </p:cTn>
                                        <p:tgtEl>
                                          <p:spTgt spid="83"/>
                                        </p:tgtEl>
                                        <p:attrNameLst>
                                          <p:attrName>style.visibility</p:attrName>
                                        </p:attrNameLst>
                                      </p:cBhvr>
                                      <p:to>
                                        <p:strVal val="visible"/>
                                      </p:to>
                                    </p:set>
                                  </p:childTnLst>
                                </p:cTn>
                              </p:par>
                              <p:par>
                                <p:cTn id="157" presetID="1" presetClass="entr" presetSubtype="0" fill="hold" nodeType="withEffect" restart="never">
                                  <p:stCondLst>
                                    <p:cond delay="480"/>
                                  </p:stCondLst>
                                  <p:childTnLst>
                                    <p:set>
                                      <p:cBhvr>
                                        <p:cTn id="158" dur="1" fill="hold">
                                          <p:stCondLst>
                                            <p:cond delay="0"/>
                                          </p:stCondLst>
                                        </p:cTn>
                                        <p:tgtEl>
                                          <p:spTgt spid="84"/>
                                        </p:tgtEl>
                                        <p:attrNameLst>
                                          <p:attrName>style.visibility</p:attrName>
                                        </p:attrNameLst>
                                      </p:cBhvr>
                                      <p:to>
                                        <p:strVal val="visible"/>
                                      </p:to>
                                    </p:set>
                                  </p:childTnLst>
                                </p:cTn>
                              </p:par>
                              <p:par>
                                <p:cTn id="159" presetID="1" presetClass="entr" presetSubtype="0" fill="hold" nodeType="withEffect" restart="never">
                                  <p:stCondLst>
                                    <p:cond delay="560"/>
                                  </p:stCondLst>
                                  <p:childTnLst>
                                    <p:set>
                                      <p:cBhvr>
                                        <p:cTn id="160" dur="1" fill="hold">
                                          <p:stCondLst>
                                            <p:cond delay="0"/>
                                          </p:stCondLst>
                                        </p:cTn>
                                        <p:tgtEl>
                                          <p:spTgt spid="85"/>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86"/>
                                        </p:tgtEl>
                                        <p:attrNameLst>
                                          <p:attrName>style.visibility</p:attrName>
                                        </p:attrNameLst>
                                      </p:cBhvr>
                                      <p:to>
                                        <p:strVal val="visible"/>
                                      </p:to>
                                    </p:set>
                                  </p:childTnLst>
                                </p:cTn>
                              </p:par>
                              <p:par>
                                <p:cTn id="163" presetID="1" presetClass="entr" presetSubtype="0" fill="hold" nodeType="withEffect" restart="never">
                                  <p:stCondLst>
                                    <p:cond delay="720"/>
                                  </p:stCondLst>
                                  <p:childTnLst>
                                    <p:set>
                                      <p:cBhvr>
                                        <p:cTn id="164" dur="1" fill="hold">
                                          <p:stCondLst>
                                            <p:cond delay="0"/>
                                          </p:stCondLst>
                                        </p:cTn>
                                        <p:tgtEl>
                                          <p:spTgt spid="87"/>
                                        </p:tgtEl>
                                        <p:attrNameLst>
                                          <p:attrName>style.visibility</p:attrName>
                                        </p:attrNameLst>
                                      </p:cBhvr>
                                      <p:to>
                                        <p:strVal val="visible"/>
                                      </p:to>
                                    </p:set>
                                  </p:childTnLst>
                                </p:cTn>
                              </p:par>
                              <p:par>
                                <p:cTn id="165" presetID="1" presetClass="entr" presetSubtype="0" fill="hold" nodeType="withEffect" restart="never">
                                  <p:stCondLst>
                                    <p:cond delay="800"/>
                                  </p:stCondLst>
                                  <p:childTnLst>
                                    <p:set>
                                      <p:cBhvr>
                                        <p:cTn id="166" dur="1" fill="hold">
                                          <p:stCondLst>
                                            <p:cond delay="0"/>
                                          </p:stCondLst>
                                        </p:cTn>
                                        <p:tgtEl>
                                          <p:spTgt spid="88"/>
                                        </p:tgtEl>
                                        <p:attrNameLst>
                                          <p:attrName>style.visibility</p:attrName>
                                        </p:attrNameLst>
                                      </p:cBhvr>
                                      <p:to>
                                        <p:strVal val="visible"/>
                                      </p:to>
                                    </p:set>
                                  </p:childTnLst>
                                </p:cTn>
                              </p:par>
                              <p:par>
                                <p:cTn id="167" presetID="1" presetClass="entr" presetSubtype="0" fill="hold" nodeType="withEffect" restart="never">
                                  <p:stCondLst>
                                    <p:cond delay="880"/>
                                  </p:stCondLst>
                                  <p:childTnLst>
                                    <p:set>
                                      <p:cBhvr>
                                        <p:cTn id="168" dur="1" fill="hold">
                                          <p:stCondLst>
                                            <p:cond delay="0"/>
                                          </p:stCondLst>
                                        </p:cTn>
                                        <p:tgtEl>
                                          <p:spTgt spid="89"/>
                                        </p:tgtEl>
                                        <p:attrNameLst>
                                          <p:attrName>style.visibility</p:attrName>
                                        </p:attrNameLst>
                                      </p:cBhvr>
                                      <p:to>
                                        <p:strVal val="visible"/>
                                      </p:to>
                                    </p:set>
                                  </p:childTnLst>
                                </p:cTn>
                              </p:par>
                              <p:par>
                                <p:cTn id="169" presetID="1" presetClass="entr" presetSubtype="0" fill="hold" nodeType="withEffect" restart="never">
                                  <p:stCondLst>
                                    <p:cond delay="960"/>
                                  </p:stCondLst>
                                  <p:childTnLst>
                                    <p:set>
                                      <p:cBhvr>
                                        <p:cTn id="170" dur="1" fill="hold">
                                          <p:stCondLst>
                                            <p:cond delay="0"/>
                                          </p:stCondLst>
                                        </p:cTn>
                                        <p:tgtEl>
                                          <p:spTgt spid="90"/>
                                        </p:tgtEl>
                                        <p:attrNameLst>
                                          <p:attrName>style.visibility</p:attrName>
                                        </p:attrNameLst>
                                      </p:cBhvr>
                                      <p:to>
                                        <p:strVal val="visible"/>
                                      </p:to>
                                    </p:set>
                                  </p:childTnLst>
                                </p:cTn>
                              </p:par>
                              <p:par>
                                <p:cTn id="171" presetID="1" presetClass="entr" presetSubtype="0" fill="hold" nodeType="withEffect" restart="never">
                                  <p:stCondLst>
                                    <p:cond delay="1040"/>
                                  </p:stCondLst>
                                  <p:childTnLst>
                                    <p:set>
                                      <p:cBhvr>
                                        <p:cTn id="172" dur="1" fill="hold">
                                          <p:stCondLst>
                                            <p:cond delay="0"/>
                                          </p:stCondLst>
                                        </p:cTn>
                                        <p:tgtEl>
                                          <p:spTgt spid="91"/>
                                        </p:tgtEl>
                                        <p:attrNameLst>
                                          <p:attrName>style.visibility</p:attrName>
                                        </p:attrNameLst>
                                      </p:cBhvr>
                                      <p:to>
                                        <p:strVal val="visible"/>
                                      </p:to>
                                    </p:set>
                                  </p:childTnLst>
                                </p:cTn>
                              </p:par>
                              <p:par>
                                <p:cTn id="173" presetID="1" presetClass="entr" presetSubtype="0" fill="hold" nodeType="withEffect" restart="never">
                                  <p:stCondLst>
                                    <p:cond delay="1120"/>
                                  </p:stCondLst>
                                  <p:childTnLst>
                                    <p:set>
                                      <p:cBhvr>
                                        <p:cTn id="174" dur="1" fill="hold">
                                          <p:stCondLst>
                                            <p:cond delay="0"/>
                                          </p:stCondLst>
                                        </p:cTn>
                                        <p:tgtEl>
                                          <p:spTgt spid="92"/>
                                        </p:tgtEl>
                                        <p:attrNameLst>
                                          <p:attrName>style.visibility</p:attrName>
                                        </p:attrNameLst>
                                      </p:cBhvr>
                                      <p:to>
                                        <p:strVal val="visible"/>
                                      </p:to>
                                    </p:set>
                                  </p:childTnLst>
                                </p:cTn>
                              </p:par>
                              <p:par>
                                <p:cTn id="175" presetID="1" presetClass="entr" presetSubtype="0" fill="hold" nodeType="withEffect" restart="never">
                                  <p:stCondLst>
                                    <p:cond delay="1200"/>
                                  </p:stCondLst>
                                  <p:childTnLst>
                                    <p:set>
                                      <p:cBhvr>
                                        <p:cTn id="176" dur="1" fill="hold">
                                          <p:stCondLst>
                                            <p:cond delay="0"/>
                                          </p:stCondLst>
                                        </p:cTn>
                                        <p:tgtEl>
                                          <p:spTgt spid="93"/>
                                        </p:tgtEl>
                                        <p:attrNameLst>
                                          <p:attrName>style.visibility</p:attrName>
                                        </p:attrNameLst>
                                      </p:cBhvr>
                                      <p:to>
                                        <p:strVal val="visible"/>
                                      </p:to>
                                    </p:set>
                                  </p:childTnLst>
                                </p:cTn>
                              </p:par>
                              <p:par>
                                <p:cTn id="177" presetID="1" presetClass="entr" presetSubtype="0" fill="hold" nodeType="withEffect" restart="never">
                                  <p:stCondLst>
                                    <p:cond delay="1280"/>
                                  </p:stCondLst>
                                  <p:childTnLst>
                                    <p:set>
                                      <p:cBhvr>
                                        <p:cTn id="178" dur="1" fill="hold">
                                          <p:stCondLst>
                                            <p:cond delay="0"/>
                                          </p:stCondLst>
                                        </p:cTn>
                                        <p:tgtEl>
                                          <p:spTgt spid="94"/>
                                        </p:tgtEl>
                                        <p:attrNameLst>
                                          <p:attrName>style.visibility</p:attrName>
                                        </p:attrNameLst>
                                      </p:cBhvr>
                                      <p:to>
                                        <p:strVal val="visible"/>
                                      </p:to>
                                    </p:set>
                                  </p:childTnLst>
                                </p:cTn>
                              </p:par>
                              <p:par>
                                <p:cTn id="179" presetID="1" presetClass="entr" presetSubtype="0" fill="hold" nodeType="withEffect" restart="never">
                                  <p:stCondLst>
                                    <p:cond delay="1360"/>
                                  </p:stCondLst>
                                  <p:childTnLst>
                                    <p:set>
                                      <p:cBhvr>
                                        <p:cTn id="180" dur="1" fill="hold">
                                          <p:stCondLst>
                                            <p:cond delay="0"/>
                                          </p:stCondLst>
                                        </p:cTn>
                                        <p:tgtEl>
                                          <p:spTgt spid="95"/>
                                        </p:tgtEl>
                                        <p:attrNameLst>
                                          <p:attrName>style.visibility</p:attrName>
                                        </p:attrNameLst>
                                      </p:cBhvr>
                                      <p:to>
                                        <p:strVal val="visible"/>
                                      </p:to>
                                    </p:set>
                                  </p:childTnLst>
                                </p:cTn>
                              </p:par>
                              <p:par>
                                <p:cTn id="181" presetID="1" presetClass="entr" presetSubtype="0" fill="hold" nodeType="withEffect" restart="never">
                                  <p:stCondLst>
                                    <p:cond delay="1440"/>
                                  </p:stCondLst>
                                  <p:childTnLst>
                                    <p:set>
                                      <p:cBhvr>
                                        <p:cTn id="182" dur="1" fill="hold">
                                          <p:stCondLst>
                                            <p:cond delay="0"/>
                                          </p:stCondLst>
                                        </p:cTn>
                                        <p:tgtEl>
                                          <p:spTgt spid="96"/>
                                        </p:tgtEl>
                                        <p:attrNameLst>
                                          <p:attrName>style.visibility</p:attrName>
                                        </p:attrNameLst>
                                      </p:cBhvr>
                                      <p:to>
                                        <p:strVal val="visible"/>
                                      </p:to>
                                    </p:set>
                                  </p:childTnLst>
                                </p:cTn>
                              </p:par>
                              <p:par>
                                <p:cTn id="183" presetID="1" presetClass="entr" presetSubtype="0" fill="hold" nodeType="withEffect" restart="never">
                                  <p:stCondLst>
                                    <p:cond delay="1520"/>
                                  </p:stCondLst>
                                  <p:childTnLst>
                                    <p:set>
                                      <p:cBhvr>
                                        <p:cTn id="184" dur="1" fill="hold">
                                          <p:stCondLst>
                                            <p:cond delay="0"/>
                                          </p:stCondLst>
                                        </p:cTn>
                                        <p:tgtEl>
                                          <p:spTgt spid="97"/>
                                        </p:tgtEl>
                                        <p:attrNameLst>
                                          <p:attrName>style.visibility</p:attrName>
                                        </p:attrNameLst>
                                      </p:cBhvr>
                                      <p:to>
                                        <p:strVal val="visible"/>
                                      </p:to>
                                    </p:set>
                                  </p:childTnLst>
                                </p:cTn>
                              </p:par>
                              <p:par>
                                <p:cTn id="185" presetID="1" presetClass="entr" presetSubtype="0" fill="hold" nodeType="withEffect" restart="never">
                                  <p:stCondLst>
                                    <p:cond delay="1600"/>
                                  </p:stCondLst>
                                  <p:childTnLst>
                                    <p:set>
                                      <p:cBhvr>
                                        <p:cTn id="186" dur="1" fill="hold">
                                          <p:stCondLst>
                                            <p:cond delay="0"/>
                                          </p:stCondLst>
                                        </p:cTn>
                                        <p:tgtEl>
                                          <p:spTgt spid="98"/>
                                        </p:tgtEl>
                                        <p:attrNameLst>
                                          <p:attrName>style.visibility</p:attrName>
                                        </p:attrNameLst>
                                      </p:cBhvr>
                                      <p:to>
                                        <p:strVal val="visible"/>
                                      </p:to>
                                    </p:set>
                                  </p:childTnLst>
                                </p:cTn>
                              </p:par>
                              <p:par>
                                <p:cTn id="187" presetID="1" presetClass="entr" presetSubtype="0" fill="hold" nodeType="withEffect" restart="never">
                                  <p:stCondLst>
                                    <p:cond delay="1680"/>
                                  </p:stCondLst>
                                  <p:childTnLst>
                                    <p:set>
                                      <p:cBhvr>
                                        <p:cTn id="188" dur="1" fill="hold">
                                          <p:stCondLst>
                                            <p:cond delay="0"/>
                                          </p:stCondLst>
                                        </p:cTn>
                                        <p:tgtEl>
                                          <p:spTgt spid="99"/>
                                        </p:tgtEl>
                                        <p:attrNameLst>
                                          <p:attrName>style.visibility</p:attrName>
                                        </p:attrNameLst>
                                      </p:cBhvr>
                                      <p:to>
                                        <p:strVal val="visible"/>
                                      </p:to>
                                    </p:set>
                                  </p:childTnLst>
                                </p:cTn>
                              </p:par>
                              <p:par>
                                <p:cTn id="189" presetID="1" presetClass="entr" presetSubtype="0" fill="hold" nodeType="withEffect" restart="never">
                                  <p:stCondLst>
                                    <p:cond delay="1760"/>
                                  </p:stCondLst>
                                  <p:childTnLst>
                                    <p:set>
                                      <p:cBhvr>
                                        <p:cTn id="190" dur="1" fill="hold">
                                          <p:stCondLst>
                                            <p:cond delay="0"/>
                                          </p:stCondLst>
                                        </p:cTn>
                                        <p:tgtEl>
                                          <p:spTgt spid="100"/>
                                        </p:tgtEl>
                                        <p:attrNameLst>
                                          <p:attrName>style.visibility</p:attrName>
                                        </p:attrNameLst>
                                      </p:cBhvr>
                                      <p:to>
                                        <p:strVal val="visible"/>
                                      </p:to>
                                    </p:set>
                                  </p:childTnLst>
                                </p:cTn>
                              </p:par>
                              <p:par>
                                <p:cTn id="191" presetID="1" presetClass="entr" presetSubtype="0" fill="hold" nodeType="withEffect" restart="never">
                                  <p:stCondLst>
                                    <p:cond delay="1840"/>
                                  </p:stCondLst>
                                  <p:childTnLst>
                                    <p:set>
                                      <p:cBhvr>
                                        <p:cTn id="192" dur="1" fill="hold">
                                          <p:stCondLst>
                                            <p:cond delay="0"/>
                                          </p:stCondLst>
                                        </p:cTn>
                                        <p:tgtEl>
                                          <p:spTgt spid="101"/>
                                        </p:tgtEl>
                                        <p:attrNameLst>
                                          <p:attrName>style.visibility</p:attrName>
                                        </p:attrNameLst>
                                      </p:cBhvr>
                                      <p:to>
                                        <p:strVal val="visible"/>
                                      </p:to>
                                    </p:set>
                                  </p:childTnLst>
                                </p:cTn>
                              </p:par>
                              <p:par>
                                <p:cTn id="193" presetID="1" presetClass="entr" presetSubtype="0" fill="hold" nodeType="withEffect" restart="never">
                                  <p:stCondLst>
                                    <p:cond delay="1920"/>
                                  </p:stCondLst>
                                  <p:childTnLst>
                                    <p:set>
                                      <p:cBhvr>
                                        <p:cTn id="194" dur="1" fill="hold">
                                          <p:stCondLst>
                                            <p:cond delay="0"/>
                                          </p:stCondLst>
                                        </p:cTn>
                                        <p:tgtEl>
                                          <p:spTgt spid="102"/>
                                        </p:tgtEl>
                                        <p:attrNameLst>
                                          <p:attrName>style.visibility</p:attrName>
                                        </p:attrNameLst>
                                      </p:cBhvr>
                                      <p:to>
                                        <p:strVal val="visible"/>
                                      </p:to>
                                    </p:set>
                                  </p:childTnLst>
                                </p:cTn>
                              </p:par>
                              <p:par>
                                <p:cTn id="195" presetID="1" presetClass="entr" presetSubtype="0" fill="hold" nodeType="withEffect" restart="never">
                                  <p:stCondLst>
                                    <p:cond delay="2000"/>
                                  </p:stCondLst>
                                  <p:childTnLst>
                                    <p:set>
                                      <p:cBhvr>
                                        <p:cTn id="196" dur="1" fill="hold">
                                          <p:stCondLst>
                                            <p:cond delay="0"/>
                                          </p:stCondLst>
                                        </p:cTn>
                                        <p:tgtEl>
                                          <p:spTgt spid="103"/>
                                        </p:tgtEl>
                                        <p:attrNameLst>
                                          <p:attrName>style.visibility</p:attrName>
                                        </p:attrNameLst>
                                      </p:cBhvr>
                                      <p:to>
                                        <p:strVal val="visible"/>
                                      </p:to>
                                    </p:set>
                                  </p:childTnLst>
                                </p:cTn>
                              </p:par>
                              <p:par>
                                <p:cTn id="197" presetID="1" presetClass="entr" presetSubtype="0" fill="hold" nodeType="withEffect" restart="never">
                                  <p:stCondLst>
                                    <p:cond delay="2080"/>
                                  </p:stCondLst>
                                  <p:childTnLst>
                                    <p:set>
                                      <p:cBhvr>
                                        <p:cTn id="198" dur="1" fill="hold">
                                          <p:stCondLst>
                                            <p:cond delay="0"/>
                                          </p:stCondLst>
                                        </p:cTn>
                                        <p:tgtEl>
                                          <p:spTgt spid="104"/>
                                        </p:tgtEl>
                                        <p:attrNameLst>
                                          <p:attrName>style.visibility</p:attrName>
                                        </p:attrNameLst>
                                      </p:cBhvr>
                                      <p:to>
                                        <p:strVal val="visible"/>
                                      </p:to>
                                    </p:set>
                                  </p:childTnLst>
                                </p:cTn>
                              </p:par>
                              <p:par>
                                <p:cTn id="199" presetID="1" presetClass="entr" presetSubtype="0" fill="hold" nodeType="withEffect" restart="never">
                                  <p:stCondLst>
                                    <p:cond delay="2160"/>
                                  </p:stCondLst>
                                  <p:childTnLst>
                                    <p:set>
                                      <p:cBhvr>
                                        <p:cTn id="200" dur="1" fill="hold">
                                          <p:stCondLst>
                                            <p:cond delay="0"/>
                                          </p:stCondLst>
                                        </p:cTn>
                                        <p:tgtEl>
                                          <p:spTgt spid="105"/>
                                        </p:tgtEl>
                                        <p:attrNameLst>
                                          <p:attrName>style.visibility</p:attrName>
                                        </p:attrNameLst>
                                      </p:cBhvr>
                                      <p:to>
                                        <p:strVal val="visible"/>
                                      </p:to>
                                    </p:set>
                                  </p:childTnLst>
                                </p:cTn>
                              </p:par>
                              <p:par>
                                <p:cTn id="201" presetID="1" presetClass="entr" presetSubtype="0" fill="hold" nodeType="withEffect" restart="never">
                                  <p:stCondLst>
                                    <p:cond delay="2240"/>
                                  </p:stCondLst>
                                  <p:childTnLst>
                                    <p:set>
                                      <p:cBhvr>
                                        <p:cTn id="202" dur="1" fill="hold">
                                          <p:stCondLst>
                                            <p:cond delay="0"/>
                                          </p:stCondLst>
                                        </p:cTn>
                                        <p:tgtEl>
                                          <p:spTgt spid="106"/>
                                        </p:tgtEl>
                                        <p:attrNameLst>
                                          <p:attrName>style.visibility</p:attrName>
                                        </p:attrNameLst>
                                      </p:cBhvr>
                                      <p:to>
                                        <p:strVal val="visible"/>
                                      </p:to>
                                    </p:set>
                                  </p:childTnLst>
                                </p:cTn>
                              </p:par>
                              <p:par>
                                <p:cTn id="203" presetID="1" presetClass="entr" presetSubtype="0" fill="hold" nodeType="withEffect" restart="never">
                                  <p:stCondLst>
                                    <p:cond delay="2320"/>
                                  </p:stCondLst>
                                  <p:childTnLst>
                                    <p:set>
                                      <p:cBhvr>
                                        <p:cTn id="204" dur="1" fill="hold">
                                          <p:stCondLst>
                                            <p:cond delay="0"/>
                                          </p:stCondLst>
                                        </p:cTn>
                                        <p:tgtEl>
                                          <p:spTgt spid="107"/>
                                        </p:tgtEl>
                                        <p:attrNameLst>
                                          <p:attrName>style.visibility</p:attrName>
                                        </p:attrNameLst>
                                      </p:cBhvr>
                                      <p:to>
                                        <p:strVal val="visible"/>
                                      </p:to>
                                    </p:set>
                                  </p:childTnLst>
                                </p:cTn>
                              </p:par>
                              <p:par>
                                <p:cTn id="205" presetID="1" presetClass="entr" presetSubtype="0" fill="hold" nodeType="withEffect" restart="never">
                                  <p:stCondLst>
                                    <p:cond delay="2400"/>
                                  </p:stCondLst>
                                  <p:childTnLst>
                                    <p:set>
                                      <p:cBhvr>
                                        <p:cTn id="206" dur="1" fill="hold">
                                          <p:stCondLst>
                                            <p:cond delay="0"/>
                                          </p:stCondLst>
                                        </p:cTn>
                                        <p:tgtEl>
                                          <p:spTgt spid="108"/>
                                        </p:tgtEl>
                                        <p:attrNameLst>
                                          <p:attrName>style.visibility</p:attrName>
                                        </p:attrNameLst>
                                      </p:cBhvr>
                                      <p:to>
                                        <p:strVal val="visible"/>
                                      </p:to>
                                    </p:set>
                                  </p:childTnLst>
                                </p:cTn>
                              </p:par>
                            </p:childTnLst>
                          </p:cTn>
                        </p:par>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9" grpId="0" animBg="1"/>
    </p:bldLst>
  </p:timing>
</p:sld>
</file>

<file path=ppt/slides/signal_zoom_r4_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S(f): inspect the sampled message</a:t>
            </a:r>
          </a:p>
        </p:txBody>
      </p:sp>
      <p:sp>
        <p:nvSpPr>
          <p:cNvPr id="3" name="route-a-shaft">
            <a:extLst xmlns:a="http://schemas.openxmlformats.org/drawingml/2006/main">
              <a:ext uri="{FF2B5EF4-FFF2-40B4-BE49-F238E27FC236}">
                <a16:creationId xmlns:a16="http://schemas.microsoft.com/office/drawing/2014/main" id="{488AA391-7416-4EE9-BF5D-56BC46A279D9}"/>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FFD58F0D-FD5C-47B6-A26C-F9BF3A323D1A}"/>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644B37E0-35D8-4C5F-9CAB-8998B30B55B8}"/>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ECBF4B72-88E2-4BC1-A524-CA04EBBD93CD}"/>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74556F5C-F472-424F-B70C-2249612639D9}"/>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factors-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7DEF1DA6-4F26-455C-9E8C-573F5CC2DFC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8" name="pam-factors-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9" name="pam-factors-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0" name="pam-factors-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1" name="pam-factors-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factors-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factors-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factors-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factors-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factors-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factors-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factors-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factors-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factors-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factors-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factors-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factors-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34F5AC0-2032-4738-8707-9EA27781E916}"/>
              </a:ext>
            </a:extLst>
          </p:cNvPr>
          <p:cNvPicPr>
            <a:picLocks xmlns:a="http://schemas.openxmlformats.org/drawingml/2006/main" noChangeAspect="1"/>
          </p:cNvPicPr>
          <p:nvPr/>
        </p:nvPicPr>
        <p:blipFill>
          <a:blip xmlns:r="http://schemas.openxmlformats.org/officeDocument/2006/relationships" xmlns:a="http://schemas.openxmlformats.org/drawingml/2006/main" r:embed="Rb17136ee999548b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0"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0098CA3D-4DD4-4B16-A053-DD1481C97A1A}"/>
              </a:ext>
            </a:extLst>
          </p:cNvPr>
          <p:cNvPicPr>
            <a:picLocks xmlns:a="http://schemas.openxmlformats.org/drawingml/2006/main" noChangeAspect="1"/>
          </p:cNvPicPr>
          <p:nvPr/>
        </p:nvPicPr>
        <p:blipFill>
          <a:blip xmlns:r="http://schemas.openxmlformats.org/officeDocument/2006/relationships" xmlns:a="http://schemas.openxmlformats.org/drawingml/2006/main" r:embed="Rb25e7276a3fd44c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1"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FDB2868-AD8A-4F6C-BAAF-EF8CD5C4501E}"/>
              </a:ext>
            </a:extLst>
          </p:cNvPr>
          <p:cNvPicPr>
            <a:picLocks xmlns:a="http://schemas.openxmlformats.org/drawingml/2006/main" noChangeAspect="1"/>
          </p:cNvPicPr>
          <p:nvPr/>
        </p:nvPicPr>
        <p:blipFill>
          <a:blip xmlns:r="http://schemas.openxmlformats.org/officeDocument/2006/relationships" xmlns:a="http://schemas.openxmlformats.org/drawingml/2006/main" r:embed="R9b0c5f779ddf42c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2" name="representation-pair" descr="\longleftrightarrow">
            <a:extLst xmlns:a="http://schemas.openxmlformats.org/drawingml/2006/main">
              <a:ext uri="{FF2B5EF4-FFF2-40B4-BE49-F238E27FC236}">
                <a16:creationId xmlns:a16="http://schemas.microsoft.com/office/drawing/2014/main" id="{C45CCC66-F2B0-46D0-8266-90F0781D5EE3}"/>
              </a:ext>
            </a:extLst>
          </p:cNvPr>
          <p:cNvPicPr>
            <a:picLocks xmlns:a="http://schemas.openxmlformats.org/drawingml/2006/main" noChangeAspect="1"/>
          </p:cNvPicPr>
          <p:nvPr/>
        </p:nvPicPr>
        <p:blipFill>
          <a:blip xmlns:r="http://schemas.openxmlformats.org/officeDocument/2006/relationships" xmlns:a="http://schemas.openxmlformats.org/drawingml/2006/main" r:embed="Ra364c038ddb1418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3"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3FE744A-354E-42A1-AAAD-A6D6B8415D72}"/>
              </a:ext>
            </a:extLst>
          </p:cNvPr>
          <p:cNvPicPr>
            <a:picLocks xmlns:a="http://schemas.openxmlformats.org/drawingml/2006/main" noChangeAspect="1"/>
          </p:cNvPicPr>
          <p:nvPr/>
        </p:nvPicPr>
        <p:blipFill>
          <a:blip xmlns:r="http://schemas.openxmlformats.org/officeDocument/2006/relationships" xmlns:a="http://schemas.openxmlformats.org/drawingml/2006/main" r:embed="R89a2164333514f5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4" name="known-s" descr="s(t)=m_\delta(t)*h(t)">
            <a:extLst xmlns:a="http://schemas.openxmlformats.org/drawingml/2006/main">
              <a:ext uri="{FF2B5EF4-FFF2-40B4-BE49-F238E27FC236}">
                <a16:creationId xmlns:a16="http://schemas.microsoft.com/office/drawing/2014/main" id="{8DCE3A1B-5739-4F94-9DD7-9ED3CCF2E11A}"/>
              </a:ext>
            </a:extLst>
          </p:cNvPr>
          <p:cNvPicPr>
            <a:picLocks xmlns:a="http://schemas.openxmlformats.org/drawingml/2006/main" noChangeAspect="1"/>
          </p:cNvPicPr>
          <p:nvPr/>
        </p:nvPicPr>
        <p:blipFill>
          <a:blip xmlns:r="http://schemas.openxmlformats.org/officeDocument/2006/relationships" xmlns:a="http://schemas.openxmlformats.org/drawingml/2006/main" r:embed="Rc5996999d5d6470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77313"/>
            <a:ext cx="2541270" cy="274499"/>
          </a:xfrm>
          <a:prstGeom xmlns:a="http://schemas.openxmlformats.org/drawingml/2006/main" prst="rect">
            <a:avLst/>
          </a:prstGeom>
        </p:spPr>
      </p:pic>
      <p:pic>
        <p:nvPicPr>
          <p:cNvPr id="15" name="same-S" descr="S(f)=M_\delta(f)H(f)">
            <a:extLst xmlns:a="http://schemas.openxmlformats.org/drawingml/2006/main">
              <a:ext uri="{FF2B5EF4-FFF2-40B4-BE49-F238E27FC236}">
                <a16:creationId xmlns:a16="http://schemas.microsoft.com/office/drawing/2014/main" id="{0E124850-8CD6-4C57-A9D2-1D45C91E85A5}"/>
              </a:ext>
            </a:extLst>
          </p:cNvPr>
          <p:cNvPicPr>
            <a:picLocks xmlns:a="http://schemas.openxmlformats.org/drawingml/2006/main" noChangeAspect="1"/>
          </p:cNvPicPr>
          <p:nvPr/>
        </p:nvPicPr>
        <p:blipFill>
          <a:blip xmlns:r="http://schemas.openxmlformats.org/officeDocument/2006/relationships" xmlns:a="http://schemas.openxmlformats.org/drawingml/2006/main" r:embed="R38585dd28a224dd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629823"/>
            <a:ext cx="2568893" cy="293430"/>
          </a:xfrm>
          <a:prstGeom xmlns:a="http://schemas.openxmlformats.org/drawingml/2006/main" prst="rect">
            <a:avLst/>
          </a:prstGeom>
        </p:spPr>
      </p:pic>
      <p:pic>
        <p:nvPicPr>
          <p:cNvPr id="16" name="back-to-process" descr="\leftarrow S(f)">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0674C3AB-983B-4D22-A86E-70BF3F408FEB}"/>
              </a:ext>
            </a:extLst>
          </p:cNvPr>
          <p:cNvPicPr>
            <a:picLocks xmlns:a="http://schemas.openxmlformats.org/drawingml/2006/main" noChangeAspect="1"/>
          </p:cNvPicPr>
          <p:nvPr/>
        </p:nvPicPr>
        <p:blipFill>
          <a:blip xmlns:r="http://schemas.openxmlformats.org/officeDocument/2006/relationships" xmlns:a="http://schemas.openxmlformats.org/drawingml/2006/main" r:embed="R065d0ea0f7fa4ef4">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spTree>
    <p:extLst>
      <p:ext uri="{BB962C8B-B14F-4D97-AF65-F5344CB8AC3E}">
        <p14:creationId xmlns:p14="http://schemas.microsoft.com/office/powerpoint/2010/main" val="900009153"/>
      </p:ext>
    </p:extLst>
  </p:cSld>
  <p:timing>
    <p:tnLst>
      <p:par>
        <p:cTn id="1" dur="indefinite" restart="never" nodeType="tmRoot">
          <p:childTnLst>
            <p:seq concurrent="1" nextAc="seek">
              <p:cTn id="2" dur="indefinite" nodeType="mainSeq">
                <p:childTnLst>
                  <p:par>
                    <p:cTn id="3" fill="hold" restart="never" repeatCount="1000">
                      <p:stCondLst>
                        <p:cond delay="indefinite"/>
                      </p:stCondLst>
                      <p:childTnLst>
                        <p:par>
                          <p:cTn id="4" fill="hold" dur="740">
                            <p:stCondLst>
                              <p:cond delay="0"/>
                            </p:stCondLst>
                            <p:childTnLst>
                              <p:par>
                                <p:cTn id="5" presetID="1" presetClass="entr" presetSubtype="0" fill="hold" nodeType="clickEffect" restart="never">
                                  <p:stCondLst>
                                    <p:cond delay="4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restart="never">
                                  <p:stCondLst>
                                    <p:cond delay="8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restart="never">
                                  <p:stCondLst>
                                    <p:cond delay="12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restart="never">
                                  <p:stCondLst>
                                    <p:cond delay="16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restart="never">
                                  <p:stCondLst>
                                    <p:cond delay="20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restart="never">
                                  <p:stCondLst>
                                    <p:cond delay="24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restart="never">
                                  <p:stCondLst>
                                    <p:cond delay="28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restart="never">
                                  <p:stCondLst>
                                    <p:cond delay="32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restart="never">
                                  <p:stCondLst>
                                    <p:cond delay="36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restart="never">
                                  <p:stCondLst>
                                    <p:cond delay="40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restart="never">
                                  <p:stCondLst>
                                    <p:cond delay="44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restart="never">
                                  <p:stCondLst>
                                    <p:cond delay="48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restart="never">
                                  <p:stCondLst>
                                    <p:cond delay="52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restart="never">
                                  <p:stCondLst>
                                    <p:cond delay="56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restart="never">
                                  <p:stCondLst>
                                    <p:cond delay="60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restart="never">
                                  <p:stCondLst>
                                    <p:cond delay="64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ignal_zoom_r4_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S(f): put the known factor back</a:t>
            </a:r>
          </a:p>
        </p:txBody>
      </p:sp>
      <p:sp>
        <p:nvSpPr>
          <p:cNvPr id="3" name="route-a-shaft">
            <a:extLst xmlns:a="http://schemas.openxmlformats.org/drawingml/2006/main">
              <a:ext uri="{FF2B5EF4-FFF2-40B4-BE49-F238E27FC236}">
                <a16:creationId xmlns:a16="http://schemas.microsoft.com/office/drawing/2014/main" id="{585C4118-906C-4904-ADD2-05E094E82E64}"/>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4C63BFB9-322B-4D9E-A08F-5F28743CA444}"/>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946EEC22-622C-423C-BCBB-B403921EE9B8}"/>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4D58675B-C8E4-423B-A0F9-B89C573FD76D}"/>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F31601A1-2AC1-4F51-89AF-8679ACDA8F3F}"/>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factors-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E72A5869-54F4-4BA3-A3BF-2AA11B9E7A7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factors-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factors-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factors-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factors-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factors-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factors-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factors-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factors-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factors-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factors-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factors-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6" name="pam-factors-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7" name="pam-factors-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8" name="pam-factors-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9" name="pam-factors-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40" name="pam-factors-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9" name="factor-label-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CECF044A-8BDC-432C-9E61-E99FFFAC8640}"/>
              </a:ext>
            </a:extLst>
          </p:cNvPr>
          <p:cNvSpPr>
            <a:spLocks xmlns:a="http://schemas.openxmlformats.org/drawingml/2006/main" noGrp="1"/>
          </p:cNvSpPr>
          <p:nvPr/>
        </p:nvSpPr>
        <p:spPr>
          <a:xfrm xmlns:a="http://schemas.openxmlformats.org/drawingml/2006/main">
            <a:off x="666750" y="2933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Sampling</a:t>
            </a:r>
          </a:p>
        </p:txBody>
      </p:sp>
      <p:sp>
        <p:nvSpPr>
          <p:cNvPr id="10" name="factor-label-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DCBB7BA1-F7CC-462C-8FA6-DAAB22C9DDED}"/>
              </a:ext>
            </a:extLst>
          </p:cNvPr>
          <p:cNvSpPr>
            <a:spLocks xmlns:a="http://schemas.openxmlformats.org/drawingml/2006/main" noGrp="1"/>
          </p:cNvSpPr>
          <p:nvPr/>
        </p:nvSpPr>
        <p:spPr>
          <a:xfrm xmlns:a="http://schemas.openxmlformats.org/drawingml/2006/main">
            <a:off x="4333875" y="2933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Pulse shape</a:t>
            </a:r>
          </a:p>
        </p:txBody>
      </p:sp>
      <p:sp>
        <p:nvSpPr>
          <p:cNvPr id="11" name="M-known-line">
            <a:extLst xmlns:a="http://schemas.openxmlformats.org/drawingml/2006/main">
              <a:ext uri="{FF2B5EF4-FFF2-40B4-BE49-F238E27FC236}">
                <a16:creationId xmlns:a16="http://schemas.microsoft.com/office/drawing/2014/main" id="{386C6F2B-274B-49D8-A6D8-C81FA58BACA6}"/>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E79B856-2E20-4E88-8C9F-40C667F0B241}"/>
              </a:ext>
            </a:extLst>
          </p:cNvPr>
          <p:cNvPicPr>
            <a:picLocks xmlns:a="http://schemas.openxmlformats.org/drawingml/2006/main" noChangeAspect="1"/>
          </p:cNvPicPr>
          <p:nvPr/>
        </p:nvPicPr>
        <p:blipFill>
          <a:blip xmlns:r="http://schemas.openxmlformats.org/officeDocument/2006/relationships" xmlns:a="http://schemas.openxmlformats.org/drawingml/2006/main" r:embed="R01ec27c93d37442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9E07C68-1563-4FD3-9FEB-CD442CC8A986}"/>
              </a:ext>
            </a:extLst>
          </p:cNvPr>
          <p:cNvPicPr>
            <a:picLocks xmlns:a="http://schemas.openxmlformats.org/drawingml/2006/main" noChangeAspect="1"/>
          </p:cNvPicPr>
          <p:nvPr/>
        </p:nvPicPr>
        <p:blipFill>
          <a:blip xmlns:r="http://schemas.openxmlformats.org/officeDocument/2006/relationships" xmlns:a="http://schemas.openxmlformats.org/drawingml/2006/main" r:embed="R1861d6d5eb164a4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4"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F892000-9B63-44CF-975C-38CDF90C712F}"/>
              </a:ext>
            </a:extLst>
          </p:cNvPr>
          <p:cNvPicPr>
            <a:picLocks xmlns:a="http://schemas.openxmlformats.org/drawingml/2006/main" noChangeAspect="1"/>
          </p:cNvPicPr>
          <p:nvPr/>
        </p:nvPicPr>
        <p:blipFill>
          <a:blip xmlns:r="http://schemas.openxmlformats.org/officeDocument/2006/relationships" xmlns:a="http://schemas.openxmlformats.org/drawingml/2006/main" r:embed="R6470b0de5a7e4fc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5" name="representation-pair" descr="\longleftrightarrow">
            <a:extLst xmlns:a="http://schemas.openxmlformats.org/drawingml/2006/main">
              <a:ext uri="{FF2B5EF4-FFF2-40B4-BE49-F238E27FC236}">
                <a16:creationId xmlns:a16="http://schemas.microsoft.com/office/drawing/2014/main" id="{56CC372A-8E11-474D-A535-40329184E1E1}"/>
              </a:ext>
            </a:extLst>
          </p:cNvPr>
          <p:cNvPicPr>
            <a:picLocks xmlns:a="http://schemas.openxmlformats.org/drawingml/2006/main" noChangeAspect="1"/>
          </p:cNvPicPr>
          <p:nvPr/>
        </p:nvPicPr>
        <p:blipFill>
          <a:blip xmlns:r="http://schemas.openxmlformats.org/officeDocument/2006/relationships" xmlns:a="http://schemas.openxmlformats.org/drawingml/2006/main" r:embed="R8c668f2b16c447d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6"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6A95B0D-4640-460A-B3B3-CD65ACE1A9B5}"/>
              </a:ext>
            </a:extLst>
          </p:cNvPr>
          <p:cNvPicPr>
            <a:picLocks xmlns:a="http://schemas.openxmlformats.org/drawingml/2006/main" noChangeAspect="1"/>
          </p:cNvPicPr>
          <p:nvPr/>
        </p:nvPicPr>
        <p:blipFill>
          <a:blip xmlns:r="http://schemas.openxmlformats.org/officeDocument/2006/relationships" xmlns:a="http://schemas.openxmlformats.org/drawingml/2006/main" r:embed="Rf927698f9eb84cd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7" name="known-s" descr="s(t)=m_\delta(t)*h(t)">
            <a:extLst xmlns:a="http://schemas.openxmlformats.org/drawingml/2006/main">
              <a:ext uri="{FF2B5EF4-FFF2-40B4-BE49-F238E27FC236}">
                <a16:creationId xmlns:a16="http://schemas.microsoft.com/office/drawing/2014/main" id="{EF95CC3B-191C-42AF-B589-5D6362768A92}"/>
              </a:ext>
            </a:extLst>
          </p:cNvPr>
          <p:cNvPicPr>
            <a:picLocks xmlns:a="http://schemas.openxmlformats.org/drawingml/2006/main" noChangeAspect="1"/>
          </p:cNvPicPr>
          <p:nvPr/>
        </p:nvPicPr>
        <p:blipFill>
          <a:blip xmlns:r="http://schemas.openxmlformats.org/officeDocument/2006/relationships" xmlns:a="http://schemas.openxmlformats.org/drawingml/2006/main" r:embed="R451513d3ffae4c8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77313"/>
            <a:ext cx="2541270" cy="274499"/>
          </a:xfrm>
          <a:prstGeom xmlns:a="http://schemas.openxmlformats.org/drawingml/2006/main" prst="rect">
            <a:avLst/>
          </a:prstGeom>
        </p:spPr>
      </p:pic>
      <p:pic>
        <p:nvPicPr>
          <p:cNvPr id="18" name="same-S" descr="S(f)=M_\delta(f)H(f)">
            <a:extLst xmlns:a="http://schemas.openxmlformats.org/drawingml/2006/main">
              <a:ext uri="{FF2B5EF4-FFF2-40B4-BE49-F238E27FC236}">
                <a16:creationId xmlns:a16="http://schemas.microsoft.com/office/drawing/2014/main" id="{258128C6-1E6A-4024-8E7C-F59F620B2602}"/>
              </a:ext>
            </a:extLst>
          </p:cNvPr>
          <p:cNvPicPr>
            <a:picLocks xmlns:a="http://schemas.openxmlformats.org/drawingml/2006/main" noChangeAspect="1"/>
          </p:cNvPicPr>
          <p:nvPr/>
        </p:nvPicPr>
        <p:blipFill>
          <a:blip xmlns:r="http://schemas.openxmlformats.org/officeDocument/2006/relationships" xmlns:a="http://schemas.openxmlformats.org/drawingml/2006/main" r:embed="R2ce059a9c6fd4ea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632232"/>
            <a:ext cx="2532063" cy="289223"/>
          </a:xfrm>
          <a:prstGeom xmlns:a="http://schemas.openxmlformats.org/drawingml/2006/main" prst="rect">
            <a:avLst/>
          </a:prstGeom>
        </p:spPr>
      </p:pic>
      <p:pic>
        <p:nvPicPr>
          <p:cNvPr id="19" name="back-to-process" descr="\leftarrow S(f)">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F9A923A3-A221-4F47-9BA5-9E95A959F764}"/>
              </a:ext>
            </a:extLst>
          </p:cNvPr>
          <p:cNvPicPr>
            <a:picLocks xmlns:a="http://schemas.openxmlformats.org/drawingml/2006/main" noChangeAspect="1"/>
          </p:cNvPicPr>
          <p:nvPr/>
        </p:nvPicPr>
        <p:blipFill>
          <a:blip xmlns:r="http://schemas.openxmlformats.org/officeDocument/2006/relationships" xmlns:a="http://schemas.openxmlformats.org/drawingml/2006/main" r:embed="Ref17376b33f34c1b">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20" name="same-S-updated" descr="S(f)=\left[\frac1{T_s}\sum_k M(f-kf_s)\right]H(f)">
            <a:extLst xmlns:a="http://schemas.openxmlformats.org/drawingml/2006/main">
              <a:ext uri="{FF2B5EF4-FFF2-40B4-BE49-F238E27FC236}">
                <a16:creationId xmlns:a16="http://schemas.microsoft.com/office/drawing/2014/main" id="{8CF2EB6F-47A8-4754-AC2F-AE0B0A76C538}"/>
              </a:ext>
            </a:extLst>
          </p:cNvPr>
          <p:cNvPicPr>
            <a:picLocks xmlns:a="http://schemas.openxmlformats.org/drawingml/2006/main" noChangeAspect="1"/>
          </p:cNvPicPr>
          <p:nvPr/>
        </p:nvPicPr>
        <p:blipFill>
          <a:blip xmlns:r="http://schemas.openxmlformats.org/officeDocument/2006/relationships" xmlns:a="http://schemas.openxmlformats.org/drawingml/2006/main" r:embed="Rd006b00a226c45b0">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2514600"/>
            <a:ext cx="4452937" cy="523875"/>
          </a:xfrm>
          <a:prstGeom xmlns:a="http://schemas.openxmlformats.org/drawingml/2006/main" prst="rect">
            <a:avLst/>
          </a:prstGeom>
        </p:spPr>
      </p:pic>
      <p:pic>
        <p:nvPicPr>
          <p:cNvPr id="21" name="M-known" descr="M_\delta(f)=\frac1{T_s}\sum_kM(f-kf_s)">
            <a:extLst xmlns:a="http://schemas.openxmlformats.org/drawingml/2006/main">
              <a:ext uri="{FF2B5EF4-FFF2-40B4-BE49-F238E27FC236}">
                <a16:creationId xmlns:a16="http://schemas.microsoft.com/office/drawing/2014/main" id="{7C1A00E7-E0BD-4532-8FDB-454379F2FC88}"/>
              </a:ext>
            </a:extLst>
          </p:cNvPr>
          <p:cNvPicPr>
            <a:picLocks xmlns:a="http://schemas.openxmlformats.org/drawingml/2006/main" noChangeAspect="1"/>
          </p:cNvPicPr>
          <p:nvPr/>
        </p:nvPicPr>
        <p:blipFill>
          <a:blip xmlns:r="http://schemas.openxmlformats.org/officeDocument/2006/relationships" xmlns:a="http://schemas.openxmlformats.org/drawingml/2006/main" r:embed="R57f5daa731244875">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6199823"/>
            <a:ext cx="3931920" cy="411480"/>
          </a:xfrm>
          <a:prstGeom xmlns:a="http://schemas.openxmlformats.org/drawingml/2006/main" prst="rect">
            <a:avLst/>
          </a:prstGeom>
        </p:spPr>
      </p:pic>
      <p:pic>
        <p:nvPicPr>
          <p:cNvPr id="22" name="fixed-same-S" descr="S(f)=M_\delta(f)H(f)">
            <a:extLst xmlns:a="http://schemas.openxmlformats.org/drawingml/2006/main">
              <a:ext uri="{FF2B5EF4-FFF2-40B4-BE49-F238E27FC236}">
                <a16:creationId xmlns:a16="http://schemas.microsoft.com/office/drawing/2014/main" id="{A9205A41-8228-4D0C-9D6E-9563F3AD221D}"/>
              </a:ext>
            </a:extLst>
          </p:cNvPr>
          <p:cNvPicPr>
            <a:picLocks xmlns:a="http://schemas.openxmlformats.org/drawingml/2006/main" noChangeAspect="1"/>
          </p:cNvPicPr>
          <p:nvPr/>
        </p:nvPicPr>
        <p:blipFill>
          <a:blip xmlns:r="http://schemas.openxmlformats.org/officeDocument/2006/relationships" xmlns:a="http://schemas.openxmlformats.org/drawingml/2006/main" r:embed="Ra07a6e3be51b4111">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2632232"/>
            <a:ext cx="2532063" cy="289223"/>
          </a:xfrm>
          <a:prstGeom xmlns:a="http://schemas.openxmlformats.org/drawingml/2006/main" prst="rect">
            <a:avLst/>
          </a:prstGeom>
        </p:spPr>
      </p:pic>
      <p:pic>
        <p:nvPicPr>
          <p:cNvPr id="23" name="same-S-updated-moving0" descr="S(f)=\left[\frac1{T_s}\sum_k M(f-kf_s)\right]H(f)">
            <a:extLst xmlns:a="http://schemas.openxmlformats.org/drawingml/2006/main">
              <a:ext uri="{FF2B5EF4-FFF2-40B4-BE49-F238E27FC236}">
                <a16:creationId xmlns:a16="http://schemas.microsoft.com/office/drawing/2014/main" id="{0C8A369D-55D1-4E30-8EBE-2F39A4E87B0B}"/>
              </a:ext>
            </a:extLst>
          </p:cNvPr>
          <p:cNvPicPr>
            <a:picLocks xmlns:a="http://schemas.openxmlformats.org/drawingml/2006/main" noChangeAspect="1"/>
          </p:cNvPicPr>
          <p:nvPr/>
        </p:nvPicPr>
        <p:blipFill>
          <a:blip xmlns:r="http://schemas.openxmlformats.org/officeDocument/2006/relationships" xmlns:a="http://schemas.openxmlformats.org/drawingml/2006/main" r:embed="R09583f671ad44891">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2514600"/>
            <a:ext cx="4452937" cy="523875"/>
          </a:xfrm>
          <a:prstGeom xmlns:a="http://schemas.openxmlformats.org/drawingml/2006/main" prst="rect">
            <a:avLst/>
          </a:prstGeom>
        </p:spPr>
      </p:pic>
    </p:spTree>
    <p:extLst>
      <p:ext uri="{BB962C8B-B14F-4D97-AF65-F5344CB8AC3E}">
        <p14:creationId xmlns:p14="http://schemas.microsoft.com/office/powerpoint/2010/main" val="561182405"/>
      </p:ext>
    </p:extLst>
  </p:cSld>
  <p:timing>
    <p:tnLst>
      <p:par>
        <p:cTn id="1" dur="indefinite" restart="never" nodeType="tmRoot">
          <p:childTnLst>
            <p:seq concurrent="1" nextAc="seek">
              <p:cTn id="2" dur="indefinite" nodeType="mainSeq">
                <p:childTnLst>
                  <p:par>
                    <p:cTn id="25" fill="hold" restart="never" repeatCount="1000">
                      <p:stCondLst>
                        <p:cond delay="indefinite"/>
                      </p:stCondLst>
                      <p:childTnLst>
                        <p:par>
                          <p:cTn id="26" fill="hold" dur="740">
                            <p:stCondLst>
                              <p:cond delay="0"/>
                            </p:stCondLst>
                            <p:childTnLst>
                              <p:par>
                                <p:cTn id="27" presetID="1" presetClass="entr" presetSubtype="0" fill="hold" nodeType="clickEffect" restart="never">
                                  <p:stCondLst>
                                    <p:cond delay="4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restart="never">
                                  <p:stCondLst>
                                    <p:cond delay="8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restart="never">
                                  <p:stCondLst>
                                    <p:cond delay="12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restart="never">
                                  <p:stCondLst>
                                    <p:cond delay="16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restart="never">
                                  <p:stCondLst>
                                    <p:cond delay="20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restart="never">
                                  <p:stCondLst>
                                    <p:cond delay="24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restart="never">
                                  <p:stCondLst>
                                    <p:cond delay="28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restart="never">
                                  <p:stCondLst>
                                    <p:cond delay="32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restart="never">
                                  <p:stCondLst>
                                    <p:cond delay="36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restart="never">
                                  <p:stCondLst>
                                    <p:cond delay="40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restart="never">
                                  <p:stCondLst>
                                    <p:cond delay="44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restart="never">
                                  <p:stCondLst>
                                    <p:cond delay="48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restart="never">
                                  <p:stCondLst>
                                    <p:cond delay="52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restart="never">
                                  <p:stCondLst>
                                    <p:cond delay="56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restart="never">
                                  <p:stCondLst>
                                    <p:cond delay="60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restart="never">
                                  <p:stCondLst>
                                    <p:cond delay="64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8" presetID="10" presetClass="exit" presetSubtype="0" fill="hold" nodeType="withEffect">
                                  <p:stCondLst>
                                    <p:cond delay="0"/>
                                  </p:stCondLst>
                                  <p:childTnLst>
                                    <p:animEffect transition="out" filter="fade">
                                      <p:cBhvr>
                                        <p:cTn id="23" dur="1" fill="hold">
                                          <p:stCondLst>
                                            <p:cond delay="0"/>
                                          </p:stCondLst>
                                        </p:cTn>
                                        <p:tgtEl>
                                          <p:spTgt spid="18"/>
                                        </p:tgtEl>
                                      </p:cBhvr>
                                    </p:animEffect>
                                    <p:set>
                                      <p:cBhvr>
                                        <p:cTn id="24" dur="1" fill="hold">
                                          <p:stCondLst>
                                            <p:cond delay="0"/>
                                          </p:stCondLst>
                                        </p:cTn>
                                        <p:tgtEl>
                                          <p:spTgt spid="18"/>
                                        </p:tgtEl>
                                        <p:attrNameLst>
                                          <p:attrName>style.visibility</p:attrName>
                                        </p:attrNameLst>
                                      </p:cBhvr>
                                      <p:to>
                                        <p:strVal val="hidden"/>
                                      </p:to>
                                    </p:se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ignal_zoom_r4_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S(f): inspect the pulse shape</a:t>
            </a:r>
          </a:p>
        </p:txBody>
      </p:sp>
      <p:sp>
        <p:nvSpPr>
          <p:cNvPr id="3" name="route-a-shaft">
            <a:extLst xmlns:a="http://schemas.openxmlformats.org/drawingml/2006/main">
              <a:ext uri="{FF2B5EF4-FFF2-40B4-BE49-F238E27FC236}">
                <a16:creationId xmlns:a16="http://schemas.microsoft.com/office/drawing/2014/main" id="{50291964-8396-411B-A555-422ADF1E05CC}"/>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69A8EB4F-9954-4AF7-A144-075114B39D06}"/>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8AACCD4E-7E40-4E4B-A88D-13AC477CCE20}"/>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01138C98-C802-4201-8DD0-91DCBFE9F249}"/>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1DADBC2B-DA52-43D1-BA1B-B869595738C7}"/>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factors-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E0150D95-B01B-4746-BC55-4A59E5C5C84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8" name="pam-factors-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9" name="pam-factors-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0" name="pam-factors-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1" name="pam-factors-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factors-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factors-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factors-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factors-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factors-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factors-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factors-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factors-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factors-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factors-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factors-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factors-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4A07AB6-18D5-468B-8139-870659B09C4D}"/>
              </a:ext>
            </a:extLst>
          </p:cNvPr>
          <p:cNvPicPr>
            <a:picLocks xmlns:a="http://schemas.openxmlformats.org/drawingml/2006/main" noChangeAspect="1"/>
          </p:cNvPicPr>
          <p:nvPr/>
        </p:nvPicPr>
        <p:blipFill>
          <a:blip xmlns:r="http://schemas.openxmlformats.org/officeDocument/2006/relationships" xmlns:a="http://schemas.openxmlformats.org/drawingml/2006/main" r:embed="R4b81c2f31b22419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0"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C3103CC-20E6-4669-983F-33E15D23F49A}"/>
              </a:ext>
            </a:extLst>
          </p:cNvPr>
          <p:cNvPicPr>
            <a:picLocks xmlns:a="http://schemas.openxmlformats.org/drawingml/2006/main" noChangeAspect="1"/>
          </p:cNvPicPr>
          <p:nvPr/>
        </p:nvPicPr>
        <p:blipFill>
          <a:blip xmlns:r="http://schemas.openxmlformats.org/officeDocument/2006/relationships" xmlns:a="http://schemas.openxmlformats.org/drawingml/2006/main" r:embed="Ra0a98cfe3ae84f1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1"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054B789A-C558-465F-8ADE-8FF6F736EB50}"/>
              </a:ext>
            </a:extLst>
          </p:cNvPr>
          <p:cNvPicPr>
            <a:picLocks xmlns:a="http://schemas.openxmlformats.org/drawingml/2006/main" noChangeAspect="1"/>
          </p:cNvPicPr>
          <p:nvPr/>
        </p:nvPicPr>
        <p:blipFill>
          <a:blip xmlns:r="http://schemas.openxmlformats.org/officeDocument/2006/relationships" xmlns:a="http://schemas.openxmlformats.org/drawingml/2006/main" r:embed="R57076b4a5fed4c9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2" name="representation-pair" descr="\longleftrightarrow">
            <a:extLst xmlns:a="http://schemas.openxmlformats.org/drawingml/2006/main">
              <a:ext uri="{FF2B5EF4-FFF2-40B4-BE49-F238E27FC236}">
                <a16:creationId xmlns:a16="http://schemas.microsoft.com/office/drawing/2014/main" id="{F1686BE8-9400-44B5-9633-7EE9CFB0E60C}"/>
              </a:ext>
            </a:extLst>
          </p:cNvPr>
          <p:cNvPicPr>
            <a:picLocks xmlns:a="http://schemas.openxmlformats.org/drawingml/2006/main" noChangeAspect="1"/>
          </p:cNvPicPr>
          <p:nvPr/>
        </p:nvPicPr>
        <p:blipFill>
          <a:blip xmlns:r="http://schemas.openxmlformats.org/officeDocument/2006/relationships" xmlns:a="http://schemas.openxmlformats.org/drawingml/2006/main" r:embed="Rb7469d3b335b4ad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3"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3454C367-791D-4B0A-969C-06F1F416C541}"/>
              </a:ext>
            </a:extLst>
          </p:cNvPr>
          <p:cNvPicPr>
            <a:picLocks xmlns:a="http://schemas.openxmlformats.org/drawingml/2006/main" noChangeAspect="1"/>
          </p:cNvPicPr>
          <p:nvPr/>
        </p:nvPicPr>
        <p:blipFill>
          <a:blip xmlns:r="http://schemas.openxmlformats.org/officeDocument/2006/relationships" xmlns:a="http://schemas.openxmlformats.org/drawingml/2006/main" r:embed="R415718b665bf422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4" name="known-s" descr="s(t)=m_\delta(t)*h(t)">
            <a:extLst xmlns:a="http://schemas.openxmlformats.org/drawingml/2006/main">
              <a:ext uri="{FF2B5EF4-FFF2-40B4-BE49-F238E27FC236}">
                <a16:creationId xmlns:a16="http://schemas.microsoft.com/office/drawing/2014/main" id="{06BD4FF3-FB1E-4D42-AD6D-ACF0FFFBF3D2}"/>
              </a:ext>
            </a:extLst>
          </p:cNvPr>
          <p:cNvPicPr>
            <a:picLocks xmlns:a="http://schemas.openxmlformats.org/drawingml/2006/main" noChangeAspect="1"/>
          </p:cNvPicPr>
          <p:nvPr/>
        </p:nvPicPr>
        <p:blipFill>
          <a:blip xmlns:r="http://schemas.openxmlformats.org/officeDocument/2006/relationships" xmlns:a="http://schemas.openxmlformats.org/drawingml/2006/main" r:embed="R50fb0df45a5e4aa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77313"/>
            <a:ext cx="2541270" cy="274499"/>
          </a:xfrm>
          <a:prstGeom xmlns:a="http://schemas.openxmlformats.org/drawingml/2006/main" prst="rect">
            <a:avLst/>
          </a:prstGeom>
        </p:spPr>
      </p:pic>
      <p:pic>
        <p:nvPicPr>
          <p:cNvPr id="15" name="same-S" descr="S(f)=\left[\frac1{T_s}\sum_k M(f-kf_s)\right]H(f)">
            <a:extLst xmlns:a="http://schemas.openxmlformats.org/drawingml/2006/main">
              <a:ext uri="{FF2B5EF4-FFF2-40B4-BE49-F238E27FC236}">
                <a16:creationId xmlns:a16="http://schemas.microsoft.com/office/drawing/2014/main" id="{2AD77EC4-4997-4D45-A0EF-E3A3C7D77B0C}"/>
              </a:ext>
            </a:extLst>
          </p:cNvPr>
          <p:cNvPicPr>
            <a:picLocks xmlns:a="http://schemas.openxmlformats.org/drawingml/2006/main" noChangeAspect="1"/>
          </p:cNvPicPr>
          <p:nvPr/>
        </p:nvPicPr>
        <p:blipFill>
          <a:blip xmlns:r="http://schemas.openxmlformats.org/officeDocument/2006/relationships" xmlns:a="http://schemas.openxmlformats.org/drawingml/2006/main" r:embed="Rd3590880ea2544b4">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514600"/>
            <a:ext cx="4452937" cy="523875"/>
          </a:xfrm>
          <a:prstGeom xmlns:a="http://schemas.openxmlformats.org/drawingml/2006/main" prst="rect">
            <a:avLst/>
          </a:prstGeom>
        </p:spPr>
      </p:pic>
      <p:pic>
        <p:nvPicPr>
          <p:cNvPr id="16" name="back-to-process" descr="\leftarrow S(f)">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A988B198-80BC-4FD7-98A5-146A58DB4279}"/>
              </a:ext>
            </a:extLst>
          </p:cNvPr>
          <p:cNvPicPr>
            <a:picLocks xmlns:a="http://schemas.openxmlformats.org/drawingml/2006/main" noChangeAspect="1"/>
          </p:cNvPicPr>
          <p:nvPr/>
        </p:nvPicPr>
        <p:blipFill>
          <a:blip xmlns:r="http://schemas.openxmlformats.org/officeDocument/2006/relationships" xmlns:a="http://schemas.openxmlformats.org/drawingml/2006/main" r:embed="R5c6df0dad81a491a">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spTree>
    <p:extLst>
      <p:ext uri="{BB962C8B-B14F-4D97-AF65-F5344CB8AC3E}">
        <p14:creationId xmlns:p14="http://schemas.microsoft.com/office/powerpoint/2010/main" val="1086045077"/>
      </p:ext>
    </p:extLst>
  </p:cSld>
  <p:timing>
    <p:tnLst>
      <p:par>
        <p:cTn id="1" dur="indefinite" restart="never" nodeType="tmRoot">
          <p:childTnLst>
            <p:seq concurrent="1" nextAc="seek">
              <p:cTn id="2" dur="indefinite" nodeType="mainSeq">
                <p:childTnLst>
                  <p:par>
                    <p:cTn id="3" fill="hold" restart="never" repeatCount="1000">
                      <p:stCondLst>
                        <p:cond delay="indefinite"/>
                      </p:stCondLst>
                      <p:childTnLst>
                        <p:par>
                          <p:cTn id="4" fill="hold" dur="740">
                            <p:stCondLst>
                              <p:cond delay="0"/>
                            </p:stCondLst>
                            <p:childTnLst>
                              <p:par>
                                <p:cTn id="5" presetID="1" presetClass="entr" presetSubtype="0" fill="hold" nodeType="clickEffect" restart="never">
                                  <p:stCondLst>
                                    <p:cond delay="4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restart="never">
                                  <p:stCondLst>
                                    <p:cond delay="8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restart="never">
                                  <p:stCondLst>
                                    <p:cond delay="12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restart="never">
                                  <p:stCondLst>
                                    <p:cond delay="16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restart="never">
                                  <p:stCondLst>
                                    <p:cond delay="20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restart="never">
                                  <p:stCondLst>
                                    <p:cond delay="24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restart="never">
                                  <p:stCondLst>
                                    <p:cond delay="28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restart="never">
                                  <p:stCondLst>
                                    <p:cond delay="32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restart="never">
                                  <p:stCondLst>
                                    <p:cond delay="36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restart="never">
                                  <p:stCondLst>
                                    <p:cond delay="40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restart="never">
                                  <p:stCondLst>
                                    <p:cond delay="44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restart="never">
                                  <p:stCondLst>
                                    <p:cond delay="48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restart="never">
                                  <p:stCondLst>
                                    <p:cond delay="52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restart="never">
                                  <p:stCondLst>
                                    <p:cond delay="56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restart="never">
                                  <p:stCondLst>
                                    <p:cond delay="60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restart="never">
                                  <p:stCondLst>
                                    <p:cond delay="64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ignal_zoom_r4_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S(f): put the known factor back</a:t>
            </a:r>
          </a:p>
        </p:txBody>
      </p:sp>
      <p:sp>
        <p:nvSpPr>
          <p:cNvPr id="3" name="route-a-shaft">
            <a:extLst xmlns:a="http://schemas.openxmlformats.org/drawingml/2006/main">
              <a:ext uri="{FF2B5EF4-FFF2-40B4-BE49-F238E27FC236}">
                <a16:creationId xmlns:a16="http://schemas.microsoft.com/office/drawing/2014/main" id="{1D8108FC-2195-4F76-B60F-B8D850B0FAFD}"/>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4E79F95D-0DA1-4B37-8DDC-5603B4A50227}"/>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B2506FC0-5AE5-4B39-8747-B29E0B7D9EAD}"/>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29094C70-86F8-460D-AB65-A71D9C2F6A76}"/>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033607C2-E6ED-4303-8982-1523458184FF}"/>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factors-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DAC04995-45C3-4E76-9E19-4FF04CCAEDF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factors-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factors-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factors-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factors-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factors-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factors-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factors-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factors-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factors-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factors-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factors-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factors-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factors-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factors-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6" name="pam-factors-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7" name="pam-factors-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9" name="factor-label-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FA919563-34B8-47B8-8FCA-9C7F16AC24FE}"/>
              </a:ext>
            </a:extLst>
          </p:cNvPr>
          <p:cNvSpPr>
            <a:spLocks xmlns:a="http://schemas.openxmlformats.org/drawingml/2006/main" noGrp="1"/>
          </p:cNvSpPr>
          <p:nvPr/>
        </p:nvSpPr>
        <p:spPr>
          <a:xfrm xmlns:a="http://schemas.openxmlformats.org/drawingml/2006/main">
            <a:off x="666750" y="2933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Sampling</a:t>
            </a:r>
          </a:p>
        </p:txBody>
      </p:sp>
      <p:sp>
        <p:nvSpPr>
          <p:cNvPr id="10" name="factor-label-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10C872A3-FB33-4481-9AA7-AE6A3167B156}"/>
              </a:ext>
            </a:extLst>
          </p:cNvPr>
          <p:cNvSpPr>
            <a:spLocks xmlns:a="http://schemas.openxmlformats.org/drawingml/2006/main" noGrp="1"/>
          </p:cNvSpPr>
          <p:nvPr/>
        </p:nvSpPr>
        <p:spPr>
          <a:xfrm xmlns:a="http://schemas.openxmlformats.org/drawingml/2006/main">
            <a:off x="4333875" y="2933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Pulse shape</a:t>
            </a:r>
          </a:p>
        </p:txBody>
      </p:sp>
      <p:pic>
        <p:nvPicPr>
          <p:cNvPr id="11"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B85EC4D-46CF-423B-A774-B82F34B8D841}"/>
              </a:ext>
            </a:extLst>
          </p:cNvPr>
          <p:cNvPicPr>
            <a:picLocks xmlns:a="http://schemas.openxmlformats.org/drawingml/2006/main" noChangeAspect="1"/>
          </p:cNvPicPr>
          <p:nvPr/>
        </p:nvPicPr>
        <p:blipFill>
          <a:blip xmlns:r="http://schemas.openxmlformats.org/officeDocument/2006/relationships" xmlns:a="http://schemas.openxmlformats.org/drawingml/2006/main" r:embed="Rb9de940fc52447a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3B18D3E-FD4B-440B-92C0-34AEC4218CCB}"/>
              </a:ext>
            </a:extLst>
          </p:cNvPr>
          <p:cNvPicPr>
            <a:picLocks xmlns:a="http://schemas.openxmlformats.org/drawingml/2006/main" noChangeAspect="1"/>
          </p:cNvPicPr>
          <p:nvPr/>
        </p:nvPicPr>
        <p:blipFill>
          <a:blip xmlns:r="http://schemas.openxmlformats.org/officeDocument/2006/relationships" xmlns:a="http://schemas.openxmlformats.org/drawingml/2006/main" r:embed="R88d7782a6e95458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3"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4D3A148-8AC4-4C78-9304-7E89EA4E2455}"/>
              </a:ext>
            </a:extLst>
          </p:cNvPr>
          <p:cNvPicPr>
            <a:picLocks xmlns:a="http://schemas.openxmlformats.org/drawingml/2006/main" noChangeAspect="1"/>
          </p:cNvPicPr>
          <p:nvPr/>
        </p:nvPicPr>
        <p:blipFill>
          <a:blip xmlns:r="http://schemas.openxmlformats.org/officeDocument/2006/relationships" xmlns:a="http://schemas.openxmlformats.org/drawingml/2006/main" r:embed="Rd494493d81fe460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4" name="representation-pair" descr="\longleftrightarrow">
            <a:extLst xmlns:a="http://schemas.openxmlformats.org/drawingml/2006/main">
              <a:ext uri="{FF2B5EF4-FFF2-40B4-BE49-F238E27FC236}">
                <a16:creationId xmlns:a16="http://schemas.microsoft.com/office/drawing/2014/main" id="{ADDCD904-5EFF-4C5B-8222-01D5BFF7BADE}"/>
              </a:ext>
            </a:extLst>
          </p:cNvPr>
          <p:cNvPicPr>
            <a:picLocks xmlns:a="http://schemas.openxmlformats.org/drawingml/2006/main" noChangeAspect="1"/>
          </p:cNvPicPr>
          <p:nvPr/>
        </p:nvPicPr>
        <p:blipFill>
          <a:blip xmlns:r="http://schemas.openxmlformats.org/officeDocument/2006/relationships" xmlns:a="http://schemas.openxmlformats.org/drawingml/2006/main" r:embed="R8f740c05222646d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5"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7270670-D2AE-4181-A81D-FA7E3257F0CF}"/>
              </a:ext>
            </a:extLst>
          </p:cNvPr>
          <p:cNvPicPr>
            <a:picLocks xmlns:a="http://schemas.openxmlformats.org/drawingml/2006/main" noChangeAspect="1"/>
          </p:cNvPicPr>
          <p:nvPr/>
        </p:nvPicPr>
        <p:blipFill>
          <a:blip xmlns:r="http://schemas.openxmlformats.org/officeDocument/2006/relationships" xmlns:a="http://schemas.openxmlformats.org/drawingml/2006/main" r:embed="R8290feaf452f48c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6" name="known-s" descr="s(t)=m_\delta(t)*h(t)">
            <a:extLst xmlns:a="http://schemas.openxmlformats.org/drawingml/2006/main">
              <a:ext uri="{FF2B5EF4-FFF2-40B4-BE49-F238E27FC236}">
                <a16:creationId xmlns:a16="http://schemas.microsoft.com/office/drawing/2014/main" id="{FB169FB7-11EA-4CF1-8A3F-A59BC4BE92E2}"/>
              </a:ext>
            </a:extLst>
          </p:cNvPr>
          <p:cNvPicPr>
            <a:picLocks xmlns:a="http://schemas.openxmlformats.org/drawingml/2006/main" noChangeAspect="1"/>
          </p:cNvPicPr>
          <p:nvPr/>
        </p:nvPicPr>
        <p:blipFill>
          <a:blip xmlns:r="http://schemas.openxmlformats.org/officeDocument/2006/relationships" xmlns:a="http://schemas.openxmlformats.org/drawingml/2006/main" r:embed="R103ed080e90e4af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77313"/>
            <a:ext cx="2541270" cy="274499"/>
          </a:xfrm>
          <a:prstGeom xmlns:a="http://schemas.openxmlformats.org/drawingml/2006/main" prst="rect">
            <a:avLst/>
          </a:prstGeom>
        </p:spPr>
      </p:pic>
      <p:pic>
        <p:nvPicPr>
          <p:cNvPr id="17" name="same-S" descr="S(f)=\left[\frac1{T_s}\sum_k M(f-kf_s)\right]H(f)">
            <a:extLst xmlns:a="http://schemas.openxmlformats.org/drawingml/2006/main">
              <a:ext uri="{FF2B5EF4-FFF2-40B4-BE49-F238E27FC236}">
                <a16:creationId xmlns:a16="http://schemas.microsoft.com/office/drawing/2014/main" id="{B592D56A-32A1-4EFC-9884-BB24FE0895BE}"/>
              </a:ext>
            </a:extLst>
          </p:cNvPr>
          <p:cNvPicPr>
            <a:picLocks xmlns:a="http://schemas.openxmlformats.org/drawingml/2006/main" noChangeAspect="1"/>
          </p:cNvPicPr>
          <p:nvPr/>
        </p:nvPicPr>
        <p:blipFill>
          <a:blip xmlns:r="http://schemas.openxmlformats.org/officeDocument/2006/relationships" xmlns:a="http://schemas.openxmlformats.org/drawingml/2006/main" r:embed="R8d81a7e3ca9c4ea7">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545080"/>
            <a:ext cx="3934778" cy="462915"/>
          </a:xfrm>
          <a:prstGeom xmlns:a="http://schemas.openxmlformats.org/drawingml/2006/main" prst="rect">
            <a:avLst/>
          </a:prstGeom>
        </p:spPr>
      </p:pic>
      <p:pic>
        <p:nvPicPr>
          <p:cNvPr id="18" name="back-to-process" descr="\leftarrow S(f)">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7202524D-6265-4DC3-9F03-09F4C4FEB393}"/>
              </a:ext>
            </a:extLst>
          </p:cNvPr>
          <p:cNvPicPr>
            <a:picLocks xmlns:a="http://schemas.openxmlformats.org/drawingml/2006/main" noChangeAspect="1"/>
          </p:cNvPicPr>
          <p:nvPr/>
        </p:nvPicPr>
        <p:blipFill>
          <a:blip xmlns:r="http://schemas.openxmlformats.org/officeDocument/2006/relationships" xmlns:a="http://schemas.openxmlformats.org/drawingml/2006/main" r:embed="Re21aed330f2346e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19" name="same-S-updated" descr="S(f)=\left[\frac1{T_s}\sum_k M(f-kf_s)\right]T e^{-j\pi fT}\operatorname{sinc}(fT)">
            <a:extLst xmlns:a="http://schemas.openxmlformats.org/drawingml/2006/main">
              <a:ext uri="{FF2B5EF4-FFF2-40B4-BE49-F238E27FC236}">
                <a16:creationId xmlns:a16="http://schemas.microsoft.com/office/drawing/2014/main" id="{7B69B68F-63BA-42A5-9863-A6D5EF940E99}"/>
              </a:ext>
            </a:extLst>
          </p:cNvPr>
          <p:cNvPicPr>
            <a:picLocks xmlns:a="http://schemas.openxmlformats.org/drawingml/2006/main" noChangeAspect="1"/>
          </p:cNvPicPr>
          <p:nvPr/>
        </p:nvPicPr>
        <p:blipFill>
          <a:blip xmlns:r="http://schemas.openxmlformats.org/officeDocument/2006/relationships" xmlns:a="http://schemas.openxmlformats.org/drawingml/2006/main" r:embed="Rdefb0833d26142b9">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2545425"/>
            <a:ext cx="5374958" cy="461308"/>
          </a:xfrm>
          <a:prstGeom xmlns:a="http://schemas.openxmlformats.org/drawingml/2006/main" prst="rect">
            <a:avLst/>
          </a:prstGeom>
        </p:spPr>
      </p:pic>
      <p:pic>
        <p:nvPicPr>
          <p:cNvPr id="20" name="fixed-same-S" descr="S(f)=\left[\frac1{T_s}\sum_k M(f-kf_s)\right]H(f)">
            <a:extLst xmlns:a="http://schemas.openxmlformats.org/drawingml/2006/main">
              <a:ext uri="{FF2B5EF4-FFF2-40B4-BE49-F238E27FC236}">
                <a16:creationId xmlns:a16="http://schemas.microsoft.com/office/drawing/2014/main" id="{1099CF4C-193A-4C5A-AD52-474756E5D291}"/>
              </a:ext>
            </a:extLst>
          </p:cNvPr>
          <p:cNvPicPr>
            <a:picLocks xmlns:a="http://schemas.openxmlformats.org/drawingml/2006/main" noChangeAspect="1"/>
          </p:cNvPicPr>
          <p:nvPr/>
        </p:nvPicPr>
        <p:blipFill>
          <a:blip xmlns:r="http://schemas.openxmlformats.org/officeDocument/2006/relationships" xmlns:a="http://schemas.openxmlformats.org/drawingml/2006/main" r:embed="Rdeeba58c0aec4fb9">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2545080"/>
            <a:ext cx="3934778" cy="462915"/>
          </a:xfrm>
          <a:prstGeom xmlns:a="http://schemas.openxmlformats.org/drawingml/2006/main" prst="rect">
            <a:avLst/>
          </a:prstGeom>
        </p:spPr>
      </p:pic>
    </p:spTree>
    <p:extLst>
      <p:ext uri="{BB962C8B-B14F-4D97-AF65-F5344CB8AC3E}">
        <p14:creationId xmlns:p14="http://schemas.microsoft.com/office/powerpoint/2010/main" val="1726317401"/>
      </p:ext>
    </p:extLst>
  </p:cSld>
  <p:timing>
    <p:tnLst>
      <p:par>
        <p:cTn id="1" dur="indefinite" restart="never" nodeType="tmRoot">
          <p:childTnLst>
            <p:seq concurrent="1" nextAc="seek">
              <p:cTn id="2" dur="indefinite" nodeType="mainSeq">
                <p:childTnLst>
                  <p:par>
                    <p:cTn id="17" fill="hold" restart="never" repeatCount="1000">
                      <p:stCondLst>
                        <p:cond delay="indefinite"/>
                      </p:stCondLst>
                      <p:childTnLst>
                        <p:par>
                          <p:cTn id="18" fill="hold" dur="740">
                            <p:stCondLst>
                              <p:cond delay="0"/>
                            </p:stCondLst>
                            <p:childTnLst>
                              <p:par>
                                <p:cTn id="19" presetID="1" presetClass="entr" presetSubtype="0" fill="hold" nodeType="clickEffect" restart="never">
                                  <p:stCondLst>
                                    <p:cond delay="4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restart="never">
                                  <p:stCondLst>
                                    <p:cond delay="8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restart="never">
                                  <p:stCondLst>
                                    <p:cond delay="12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restart="never">
                                  <p:stCondLst>
                                    <p:cond delay="16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restart="never">
                                  <p:stCondLst>
                                    <p:cond delay="20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restart="never">
                                  <p:stCondLst>
                                    <p:cond delay="24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restart="never">
                                  <p:stCondLst>
                                    <p:cond delay="28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restart="never">
                                  <p:stCondLst>
                                    <p:cond delay="32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restart="never">
                                  <p:stCondLst>
                                    <p:cond delay="36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restart="never">
                                  <p:stCondLst>
                                    <p:cond delay="40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restart="never">
                                  <p:stCondLst>
                                    <p:cond delay="44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restart="never">
                                  <p:stCondLst>
                                    <p:cond delay="48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restart="never">
                                  <p:stCondLst>
                                    <p:cond delay="52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restart="never">
                                  <p:stCondLst>
                                    <p:cond delay="56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restart="never">
                                  <p:stCondLst>
                                    <p:cond delay="60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nodeType="withEffect" restart="never">
                                  <p:stCondLst>
                                    <p:cond delay="64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8" presetID="10" presetClass="exit" presetSubtype="0" fill="hold" nodeType="withEffect">
                                  <p:stCondLst>
                                    <p:cond delay="0"/>
                                  </p:stCondLst>
                                  <p:childTnLst>
                                    <p:animEffect transition="out" filter="fade">
                                      <p:cBhvr>
                                        <p:cTn id="15" dur="1" fill="hold">
                                          <p:stCondLst>
                                            <p:cond delay="0"/>
                                          </p:stCondLst>
                                        </p:cTn>
                                        <p:tgtEl>
                                          <p:spTgt spid="17"/>
                                        </p:tgtEl>
                                      </p:cBhvr>
                                    </p:animEffect>
                                    <p:set>
                                      <p:cBhvr>
                                        <p:cTn id="16" dur="1" fill="hold">
                                          <p:stCondLst>
                                            <p:cond delay="0"/>
                                          </p:stCondLst>
                                        </p:cTn>
                                        <p:tgtEl>
                                          <p:spTgt spid="17"/>
                                        </p:tgtEl>
                                        <p:attrNameLst>
                                          <p:attrName>style.visibility</p:attrName>
                                        </p:attrNameLst>
                                      </p:cBhvr>
                                      <p:to>
                                        <p:strVal val="hidden"/>
                                      </p:to>
                                    </p:se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ignal_zoom_r4_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s(t): read the stored values</a:t>
            </a:r>
          </a:p>
        </p:txBody>
      </p:sp>
      <p:sp>
        <p:nvSpPr>
          <p:cNvPr id="3" name="route-a-shaft">
            <a:extLst xmlns:a="http://schemas.openxmlformats.org/drawingml/2006/main">
              <a:ext uri="{FF2B5EF4-FFF2-40B4-BE49-F238E27FC236}">
                <a16:creationId xmlns:a16="http://schemas.microsoft.com/office/drawing/2014/main" id="{B04B4B79-A763-4A2E-A1A7-B8F8BC00EF50}"/>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106FC486-13E6-4FE9-8BE8-494D20065C98}"/>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D5564A6A-DC23-42C3-9A78-8A5F7CC0D653}"/>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79DA29A2-2C38-46EC-B9E3-716F07924861}"/>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D55A6DA3-D017-4FBE-85F5-6B3F2537ADFB}"/>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receiver-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F6C830B-4CD8-49E7-A65E-BFA77746CEB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8" name="pam-receiver-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19" name="pam-receiver-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0" name="pam-receiver-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1" name="pam-receiver-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receiver-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receiver-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receiver-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receiver-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receiver-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receiver-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receiver-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receiver-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receiver-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receiver-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receiver-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receiver-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9"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F07DE06-28B2-4B26-88D3-51A7F764B24C}"/>
              </a:ext>
            </a:extLst>
          </p:cNvPr>
          <p:cNvPicPr>
            <a:picLocks xmlns:a="http://schemas.openxmlformats.org/drawingml/2006/main" noChangeAspect="1"/>
          </p:cNvPicPr>
          <p:nvPr/>
        </p:nvPicPr>
        <p:blipFill>
          <a:blip xmlns:r="http://schemas.openxmlformats.org/officeDocument/2006/relationships" xmlns:a="http://schemas.openxmlformats.org/drawingml/2006/main" r:embed="R5f08da852784410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0"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1211AEE-5C56-4616-A748-E6DAA1F1EB12}"/>
              </a:ext>
            </a:extLst>
          </p:cNvPr>
          <p:cNvPicPr>
            <a:picLocks xmlns:a="http://schemas.openxmlformats.org/drawingml/2006/main" noChangeAspect="1"/>
          </p:cNvPicPr>
          <p:nvPr/>
        </p:nvPicPr>
        <p:blipFill>
          <a:blip xmlns:r="http://schemas.openxmlformats.org/officeDocument/2006/relationships" xmlns:a="http://schemas.openxmlformats.org/drawingml/2006/main" r:embed="R26beb6286cb1479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1"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54B1C9E-ABC9-471C-8F27-5FD9B4339E9C}"/>
              </a:ext>
            </a:extLst>
          </p:cNvPr>
          <p:cNvPicPr>
            <a:picLocks xmlns:a="http://schemas.openxmlformats.org/drawingml/2006/main" noChangeAspect="1"/>
          </p:cNvPicPr>
          <p:nvPr/>
        </p:nvPicPr>
        <p:blipFill>
          <a:blip xmlns:r="http://schemas.openxmlformats.org/officeDocument/2006/relationships" xmlns:a="http://schemas.openxmlformats.org/drawingml/2006/main" r:embed="R3f61ff72a15f440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2" name="representation-pair" descr="\longleftrightarrow">
            <a:extLst xmlns:a="http://schemas.openxmlformats.org/drawingml/2006/main">
              <a:ext uri="{FF2B5EF4-FFF2-40B4-BE49-F238E27FC236}">
                <a16:creationId xmlns:a16="http://schemas.microsoft.com/office/drawing/2014/main" id="{0B5C25E4-C964-41E6-BD4A-4BEF7863F27E}"/>
              </a:ext>
            </a:extLst>
          </p:cNvPr>
          <p:cNvPicPr>
            <a:picLocks xmlns:a="http://schemas.openxmlformats.org/drawingml/2006/main" noChangeAspect="1"/>
          </p:cNvPicPr>
          <p:nvPr/>
        </p:nvPicPr>
        <p:blipFill>
          <a:blip xmlns:r="http://schemas.openxmlformats.org/officeDocument/2006/relationships" xmlns:a="http://schemas.openxmlformats.org/drawingml/2006/main" r:embed="R07c08d63ec8646c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3"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9FABD823-758C-42EA-A037-6DEEADD3F79D}"/>
              </a:ext>
            </a:extLst>
          </p:cNvPr>
          <p:cNvPicPr>
            <a:picLocks xmlns:a="http://schemas.openxmlformats.org/drawingml/2006/main" noChangeAspect="1"/>
          </p:cNvPicPr>
          <p:nvPr/>
        </p:nvPicPr>
        <p:blipFill>
          <a:blip xmlns:r="http://schemas.openxmlformats.org/officeDocument/2006/relationships" xmlns:a="http://schemas.openxmlformats.org/drawingml/2006/main" r:embed="Rfdc7a3592f1740ef">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4" name="receiver-anchor" descr="m(nT_s)=s(nT_s+T/2)">
            <a:extLst xmlns:a="http://schemas.openxmlformats.org/drawingml/2006/main">
              <a:ext uri="{FF2B5EF4-FFF2-40B4-BE49-F238E27FC236}">
                <a16:creationId xmlns:a16="http://schemas.microsoft.com/office/drawing/2014/main" id="{473D8AD1-CE31-4FD1-B5F8-A765601A7F78}"/>
              </a:ext>
            </a:extLst>
          </p:cNvPr>
          <p:cNvPicPr>
            <a:picLocks xmlns:a="http://schemas.openxmlformats.org/drawingml/2006/main" noChangeAspect="1"/>
          </p:cNvPicPr>
          <p:nvPr/>
        </p:nvPicPr>
        <p:blipFill>
          <a:blip xmlns:r="http://schemas.openxmlformats.org/officeDocument/2006/relationships" xmlns:a="http://schemas.openxmlformats.org/drawingml/2006/main" r:embed="R967a939141274e8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67848"/>
            <a:ext cx="3454718" cy="293430"/>
          </a:xfrm>
          <a:prstGeom xmlns:a="http://schemas.openxmlformats.org/drawingml/2006/main" prst="rect">
            <a:avLst/>
          </a:prstGeom>
        </p:spPr>
      </p:pic>
      <p:pic>
        <p:nvPicPr>
          <p:cNvPr id="15" name="receiver-known" descr="s(t)\ \xrightarrow{\text{read}}\ m(nT_s)\ \longrightarrow\ m_\delta(t)">
            <a:extLst xmlns:a="http://schemas.openxmlformats.org/drawingml/2006/main">
              <a:ext uri="{FF2B5EF4-FFF2-40B4-BE49-F238E27FC236}">
                <a16:creationId xmlns:a16="http://schemas.microsoft.com/office/drawing/2014/main" id="{C2CD1395-FC3B-4845-8EF3-A5E733DF19B6}"/>
              </a:ext>
            </a:extLst>
          </p:cNvPr>
          <p:cNvPicPr>
            <a:picLocks xmlns:a="http://schemas.openxmlformats.org/drawingml/2006/main" noChangeAspect="1"/>
          </p:cNvPicPr>
          <p:nvPr/>
        </p:nvPicPr>
        <p:blipFill>
          <a:blip xmlns:r="http://schemas.openxmlformats.org/officeDocument/2006/relationships" xmlns:a="http://schemas.openxmlformats.org/drawingml/2006/main" r:embed="R7c659f88f8a843fe">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609493"/>
            <a:ext cx="4547235" cy="391239"/>
          </a:xfrm>
          <a:prstGeom xmlns:a="http://schemas.openxmlformats.org/drawingml/2006/main" prst="rect">
            <a:avLst/>
          </a:prstGeom>
        </p:spPr>
      </p:pic>
      <p:pic>
        <p:nvPicPr>
          <p:cNvPr id="16"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1BD03677-ACC7-406F-A0AB-0C64C484D195}"/>
              </a:ext>
            </a:extLst>
          </p:cNvPr>
          <p:cNvPicPr>
            <a:picLocks xmlns:a="http://schemas.openxmlformats.org/drawingml/2006/main" noChangeAspect="1"/>
          </p:cNvPicPr>
          <p:nvPr/>
        </p:nvPicPr>
        <p:blipFill>
          <a:blip xmlns:r="http://schemas.openxmlformats.org/officeDocument/2006/relationships" xmlns:a="http://schemas.openxmlformats.org/drawingml/2006/main" r:embed="R8101d25713af42ea">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spTree>
    <p:extLst>
      <p:ext uri="{BB962C8B-B14F-4D97-AF65-F5344CB8AC3E}">
        <p14:creationId xmlns:p14="http://schemas.microsoft.com/office/powerpoint/2010/main" val="1414794848"/>
      </p:ext>
    </p:extLst>
  </p:cSld>
  <p:timing>
    <p:tnLst>
      <p:par>
        <p:cTn id="1" dur="indefinite" restart="never" nodeType="tmRoot">
          <p:childTnLst>
            <p:seq concurrent="1" nextAc="seek">
              <p:cTn id="2" dur="indefinite" nodeType="mainSeq">
                <p:childTnLst>
                  <p:par>
                    <p:cTn id="3" fill="hold" restart="never" repeatCount="1000">
                      <p:stCondLst>
                        <p:cond delay="indefinite"/>
                      </p:stCondLst>
                      <p:childTnLst>
                        <p:par>
                          <p:cTn id="4" fill="hold" dur="740">
                            <p:stCondLst>
                              <p:cond delay="0"/>
                            </p:stCondLst>
                            <p:childTnLst>
                              <p:par>
                                <p:cTn id="5" presetID="1" presetClass="entr" presetSubtype="0" fill="hold" nodeType="clickEffect" restart="never">
                                  <p:stCondLst>
                                    <p:cond delay="4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restart="never">
                                  <p:stCondLst>
                                    <p:cond delay="8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restart="never">
                                  <p:stCondLst>
                                    <p:cond delay="12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restart="never">
                                  <p:stCondLst>
                                    <p:cond delay="16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restart="never">
                                  <p:stCondLst>
                                    <p:cond delay="20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restart="never">
                                  <p:stCondLst>
                                    <p:cond delay="24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restart="never">
                                  <p:stCondLst>
                                    <p:cond delay="28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restart="never">
                                  <p:stCondLst>
                                    <p:cond delay="32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restart="never">
                                  <p:stCondLst>
                                    <p:cond delay="36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restart="never">
                                  <p:stCondLst>
                                    <p:cond delay="40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restart="never">
                                  <p:stCondLst>
                                    <p:cond delay="44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restart="never">
                                  <p:stCondLst>
                                    <p:cond delay="48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restart="never">
                                  <p:stCondLst>
                                    <p:cond delay="52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restart="never">
                                  <p:stCondLst>
                                    <p:cond delay="56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restart="never">
                                  <p:stCondLst>
                                    <p:cond delay="60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restart="never">
                                  <p:stCondLst>
                                    <p:cond delay="64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ignal_zoom_r4_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Sample values recovered</a:t>
            </a:r>
          </a:p>
        </p:txBody>
      </p:sp>
      <p:sp>
        <p:nvSpPr>
          <p:cNvPr id="3" name="route-a-shaft">
            <a:extLst xmlns:a="http://schemas.openxmlformats.org/drawingml/2006/main">
              <a:ext uri="{FF2B5EF4-FFF2-40B4-BE49-F238E27FC236}">
                <a16:creationId xmlns:a16="http://schemas.microsoft.com/office/drawing/2014/main" id="{4F7E6456-7EF1-4313-9BAD-C821C5F07E0C}"/>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D6319EB4-8244-4AD8-9AEE-41B3F7C1D751}"/>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96BA4DE2-C468-4C1E-80B5-DC381C721C0B}"/>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DE927570-1540-4A50-BD5E-F379B1336BB6}"/>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758F95FE-586C-4A24-93EB-DD778574FCA9}"/>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receiver-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5CA4BBC6-94AD-4509-A88F-F0467F6F1B4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0" name="pam-receiver-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1" name="pam-receiver-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receiver-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receiver-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receiver-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receiver-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receiver-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receiver-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receiver-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receiver-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receiver-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receiver-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receiver-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receiver-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receiver-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receiver-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9" name="samples-ready-line">
            <a:extLst xmlns:a="http://schemas.openxmlformats.org/drawingml/2006/main">
              <a:ext uri="{FF2B5EF4-FFF2-40B4-BE49-F238E27FC236}">
                <a16:creationId xmlns:a16="http://schemas.microsoft.com/office/drawing/2014/main" id="{541B609F-134F-4EB7-9176-4D6F5F12CCD7}"/>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0"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A10017D-5AA8-462A-9B84-D9CFA50DA6F2}"/>
              </a:ext>
            </a:extLst>
          </p:cNvPr>
          <p:cNvPicPr>
            <a:picLocks xmlns:a="http://schemas.openxmlformats.org/drawingml/2006/main" noChangeAspect="1"/>
          </p:cNvPicPr>
          <p:nvPr/>
        </p:nvPicPr>
        <p:blipFill>
          <a:blip xmlns:r="http://schemas.openxmlformats.org/officeDocument/2006/relationships" xmlns:a="http://schemas.openxmlformats.org/drawingml/2006/main" r:embed="R472a307b3f92471c">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8819D73-0DCA-4F50-A081-517761C180B0}"/>
              </a:ext>
            </a:extLst>
          </p:cNvPr>
          <p:cNvPicPr>
            <a:picLocks xmlns:a="http://schemas.openxmlformats.org/drawingml/2006/main" noChangeAspect="1"/>
          </p:cNvPicPr>
          <p:nvPr/>
        </p:nvPicPr>
        <p:blipFill>
          <a:blip xmlns:r="http://schemas.openxmlformats.org/officeDocument/2006/relationships" xmlns:a="http://schemas.openxmlformats.org/drawingml/2006/main" r:embed="R96e7ac58374e4d4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2"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9A3FD57-2A8B-4EDA-8711-DC7D8AF647F7}"/>
              </a:ext>
            </a:extLst>
          </p:cNvPr>
          <p:cNvPicPr>
            <a:picLocks xmlns:a="http://schemas.openxmlformats.org/drawingml/2006/main" noChangeAspect="1"/>
          </p:cNvPicPr>
          <p:nvPr/>
        </p:nvPicPr>
        <p:blipFill>
          <a:blip xmlns:r="http://schemas.openxmlformats.org/officeDocument/2006/relationships" xmlns:a="http://schemas.openxmlformats.org/drawingml/2006/main" r:embed="R32386503c42e4b5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3" name="representation-pair" descr="\longleftrightarrow">
            <a:extLst xmlns:a="http://schemas.openxmlformats.org/drawingml/2006/main">
              <a:ext uri="{FF2B5EF4-FFF2-40B4-BE49-F238E27FC236}">
                <a16:creationId xmlns:a16="http://schemas.microsoft.com/office/drawing/2014/main" id="{40CDE178-7CE8-4133-8614-B563A77BCDA9}"/>
              </a:ext>
            </a:extLst>
          </p:cNvPr>
          <p:cNvPicPr>
            <a:picLocks xmlns:a="http://schemas.openxmlformats.org/drawingml/2006/main" noChangeAspect="1"/>
          </p:cNvPicPr>
          <p:nvPr/>
        </p:nvPicPr>
        <p:blipFill>
          <a:blip xmlns:r="http://schemas.openxmlformats.org/officeDocument/2006/relationships" xmlns:a="http://schemas.openxmlformats.org/drawingml/2006/main" r:embed="R4ab118deebff44d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4"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E612D14B-3749-4C33-9A10-F857C586E97A}"/>
              </a:ext>
            </a:extLst>
          </p:cNvPr>
          <p:cNvPicPr>
            <a:picLocks xmlns:a="http://schemas.openxmlformats.org/drawingml/2006/main" noChangeAspect="1"/>
          </p:cNvPicPr>
          <p:nvPr/>
        </p:nvPicPr>
        <p:blipFill>
          <a:blip xmlns:r="http://schemas.openxmlformats.org/officeDocument/2006/relationships" xmlns:a="http://schemas.openxmlformats.org/drawingml/2006/main" r:embed="Rad9070634b68435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5"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F5427839-D05F-4B3F-9009-3844E5361D75}"/>
              </a:ext>
            </a:extLst>
          </p:cNvPr>
          <p:cNvPicPr>
            <a:picLocks xmlns:a="http://schemas.openxmlformats.org/drawingml/2006/main" noChangeAspect="1"/>
          </p:cNvPicPr>
          <p:nvPr/>
        </p:nvPicPr>
        <p:blipFill>
          <a:blip xmlns:r="http://schemas.openxmlformats.org/officeDocument/2006/relationships" xmlns:a="http://schemas.openxmlformats.org/drawingml/2006/main" r:embed="R956cb646a9b84ca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6" name="receiver-anchor" descr="s(t)\to m(nT_s)\to m_\delta(t)">
            <a:extLst xmlns:a="http://schemas.openxmlformats.org/drawingml/2006/main">
              <a:ext uri="{FF2B5EF4-FFF2-40B4-BE49-F238E27FC236}">
                <a16:creationId xmlns:a16="http://schemas.microsoft.com/office/drawing/2014/main" id="{73A9AE6A-8E07-4406-B42E-741D2A42AA9B}"/>
              </a:ext>
            </a:extLst>
          </p:cNvPr>
          <p:cNvPicPr>
            <a:picLocks xmlns:a="http://schemas.openxmlformats.org/drawingml/2006/main" noChangeAspect="1"/>
          </p:cNvPicPr>
          <p:nvPr/>
        </p:nvPicPr>
        <p:blipFill>
          <a:blip xmlns:r="http://schemas.openxmlformats.org/officeDocument/2006/relationships" xmlns:a="http://schemas.openxmlformats.org/drawingml/2006/main" r:embed="R72569d34d2ad44ee">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052638"/>
            <a:ext cx="3853815" cy="323850"/>
          </a:xfrm>
          <a:prstGeom xmlns:a="http://schemas.openxmlformats.org/drawingml/2006/main" prst="rect">
            <a:avLst/>
          </a:prstGeom>
        </p:spPr>
      </p:pic>
      <p:pic>
        <p:nvPicPr>
          <p:cNvPr id="17" name="values-established" descr="s(nT_s+T/2)=m(nT_s),\qquad0&lt;T&lt;T_s">
            <a:extLst xmlns:a="http://schemas.openxmlformats.org/drawingml/2006/main">
              <a:ext uri="{FF2B5EF4-FFF2-40B4-BE49-F238E27FC236}">
                <a16:creationId xmlns:a16="http://schemas.microsoft.com/office/drawing/2014/main" id="{603E1735-A761-4A8D-90FD-11603CB2D0C4}"/>
              </a:ext>
            </a:extLst>
          </p:cNvPr>
          <p:cNvPicPr>
            <a:picLocks xmlns:a="http://schemas.openxmlformats.org/drawingml/2006/main" noChangeAspect="1"/>
          </p:cNvPicPr>
          <p:nvPr/>
        </p:nvPicPr>
        <p:blipFill>
          <a:blip xmlns:r="http://schemas.openxmlformats.org/officeDocument/2006/relationships" xmlns:a="http://schemas.openxmlformats.org/drawingml/2006/main" r:embed="R92b6c42cb70e4b19">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663130"/>
            <a:ext cx="5743575" cy="283964"/>
          </a:xfrm>
          <a:prstGeom xmlns:a="http://schemas.openxmlformats.org/drawingml/2006/main" prst="rect">
            <a:avLst/>
          </a:prstGeom>
        </p:spPr>
      </p:pic>
      <p:pic>
        <p:nvPicPr>
          <p:cNvPr id="18" name="samples-ready" descr="\text{Known: }m_\delta(t)\qquad\text{Recover: }m(t)">
            <a:extLst xmlns:a="http://schemas.openxmlformats.org/drawingml/2006/main">
              <a:ext uri="{FF2B5EF4-FFF2-40B4-BE49-F238E27FC236}">
                <a16:creationId xmlns:a16="http://schemas.microsoft.com/office/drawing/2014/main" id="{96E5C40D-1019-4AFF-960A-ED8C5630D331}"/>
              </a:ext>
            </a:extLst>
          </p:cNvPr>
          <p:cNvPicPr>
            <a:picLocks xmlns:a="http://schemas.openxmlformats.org/drawingml/2006/main" noChangeAspect="1"/>
          </p:cNvPicPr>
          <p:nvPr/>
        </p:nvPicPr>
        <p:blipFill>
          <a:blip xmlns:r="http://schemas.openxmlformats.org/officeDocument/2006/relationships" xmlns:a="http://schemas.openxmlformats.org/drawingml/2006/main" r:embed="R04a2ae5d56944c41">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244650"/>
            <a:ext cx="5375910" cy="321826"/>
          </a:xfrm>
          <a:prstGeom xmlns:a="http://schemas.openxmlformats.org/drawingml/2006/main" prst="rect">
            <a:avLst/>
          </a:prstGeom>
        </p:spPr>
      </p:pic>
    </p:spTree>
    <p:extLst>
      <p:ext uri="{BB962C8B-B14F-4D97-AF65-F5344CB8AC3E}">
        <p14:creationId xmlns:p14="http://schemas.microsoft.com/office/powerpoint/2010/main" val="815948953"/>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740">
                            <p:stCondLst>
                              <p:cond delay="0"/>
                            </p:stCondLst>
                            <p:childTnLst>
                              <p:par>
                                <p:cTn id="13" presetID="1" presetClass="entr" presetSubtype="0" fill="hold" nodeType="clickEffect" restart="never">
                                  <p:stCondLst>
                                    <p:cond delay="4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8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12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1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20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24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28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32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3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40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44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48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52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5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60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64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ignal_zoom_r4_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From the sample stream to m(t)</a:t>
            </a:r>
          </a:p>
        </p:txBody>
      </p:sp>
      <p:sp>
        <p:nvSpPr>
          <p:cNvPr id="3" name="route-a-shaft">
            <a:extLst xmlns:a="http://schemas.openxmlformats.org/drawingml/2006/main">
              <a:ext uri="{FF2B5EF4-FFF2-40B4-BE49-F238E27FC236}">
                <a16:creationId xmlns:a16="http://schemas.microsoft.com/office/drawing/2014/main" id="{E5F15139-C869-4924-8F06-8F418FF76898}"/>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B0FD6C63-99DB-4574-BC23-6324296180C0}"/>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28238326-009B-431B-9BC1-AC28611D9FA6}"/>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B2BA9DAC-10DF-4CAF-9048-7115AAE0A3A2}"/>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AFFD8C8C-6D36-488C-87BA-094562FFC6CA}"/>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receiver-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A770E597-57E8-4AD3-8704-5901C481CED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0" name="pam-receiver-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1" name="pam-receiver-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receiver-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receiver-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receiver-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receiver-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receiver-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receiver-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receiver-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receiver-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receiver-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receiver-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receiver-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receiver-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receiver-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receiver-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9" name="known-sample-spectrum-line">
            <a:extLst xmlns:a="http://schemas.openxmlformats.org/drawingml/2006/main">
              <a:ext uri="{FF2B5EF4-FFF2-40B4-BE49-F238E27FC236}">
                <a16:creationId xmlns:a16="http://schemas.microsoft.com/office/drawing/2014/main" id="{AF75244A-3EF4-4EB8-83A1-418F853694FA}"/>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0"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2256D68-F8F7-4109-B237-D482F19B6C0A}"/>
              </a:ext>
            </a:extLst>
          </p:cNvPr>
          <p:cNvPicPr>
            <a:picLocks xmlns:a="http://schemas.openxmlformats.org/drawingml/2006/main" noChangeAspect="1"/>
          </p:cNvPicPr>
          <p:nvPr/>
        </p:nvPicPr>
        <p:blipFill>
          <a:blip xmlns:r="http://schemas.openxmlformats.org/officeDocument/2006/relationships" xmlns:a="http://schemas.openxmlformats.org/drawingml/2006/main" r:embed="Rcfb54e3acebe4ae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86828ED-F9A9-4F60-B03C-A078D0F39382}"/>
              </a:ext>
            </a:extLst>
          </p:cNvPr>
          <p:cNvPicPr>
            <a:picLocks xmlns:a="http://schemas.openxmlformats.org/drawingml/2006/main" noChangeAspect="1"/>
          </p:cNvPicPr>
          <p:nvPr/>
        </p:nvPicPr>
        <p:blipFill>
          <a:blip xmlns:r="http://schemas.openxmlformats.org/officeDocument/2006/relationships" xmlns:a="http://schemas.openxmlformats.org/drawingml/2006/main" r:embed="Rb70503ec2ae1405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2"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83E3496-E652-4943-A46C-883753E7FB7D}"/>
              </a:ext>
            </a:extLst>
          </p:cNvPr>
          <p:cNvPicPr>
            <a:picLocks xmlns:a="http://schemas.openxmlformats.org/drawingml/2006/main" noChangeAspect="1"/>
          </p:cNvPicPr>
          <p:nvPr/>
        </p:nvPicPr>
        <p:blipFill>
          <a:blip xmlns:r="http://schemas.openxmlformats.org/officeDocument/2006/relationships" xmlns:a="http://schemas.openxmlformats.org/drawingml/2006/main" r:embed="Rc951d959d06345b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3" name="representation-pair" descr="\longleftrightarrow">
            <a:extLst xmlns:a="http://schemas.openxmlformats.org/drawingml/2006/main">
              <a:ext uri="{FF2B5EF4-FFF2-40B4-BE49-F238E27FC236}">
                <a16:creationId xmlns:a16="http://schemas.microsoft.com/office/drawing/2014/main" id="{DB95FC7C-B84D-44A7-8143-DB65F43AC712}"/>
              </a:ext>
            </a:extLst>
          </p:cNvPr>
          <p:cNvPicPr>
            <a:picLocks xmlns:a="http://schemas.openxmlformats.org/drawingml/2006/main" noChangeAspect="1"/>
          </p:cNvPicPr>
          <p:nvPr/>
        </p:nvPicPr>
        <p:blipFill>
          <a:blip xmlns:r="http://schemas.openxmlformats.org/officeDocument/2006/relationships" xmlns:a="http://schemas.openxmlformats.org/drawingml/2006/main" r:embed="R3bbffb88d7b54f1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4"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C83423A-11EB-4001-81A0-984AD743CD6D}"/>
              </a:ext>
            </a:extLst>
          </p:cNvPr>
          <p:cNvPicPr>
            <a:picLocks xmlns:a="http://schemas.openxmlformats.org/drawingml/2006/main" noChangeAspect="1"/>
          </p:cNvPicPr>
          <p:nvPr/>
        </p:nvPicPr>
        <p:blipFill>
          <a:blip xmlns:r="http://schemas.openxmlformats.org/officeDocument/2006/relationships" xmlns:a="http://schemas.openxmlformats.org/drawingml/2006/main" r:embed="Rfedb2384688743f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5"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F58B328D-A8FE-4848-B5D8-F98958F74C29}"/>
              </a:ext>
            </a:extLst>
          </p:cNvPr>
          <p:cNvPicPr>
            <a:picLocks xmlns:a="http://schemas.openxmlformats.org/drawingml/2006/main" noChangeAspect="1"/>
          </p:cNvPicPr>
          <p:nvPr/>
        </p:nvPicPr>
        <p:blipFill>
          <a:blip xmlns:r="http://schemas.openxmlformats.org/officeDocument/2006/relationships" xmlns:a="http://schemas.openxmlformats.org/drawingml/2006/main" r:embed="R8e65a37fd6cc4f2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6" name="receiver-anchor" descr="m_\delta(t)=\sum_n m(nT_s)\delta(t-nT_s)">
            <a:extLst xmlns:a="http://schemas.openxmlformats.org/drawingml/2006/main">
              <a:ext uri="{FF2B5EF4-FFF2-40B4-BE49-F238E27FC236}">
                <a16:creationId xmlns:a16="http://schemas.microsoft.com/office/drawing/2014/main" id="{8087FAE1-9FFF-4E40-AFE0-A4D53079E1D1}"/>
              </a:ext>
            </a:extLst>
          </p:cNvPr>
          <p:cNvPicPr>
            <a:picLocks xmlns:a="http://schemas.openxmlformats.org/drawingml/2006/main" noChangeAspect="1"/>
          </p:cNvPicPr>
          <p:nvPr/>
        </p:nvPicPr>
        <p:blipFill>
          <a:blip xmlns:r="http://schemas.openxmlformats.org/officeDocument/2006/relationships" xmlns:a="http://schemas.openxmlformats.org/drawingml/2006/main" r:embed="Ra4ef3613521a431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045553"/>
            <a:ext cx="4857750" cy="338018"/>
          </a:xfrm>
          <a:prstGeom xmlns:a="http://schemas.openxmlformats.org/drawingml/2006/main" prst="rect">
            <a:avLst/>
          </a:prstGeom>
        </p:spPr>
      </p:pic>
      <p:pic>
        <p:nvPicPr>
          <p:cNvPr id="17" name="receiver-goal" descr="m_\delta(t)\ \longrightarrow\ m(t)">
            <a:extLst xmlns:a="http://schemas.openxmlformats.org/drawingml/2006/main">
              <a:ext uri="{FF2B5EF4-FFF2-40B4-BE49-F238E27FC236}">
                <a16:creationId xmlns:a16="http://schemas.microsoft.com/office/drawing/2014/main" id="{9BC58445-074E-4280-AA3F-9F66256EE583}"/>
              </a:ext>
            </a:extLst>
          </p:cNvPr>
          <p:cNvPicPr>
            <a:picLocks xmlns:a="http://schemas.openxmlformats.org/drawingml/2006/main" noChangeAspect="1"/>
          </p:cNvPicPr>
          <p:nvPr/>
        </p:nvPicPr>
        <p:blipFill>
          <a:blip xmlns:r="http://schemas.openxmlformats.org/officeDocument/2006/relationships" xmlns:a="http://schemas.openxmlformats.org/drawingml/2006/main" r:embed="Rbef265d5520b48b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643188"/>
            <a:ext cx="2720340" cy="323850"/>
          </a:xfrm>
          <a:prstGeom xmlns:a="http://schemas.openxmlformats.org/drawingml/2006/main" prst="rect">
            <a:avLst/>
          </a:prstGeom>
        </p:spPr>
      </p:pic>
      <p:pic>
        <p:nvPicPr>
          <p:cNvPr id="18" name="known-sample-spectrum" descr="m_\delta(t)\quad\longleftrightarrow\quad M_\delta(f)=\frac1{T_s}\sum_k M(f-kf_s)">
            <a:extLst xmlns:a="http://schemas.openxmlformats.org/drawingml/2006/main">
              <a:ext uri="{FF2B5EF4-FFF2-40B4-BE49-F238E27FC236}">
                <a16:creationId xmlns:a16="http://schemas.microsoft.com/office/drawing/2014/main" id="{1C01D731-1B80-4E2F-B1AA-F6C23883F6B5}"/>
              </a:ext>
            </a:extLst>
          </p:cNvPr>
          <p:cNvPicPr>
            <a:picLocks xmlns:a="http://schemas.openxmlformats.org/drawingml/2006/main" noChangeAspect="1"/>
          </p:cNvPicPr>
          <p:nvPr/>
        </p:nvPicPr>
        <p:blipFill>
          <a:blip xmlns:r="http://schemas.openxmlformats.org/officeDocument/2006/relationships" xmlns:a="http://schemas.openxmlformats.org/drawingml/2006/main" r:embed="R83bf0bf75f6b4ee6">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200775"/>
            <a:ext cx="6309360" cy="409575"/>
          </a:xfrm>
          <a:prstGeom xmlns:a="http://schemas.openxmlformats.org/drawingml/2006/main" prst="rect">
            <a:avLst/>
          </a:prstGeom>
        </p:spPr>
      </p:pic>
    </p:spTree>
    <p:extLst>
      <p:ext uri="{BB962C8B-B14F-4D97-AF65-F5344CB8AC3E}">
        <p14:creationId xmlns:p14="http://schemas.microsoft.com/office/powerpoint/2010/main" val="1460321309"/>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740">
                            <p:stCondLst>
                              <p:cond delay="0"/>
                            </p:stCondLst>
                            <p:childTnLst>
                              <p:par>
                                <p:cTn id="13" presetID="1" presetClass="entr" presetSubtype="0" fill="hold" nodeType="clickEffect" restart="never">
                                  <p:stCondLst>
                                    <p:cond delay="4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restart="never">
                                  <p:stCondLst>
                                    <p:cond delay="8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restart="never">
                                  <p:stCondLst>
                                    <p:cond delay="12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restart="never">
                                  <p:stCondLst>
                                    <p:cond delay="16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restart="never">
                                  <p:stCondLst>
                                    <p:cond delay="20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restart="never">
                                  <p:stCondLst>
                                    <p:cond delay="24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restart="never">
                                  <p:stCondLst>
                                    <p:cond delay="28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restart="never">
                                  <p:stCondLst>
                                    <p:cond delay="32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restart="never">
                                  <p:stCondLst>
                                    <p:cond delay="36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restart="never">
                                  <p:stCondLst>
                                    <p:cond delay="40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restart="never">
                                  <p:stCondLst>
                                    <p:cond delay="44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restart="never">
                                  <p:stCondLst>
                                    <p:cond delay="48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restart="never">
                                  <p:stCondLst>
                                    <p:cond delay="52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restart="never">
                                  <p:stCondLst>
                                    <p:cond delay="56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restart="never">
                                  <p:stCondLst>
                                    <p:cond delay="60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restart="never">
                                  <p:stCondLst>
                                    <p:cond delay="64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ignal_zoom_r4_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The message is reconstructed</a:t>
            </a:r>
          </a:p>
        </p:txBody>
      </p:sp>
      <p:sp>
        <p:nvSpPr>
          <p:cNvPr id="3" name="route-a-shaft">
            <a:extLst xmlns:a="http://schemas.openxmlformats.org/drawingml/2006/main">
              <a:ext uri="{FF2B5EF4-FFF2-40B4-BE49-F238E27FC236}">
                <a16:creationId xmlns:a16="http://schemas.microsoft.com/office/drawing/2014/main" id="{E4CA3191-B394-48EE-AED3-8D99D23762BE}"/>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15346312-BD44-41CD-A44D-5164DD42F8DB}"/>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9649FB14-A1F9-4677-B89F-099CC11CC59D}"/>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09BFCE81-231A-4ABE-B9AB-E42A36FC715C}"/>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071C89FE-69CB-46BC-885C-D5DE9053402E}"/>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receiver-zoom-1-out" descr="Return the same known time-domain samples and reconstructed message to the full receiver process.">
            <a:extLst xmlns:a="http://schemas.openxmlformats.org/drawingml/2006/main">
              <a:ext uri="{FF2B5EF4-FFF2-40B4-BE49-F238E27FC236}">
                <a16:creationId xmlns:a16="http://schemas.microsoft.com/office/drawing/2014/main" id="{3DEC411E-8574-47A2-8691-F9488DCE02D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2" name="pam-receiver-zoom-1-out--t4-click-frame-001"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3" name="pam-receiver-zoom-1-out--t4-click-frame-002"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4" name="pam-receiver-zoom-1-out--t4-click-frame-003"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5" name="pam-receiver-zoom-1-out--t4-click-frame-004"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6" name="pam-receiver-zoom-1-out--t4-click-frame-005"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7" name="pam-receiver-zoom-1-out--t4-click-frame-006"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8" name="pam-receiver-zoom-1-out--t4-click-frame-007"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29" name="pam-receiver-zoom-1-out--t4-click-frame-008"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0" name="pam-receiver-zoom-1-out--t4-click-frame-009"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1" name="pam-receiver-zoom-1-out--t4-click-frame-010"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2" name="pam-receiver-zoom-1-out--t4-click-frame-011"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3" name="pam-receiver-zoom-1-out--t4-click-frame-012"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4" name="pam-receiver-zoom-1-out--t4-click-frame-013"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5" name="pam-receiver-zoom-1-out--t4-click-frame-014"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6" name="pam-receiver-zoom-1-out--t4-click-frame-015"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pic>
        <p:nvPicPr>
          <p:cNvPr id="37" name="pam-receiver-zoom-1-out--t4-click-frame-016" descr="Return the same known time-domain samples and reconstructed message to the full receiver proces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38500"/>
            <a:ext cx="10668000" cy="2857500"/>
          </a:xfrm>
          <a:prstGeom xmlns:a="http://schemas.openxmlformats.org/drawingml/2006/main" prst="rect">
            <a:avLst/>
          </a:prstGeom>
        </p:spPr>
      </p:pic>
      <p:sp>
        <p:nvSpPr>
          <p:cNvPr id="9" name="read-label">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D3FEE6E9-1C85-425C-8C61-7D21778C6B50}"/>
              </a:ext>
            </a:extLst>
          </p:cNvPr>
          <p:cNvSpPr>
            <a:spLocks xmlns:a="http://schemas.openxmlformats.org/drawingml/2006/main" noGrp="1"/>
          </p:cNvSpPr>
          <p:nvPr/>
        </p:nvSpPr>
        <p:spPr>
          <a:xfrm xmlns:a="http://schemas.openxmlformats.org/drawingml/2006/main">
            <a:off x="3190875" y="56864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Read heights</a:t>
            </a:r>
          </a:p>
        </p:txBody>
      </p:sp>
      <p:sp>
        <p:nvSpPr>
          <p:cNvPr id="10" name="reconstruct-label">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C93EC3B-57AC-4C47-AEC6-EC2BB9A51B79}"/>
              </a:ext>
            </a:extLst>
          </p:cNvPr>
          <p:cNvSpPr>
            <a:spLocks xmlns:a="http://schemas.openxmlformats.org/drawingml/2006/main" noGrp="1"/>
          </p:cNvSpPr>
          <p:nvPr/>
        </p:nvSpPr>
        <p:spPr>
          <a:xfrm xmlns:a="http://schemas.openxmlformats.org/drawingml/2006/main">
            <a:off x="6515100" y="5686425"/>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Shift + weight + add</a:t>
            </a:r>
          </a:p>
        </p:txBody>
      </p:sp>
      <p:sp>
        <p:nvSpPr>
          <p:cNvPr id="11" name="result-line">
            <a:extLst xmlns:a="http://schemas.openxmlformats.org/drawingml/2006/main">
              <a:ext uri="{FF2B5EF4-FFF2-40B4-BE49-F238E27FC236}">
                <a16:creationId xmlns:a16="http://schemas.microsoft.com/office/drawing/2014/main" id="{58FBF5FD-C626-4D8A-8B75-8B8CF65EF309}"/>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C0F2EB4-162B-47BD-9CD8-93DB3CABDE40}"/>
              </a:ext>
            </a:extLst>
          </p:cNvPr>
          <p:cNvPicPr>
            <a:picLocks xmlns:a="http://schemas.openxmlformats.org/drawingml/2006/main" noChangeAspect="1"/>
          </p:cNvPicPr>
          <p:nvPr/>
        </p:nvPicPr>
        <p:blipFill>
          <a:blip xmlns:r="http://schemas.openxmlformats.org/officeDocument/2006/relationships" xmlns:a="http://schemas.openxmlformats.org/drawingml/2006/main" r:embed="Rff5769c3f8b2427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C7842F1-D4FD-4A7E-BE71-ED3454EDDE98}"/>
              </a:ext>
            </a:extLst>
          </p:cNvPr>
          <p:cNvPicPr>
            <a:picLocks xmlns:a="http://schemas.openxmlformats.org/drawingml/2006/main" noChangeAspect="1"/>
          </p:cNvPicPr>
          <p:nvPr/>
        </p:nvPicPr>
        <p:blipFill>
          <a:blip xmlns:r="http://schemas.openxmlformats.org/officeDocument/2006/relationships" xmlns:a="http://schemas.openxmlformats.org/drawingml/2006/main" r:embed="Rb7d58832430d4c6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4"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83F0B9F-6CA3-49FA-8907-426E015EAEAF}"/>
              </a:ext>
            </a:extLst>
          </p:cNvPr>
          <p:cNvPicPr>
            <a:picLocks xmlns:a="http://schemas.openxmlformats.org/drawingml/2006/main" noChangeAspect="1"/>
          </p:cNvPicPr>
          <p:nvPr/>
        </p:nvPicPr>
        <p:blipFill>
          <a:blip xmlns:r="http://schemas.openxmlformats.org/officeDocument/2006/relationships" xmlns:a="http://schemas.openxmlformats.org/drawingml/2006/main" r:embed="R3cae1bdf1a8a488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5" name="representation-pair" descr="\longleftrightarrow">
            <a:extLst xmlns:a="http://schemas.openxmlformats.org/drawingml/2006/main">
              <a:ext uri="{FF2B5EF4-FFF2-40B4-BE49-F238E27FC236}">
                <a16:creationId xmlns:a16="http://schemas.microsoft.com/office/drawing/2014/main" id="{EA79A087-620A-4DE3-AD16-5524F9A016E4}"/>
              </a:ext>
            </a:extLst>
          </p:cNvPr>
          <p:cNvPicPr>
            <a:picLocks xmlns:a="http://schemas.openxmlformats.org/drawingml/2006/main" noChangeAspect="1"/>
          </p:cNvPicPr>
          <p:nvPr/>
        </p:nvPicPr>
        <p:blipFill>
          <a:blip xmlns:r="http://schemas.openxmlformats.org/officeDocument/2006/relationships" xmlns:a="http://schemas.openxmlformats.org/drawingml/2006/main" r:embed="Rb8114e908b924d7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6"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672E85E-CFB5-47C3-A783-F72CFF4BCC91}"/>
              </a:ext>
            </a:extLst>
          </p:cNvPr>
          <p:cNvPicPr>
            <a:picLocks xmlns:a="http://schemas.openxmlformats.org/drawingml/2006/main" noChangeAspect="1"/>
          </p:cNvPicPr>
          <p:nvPr/>
        </p:nvPicPr>
        <p:blipFill>
          <a:blip xmlns:r="http://schemas.openxmlformats.org/officeDocument/2006/relationships" xmlns:a="http://schemas.openxmlformats.org/drawingml/2006/main" r:embed="Rf0831fe01fe7433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7"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A163D1C4-957A-4988-8BF9-9BD88C2D5EF3}"/>
              </a:ext>
            </a:extLst>
          </p:cNvPr>
          <p:cNvPicPr>
            <a:picLocks xmlns:a="http://schemas.openxmlformats.org/drawingml/2006/main" noChangeAspect="1"/>
          </p:cNvPicPr>
          <p:nvPr/>
        </p:nvPicPr>
        <p:blipFill>
          <a:blip xmlns:r="http://schemas.openxmlformats.org/officeDocument/2006/relationships" xmlns:a="http://schemas.openxmlformats.org/drawingml/2006/main" r:embed="R921beb3f6bc04c4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8" name="time-route" descr="m(t)=T_s[h_{\mathrm{LP}}*m_\delta](t)">
            <a:extLst xmlns:a="http://schemas.openxmlformats.org/drawingml/2006/main">
              <a:ext uri="{FF2B5EF4-FFF2-40B4-BE49-F238E27FC236}">
                <a16:creationId xmlns:a16="http://schemas.microsoft.com/office/drawing/2014/main" id="{AC0D57C0-E971-4B5E-8C2B-5B1FF1166A9B}"/>
              </a:ext>
            </a:extLst>
          </p:cNvPr>
          <p:cNvPicPr>
            <a:picLocks xmlns:a="http://schemas.openxmlformats.org/drawingml/2006/main" noChangeAspect="1"/>
          </p:cNvPicPr>
          <p:nvPr/>
        </p:nvPicPr>
        <p:blipFill>
          <a:blip xmlns:r="http://schemas.openxmlformats.org/officeDocument/2006/relationships" xmlns:a="http://schemas.openxmlformats.org/drawingml/2006/main" r:embed="R65852d52ac76466e">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048917"/>
            <a:ext cx="3800475" cy="331291"/>
          </a:xfrm>
          <a:prstGeom xmlns:a="http://schemas.openxmlformats.org/drawingml/2006/main" prst="rect">
            <a:avLst/>
          </a:prstGeom>
        </p:spPr>
      </p:pic>
      <p:pic>
        <p:nvPicPr>
          <p:cNvPr id="19" name="scaled-kernel" descr="T_sh_{\mathrm{LP}}(t)=\operatorname{sinc}(t/T_s),\qquad f_sT_s=1">
            <a:extLst xmlns:a="http://schemas.openxmlformats.org/drawingml/2006/main">
              <a:ext uri="{FF2B5EF4-FFF2-40B4-BE49-F238E27FC236}">
                <a16:creationId xmlns:a16="http://schemas.microsoft.com/office/drawing/2014/main" id="{6DE38B83-9F14-4689-AFC4-04325E423301}"/>
              </a:ext>
            </a:extLst>
          </p:cNvPr>
          <p:cNvPicPr>
            <a:picLocks xmlns:a="http://schemas.openxmlformats.org/drawingml/2006/main" noChangeAspect="1"/>
          </p:cNvPicPr>
          <p:nvPr/>
        </p:nvPicPr>
        <p:blipFill>
          <a:blip xmlns:r="http://schemas.openxmlformats.org/officeDocument/2006/relationships" xmlns:a="http://schemas.openxmlformats.org/drawingml/2006/main" r:embed="R6107b79a4e3f49b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653665"/>
            <a:ext cx="5425440" cy="302895"/>
          </a:xfrm>
          <a:prstGeom xmlns:a="http://schemas.openxmlformats.org/drawingml/2006/main" prst="rect">
            <a:avLst/>
          </a:prstGeom>
        </p:spPr>
      </p:pic>
      <p:pic>
        <p:nvPicPr>
          <p:cNvPr id="20" name="interpolation-result" descr="m(t)=\sum_n m(nT_s)\operatorname{sinc}\!\left(\frac{t-nT_s}{T_s}\right)">
            <a:extLst xmlns:a="http://schemas.openxmlformats.org/drawingml/2006/main">
              <a:ext uri="{FF2B5EF4-FFF2-40B4-BE49-F238E27FC236}">
                <a16:creationId xmlns:a16="http://schemas.microsoft.com/office/drawing/2014/main" id="{C9C16463-330A-4EB0-A00A-EEF5DB154DEE}"/>
              </a:ext>
            </a:extLst>
          </p:cNvPr>
          <p:cNvPicPr>
            <a:picLocks xmlns:a="http://schemas.openxmlformats.org/drawingml/2006/main" noChangeAspect="1"/>
          </p:cNvPicPr>
          <p:nvPr/>
        </p:nvPicPr>
        <p:blipFill>
          <a:blip xmlns:r="http://schemas.openxmlformats.org/officeDocument/2006/relationships" xmlns:a="http://schemas.openxmlformats.org/drawingml/2006/main" r:embed="Rbc867a05c3dd4802">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115050"/>
            <a:ext cx="4970992" cy="581025"/>
          </a:xfrm>
          <a:prstGeom xmlns:a="http://schemas.openxmlformats.org/drawingml/2006/main" prst="rect">
            <a:avLst/>
          </a:prstGeom>
        </p:spPr>
      </p:pic>
    </p:spTree>
    <p:extLst>
      <p:ext uri="{BB962C8B-B14F-4D97-AF65-F5344CB8AC3E}">
        <p14:creationId xmlns:p14="http://schemas.microsoft.com/office/powerpoint/2010/main" val="1468921547"/>
      </p:ext>
    </p:extLst>
  </p:cSld>
  <p:timing>
    <p:tnLst>
      <p:par>
        <p:cTn id="1" dur="indefinite" restart="never" nodeType="tmRoot">
          <p:childTnLst>
            <p:seq concurrent="1" nextAc="seek">
              <p:cTn id="2" dur="indefinite" nodeType="mainSeq">
                <p:childTnLst>
                  <p:par>
                    <p:cTn id="17" fill="hold" restart="never" repeatCount="1000">
                      <p:stCondLst>
                        <p:cond delay="indefinite"/>
                      </p:stCondLst>
                      <p:childTnLst>
                        <p:par>
                          <p:cTn id="18" fill="hold" dur="740">
                            <p:stCondLst>
                              <p:cond delay="0"/>
                            </p:stCondLst>
                            <p:childTnLst>
                              <p:par>
                                <p:cTn id="19" presetID="1" presetClass="entr" presetSubtype="0" fill="hold" nodeType="clickEffect" restart="never">
                                  <p:stCondLst>
                                    <p:cond delay="4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restart="never">
                                  <p:stCondLst>
                                    <p:cond delay="8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restart="never">
                                  <p:stCondLst>
                                    <p:cond delay="12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restart="never">
                                  <p:stCondLst>
                                    <p:cond delay="16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restart="never">
                                  <p:stCondLst>
                                    <p:cond delay="20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restart="never">
                                  <p:stCondLst>
                                    <p:cond delay="24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restart="never">
                                  <p:stCondLst>
                                    <p:cond delay="28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restart="never">
                                  <p:stCondLst>
                                    <p:cond delay="32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restart="never">
                                  <p:stCondLst>
                                    <p:cond delay="36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restart="never">
                                  <p:stCondLst>
                                    <p:cond delay="40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restart="never">
                                  <p:stCondLst>
                                    <p:cond delay="44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restart="never">
                                  <p:stCondLst>
                                    <p:cond delay="48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restart="never">
                                  <p:stCondLst>
                                    <p:cond delay="52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restart="never">
                                  <p:stCondLst>
                                    <p:cond delay="56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restart="never">
                                  <p:stCondLst>
                                    <p:cond delay="60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nodeType="withEffect" restart="never">
                                  <p:stCondLst>
                                    <p:cond delay="64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ignal_zoom_r4_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AM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7B5E5687-3915-41CF-B7AD-DE96272DA91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3A0D17C-751C-49F1-8493-368126AE7241}"/>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C9BEA30E-0E3F-44D4-8A83-5BC267F27FA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a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7EC9065-6A9E-4E6E-A529-5329B0EBC60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a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a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a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a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a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a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a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a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a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a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a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a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a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a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a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a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a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E1B04FCC-864D-48DA-9FA7-1C7AE86F093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a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a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a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a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a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a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a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a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a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a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a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a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a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a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a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a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a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a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a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a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a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a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a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57C2995B-EF49-4A4E-A617-E55018AB779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a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a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a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a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a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a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a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a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a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a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a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a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a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a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a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a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1C91CDAE-7F14-4F29-A78F-37E84A96103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C7AC7E14-5CFC-4205-8C66-870EFB0C0A5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AA410D62-701D-4B03-BDBE-9AE95E830190}"/>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1046A2BD-B7D9-4917-A481-C0177D4A7ECE}"/>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F5E5129A-862B-4C24-94B2-61799747A1B6}"/>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The envelope follows the message.</a:t>
            </a:r>
          </a:p>
        </p:txBody>
      </p:sp>
      <p:pic>
        <p:nvPicPr>
          <p:cNvPr id="14" name="!!review-signal-am" descr="s(t)=A_c[1+k_am(t)]\cos(2\pi f_ct)">
            <a:extLst xmlns:a="http://schemas.openxmlformats.org/drawingml/2006/main">
              <a:ext uri="{FF2B5EF4-FFF2-40B4-BE49-F238E27FC236}">
                <a16:creationId xmlns:a16="http://schemas.microsoft.com/office/drawing/2014/main" id="{1A6D676E-A265-4C5D-B634-A191A3C11BB3}"/>
              </a:ext>
            </a:extLst>
          </p:cNvPr>
          <p:cNvPicPr>
            <a:picLocks xmlns:a="http://schemas.openxmlformats.org/drawingml/2006/main" noChangeAspect="1"/>
          </p:cNvPicPr>
          <p:nvPr/>
        </p:nvPicPr>
        <p:blipFill>
          <a:blip xmlns:r="http://schemas.openxmlformats.org/officeDocument/2006/relationships" xmlns:a="http://schemas.openxmlformats.org/drawingml/2006/main" r:embed="Rdd0d8fb2a1fa4a5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5084445" cy="321826"/>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6990BEA-C289-45CE-8FA5-8C0E45E7FCAF}"/>
              </a:ext>
            </a:extLst>
          </p:cNvPr>
          <p:cNvPicPr>
            <a:picLocks xmlns:a="http://schemas.openxmlformats.org/drawingml/2006/main" noChangeAspect="1"/>
          </p:cNvPicPr>
          <p:nvPr/>
        </p:nvPicPr>
        <p:blipFill>
          <a:blip xmlns:r="http://schemas.openxmlformats.org/officeDocument/2006/relationships" xmlns:a="http://schemas.openxmlformats.org/drawingml/2006/main" r:embed="R2e79fb4e83ce42d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F443391-ABCB-4B63-A8F9-8CC75821BD3D}"/>
              </a:ext>
            </a:extLst>
          </p:cNvPr>
          <p:cNvPicPr>
            <a:picLocks xmlns:a="http://schemas.openxmlformats.org/drawingml/2006/main" noChangeAspect="1"/>
          </p:cNvPicPr>
          <p:nvPr/>
        </p:nvPicPr>
        <p:blipFill>
          <a:blip xmlns:r="http://schemas.openxmlformats.org/officeDocument/2006/relationships" xmlns:a="http://schemas.openxmlformats.org/drawingml/2006/main" r:embed="R791aee3be67a4a4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51570" y="309205"/>
            <a:ext cx="906780" cy="181689"/>
          </a:xfrm>
          <a:prstGeom xmlns:a="http://schemas.openxmlformats.org/drawingml/2006/main" prst="rect">
            <a:avLst/>
          </a:prstGeom>
        </p:spPr>
      </p:pic>
      <p:pic>
        <p:nvPicPr>
          <p:cNvPr id="17" name="operation-before-animation" descr="m(t)=\cos(2\pi t),\quad A_c=1,\ k_a=0.6,\ f_c=8\ \mathrm{Hz}">
            <a:extLst xmlns:a="http://schemas.openxmlformats.org/drawingml/2006/main">
              <a:ext uri="{FF2B5EF4-FFF2-40B4-BE49-F238E27FC236}">
                <a16:creationId xmlns:a16="http://schemas.microsoft.com/office/drawing/2014/main" id="{ECEF8A5D-1C5F-4E7C-AA2B-4247BABFFBB8}"/>
              </a:ext>
            </a:extLst>
          </p:cNvPr>
          <p:cNvPicPr>
            <a:picLocks xmlns:a="http://schemas.openxmlformats.org/drawingml/2006/main" noChangeAspect="1"/>
          </p:cNvPicPr>
          <p:nvPr/>
        </p:nvPicPr>
        <p:blipFill>
          <a:blip xmlns:r="http://schemas.openxmlformats.org/officeDocument/2006/relationships" xmlns:a="http://schemas.openxmlformats.org/drawingml/2006/main" r:embed="R2675ea40a928409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8288"/>
            <a:ext cx="6518910" cy="276225"/>
          </a:xfrm>
          <a:prstGeom xmlns:a="http://schemas.openxmlformats.org/drawingml/2006/main" prst="rect">
            <a:avLst/>
          </a:prstGeom>
        </p:spPr>
      </p:pic>
      <p:pic>
        <p:nvPicPr>
          <p:cNvPr id="18" name="operation-result" descr="s(t)=[1+0.6\cos(2\pi t)]\cos(2\pi8t)">
            <a:extLst xmlns:a="http://schemas.openxmlformats.org/drawingml/2006/main">
              <a:ext uri="{FF2B5EF4-FFF2-40B4-BE49-F238E27FC236}">
                <a16:creationId xmlns:a16="http://schemas.microsoft.com/office/drawing/2014/main" id="{EE0C3518-0642-4418-BE2E-609EDCF4D4D9}"/>
              </a:ext>
            </a:extLst>
          </p:cNvPr>
          <p:cNvPicPr>
            <a:picLocks xmlns:a="http://schemas.openxmlformats.org/drawingml/2006/main" noChangeAspect="1"/>
          </p:cNvPicPr>
          <p:nvPr/>
        </p:nvPicPr>
        <p:blipFill>
          <a:blip xmlns:r="http://schemas.openxmlformats.org/officeDocument/2006/relationships" xmlns:a="http://schemas.openxmlformats.org/drawingml/2006/main" r:embed="R1883748b512e4d8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038"/>
            <a:ext cx="4743450" cy="285750"/>
          </a:xfrm>
          <a:prstGeom xmlns:a="http://schemas.openxmlformats.org/drawingml/2006/main" prst="rect">
            <a:avLst/>
          </a:prstGeom>
        </p:spPr>
      </p:pic>
    </p:spTree>
    <p:extLst>
      <p:ext uri="{BB962C8B-B14F-4D97-AF65-F5344CB8AC3E}">
        <p14:creationId xmlns:p14="http://schemas.microsoft.com/office/powerpoint/2010/main" val="919736442"/>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AM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BB775F9-0CBA-4E6D-B127-EE3557383A6B}"/>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B087E7C-4AE0-4FDA-AD86-0DC07BCFE8A3}"/>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936F85C2-8E63-45F5-B61F-024C0D63775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CB6184A4-5052-4B5A-821E-B76F707109CC}"/>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3037B84D-E26F-43E0-A4C3-B1A4E4F5E6BC}"/>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The envelope follows the message.</a:t>
            </a:r>
          </a:p>
        </p:txBody>
      </p:sp>
      <p:pic>
        <p:nvPicPr>
          <p:cNvPr id="8" name="review-a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FA2F77E-48BA-4CB5-A7B9-DC14306EAF2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a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a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a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a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a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a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a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a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a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a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a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a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a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a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a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a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a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447A4215-1C10-404D-AEA8-369E9066DE9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a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a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a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a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a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a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a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a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a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a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a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a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a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a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a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a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a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a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a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a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a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a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a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D9176668-17E7-4662-A60A-4983AF5158E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a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a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a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a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a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a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a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a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a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a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a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a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a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a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a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a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2E58D8B1-5781-413F-B126-7D550784409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1400E7CB-9D6E-4422-BE5D-618404EAA44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A068A94A-A6E8-4DB2-85E9-75CB729F5657}"/>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7F2F54FB-0BAB-4F0D-92F2-6DA564C7D9A4}"/>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71F565DF-D437-4B57-8B0B-661E51F7F395}"/>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The envelope follows the message.</a:t>
            </a:r>
          </a:p>
        </p:txBody>
      </p:sp>
      <p:sp>
        <p:nvSpPr>
          <p:cNvPr id="16" name="result-label-1">
            <a:extLst xmlns:a="http://schemas.openxmlformats.org/drawingml/2006/main">
              <a:ext uri="{FF2B5EF4-FFF2-40B4-BE49-F238E27FC236}">
                <a16:creationId xmlns:a16="http://schemas.microsoft.com/office/drawing/2014/main" id="{D427B884-6E10-48DD-905A-E42655CF5707}"/>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am" descr="s(t)=A_c[1+k_am(t)]\cos(2\pi f_ct)">
            <a:extLst xmlns:a="http://schemas.openxmlformats.org/drawingml/2006/main">
              <a:ext uri="{FF2B5EF4-FFF2-40B4-BE49-F238E27FC236}">
                <a16:creationId xmlns:a16="http://schemas.microsoft.com/office/drawing/2014/main" id="{DB9CD1F2-41DF-4E20-8D4A-42AD36D4CCCE}"/>
              </a:ext>
            </a:extLst>
          </p:cNvPr>
          <p:cNvPicPr>
            <a:picLocks xmlns:a="http://schemas.openxmlformats.org/drawingml/2006/main" noChangeAspect="1"/>
          </p:cNvPicPr>
          <p:nvPr/>
        </p:nvPicPr>
        <p:blipFill>
          <a:blip xmlns:r="http://schemas.openxmlformats.org/officeDocument/2006/relationships" xmlns:a="http://schemas.openxmlformats.org/drawingml/2006/main" r:embed="Rff74361c27304c0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5084445" cy="321826"/>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1676235-1E21-40DF-94F2-03BB463BA1C5}"/>
              </a:ext>
            </a:extLst>
          </p:cNvPr>
          <p:cNvPicPr>
            <a:picLocks xmlns:a="http://schemas.openxmlformats.org/drawingml/2006/main" noChangeAspect="1"/>
          </p:cNvPicPr>
          <p:nvPr/>
        </p:nvPicPr>
        <p:blipFill>
          <a:blip xmlns:r="http://schemas.openxmlformats.org/officeDocument/2006/relationships" xmlns:a="http://schemas.openxmlformats.org/drawingml/2006/main" r:embed="R6bcc044a1ba7470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1529505-54BB-45C5-9E98-90C261A891D8}"/>
              </a:ext>
            </a:extLst>
          </p:cNvPr>
          <p:cNvPicPr>
            <a:picLocks xmlns:a="http://schemas.openxmlformats.org/drawingml/2006/main" noChangeAspect="1"/>
          </p:cNvPicPr>
          <p:nvPr/>
        </p:nvPicPr>
        <p:blipFill>
          <a:blip xmlns:r="http://schemas.openxmlformats.org/officeDocument/2006/relationships" xmlns:a="http://schemas.openxmlformats.org/drawingml/2006/main" r:embed="R5b7b327d0d0f4c3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51570" y="309205"/>
            <a:ext cx="906780" cy="181689"/>
          </a:xfrm>
          <a:prstGeom xmlns:a="http://schemas.openxmlformats.org/drawingml/2006/main" prst="rect">
            <a:avLst/>
          </a:prstGeom>
        </p:spPr>
      </p:pic>
      <p:pic>
        <p:nvPicPr>
          <p:cNvPr id="20" name="operation-before-animation" descr="\cos a\cos b=\tfrac12[\cos(a-b)+\cos(a+b)]">
            <a:extLst xmlns:a="http://schemas.openxmlformats.org/drawingml/2006/main">
              <a:ext uri="{FF2B5EF4-FFF2-40B4-BE49-F238E27FC236}">
                <a16:creationId xmlns:a16="http://schemas.microsoft.com/office/drawing/2014/main" id="{B0B69FE4-EEAA-4765-8B1D-42BDAAC96424}"/>
              </a:ext>
            </a:extLst>
          </p:cNvPr>
          <p:cNvPicPr>
            <a:picLocks xmlns:a="http://schemas.openxmlformats.org/drawingml/2006/main" noChangeAspect="1"/>
          </p:cNvPicPr>
          <p:nvPr/>
        </p:nvPicPr>
        <p:blipFill>
          <a:blip xmlns:r="http://schemas.openxmlformats.org/officeDocument/2006/relationships" xmlns:a="http://schemas.openxmlformats.org/drawingml/2006/main" r:embed="R0fa426796cce4f9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14623"/>
            <a:ext cx="5275898" cy="343555"/>
          </a:xfrm>
          <a:prstGeom xmlns:a="http://schemas.openxmlformats.org/drawingml/2006/main" prst="rect">
            <a:avLst/>
          </a:prstGeom>
        </p:spPr>
      </p:pic>
      <p:pic>
        <p:nvPicPr>
          <p:cNvPr id="21" name="operation-result" descr="f_c-f_m,\ f_c,\ f_c+f_m=7,8,9\ \mathrm{Hz};\quad B_T=2W">
            <a:extLst xmlns:a="http://schemas.openxmlformats.org/drawingml/2006/main">
              <a:ext uri="{FF2B5EF4-FFF2-40B4-BE49-F238E27FC236}">
                <a16:creationId xmlns:a16="http://schemas.microsoft.com/office/drawing/2014/main" id="{172049C6-26DC-415C-9735-EBD8A1620E02}"/>
              </a:ext>
            </a:extLst>
          </p:cNvPr>
          <p:cNvPicPr>
            <a:picLocks xmlns:a="http://schemas.openxmlformats.org/drawingml/2006/main" noChangeAspect="1"/>
          </p:cNvPicPr>
          <p:nvPr/>
        </p:nvPicPr>
        <p:blipFill>
          <a:blip xmlns:r="http://schemas.openxmlformats.org/officeDocument/2006/relationships" xmlns:a="http://schemas.openxmlformats.org/drawingml/2006/main" r:embed="R16f28752cefc4b4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31111"/>
            <a:ext cx="6229350" cy="253603"/>
          </a:xfrm>
          <a:prstGeom xmlns:a="http://schemas.openxmlformats.org/drawingml/2006/main" prst="rect">
            <a:avLst/>
          </a:prstGeom>
        </p:spPr>
      </p:pic>
      <p:pic>
        <p:nvPicPr>
          <p:cNvPr id="22" name="conditions" descr="W:\text{message bandwidth};\quad f_c&gt;W">
            <a:extLst xmlns:a="http://schemas.openxmlformats.org/drawingml/2006/main">
              <a:ext uri="{FF2B5EF4-FFF2-40B4-BE49-F238E27FC236}">
                <a16:creationId xmlns:a16="http://schemas.microsoft.com/office/drawing/2014/main" id="{2B6D9148-D8F8-4F65-8F87-55653DEA2E09}"/>
              </a:ext>
            </a:extLst>
          </p:cNvPr>
          <p:cNvPicPr>
            <a:picLocks xmlns:a="http://schemas.openxmlformats.org/drawingml/2006/main" noChangeAspect="1"/>
          </p:cNvPicPr>
          <p:nvPr/>
        </p:nvPicPr>
        <p:blipFill>
          <a:blip xmlns:r="http://schemas.openxmlformats.org/officeDocument/2006/relationships" xmlns:a="http://schemas.openxmlformats.org/drawingml/2006/main" r:embed="Rb88706fac3c34c9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3148"/>
            <a:ext cx="3746182" cy="194429"/>
          </a:xfrm>
          <a:prstGeom xmlns:a="http://schemas.openxmlformats.org/drawingml/2006/main" prst="rect">
            <a:avLst/>
          </a:prstGeom>
        </p:spPr>
      </p:pic>
      <p:pic>
        <p:nvPicPr>
          <p:cNvPr id="23" name="result-1" descr="B_T=2W">
            <a:extLst xmlns:a="http://schemas.openxmlformats.org/drawingml/2006/main">
              <a:ext uri="{FF2B5EF4-FFF2-40B4-BE49-F238E27FC236}">
                <a16:creationId xmlns:a16="http://schemas.microsoft.com/office/drawing/2014/main" id="{11E8276A-7125-4185-8ECE-3EFA4AAA9909}"/>
              </a:ext>
            </a:extLst>
          </p:cNvPr>
          <p:cNvPicPr>
            <a:picLocks xmlns:a="http://schemas.openxmlformats.org/drawingml/2006/main" noChangeAspect="1"/>
          </p:cNvPicPr>
          <p:nvPr/>
        </p:nvPicPr>
        <p:blipFill>
          <a:blip xmlns:r="http://schemas.openxmlformats.org/officeDocument/2006/relationships" xmlns:a="http://schemas.openxmlformats.org/drawingml/2006/main" r:embed="R5b5715add4724ce9">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93849"/>
            <a:ext cx="1234440" cy="213777"/>
          </a:xfrm>
          <a:prstGeom xmlns:a="http://schemas.openxmlformats.org/drawingml/2006/main" prst="rect">
            <a:avLst/>
          </a:prstGeom>
        </p:spPr>
      </p:pic>
    </p:spTree>
    <p:extLst>
      <p:ext uri="{BB962C8B-B14F-4D97-AF65-F5344CB8AC3E}">
        <p14:creationId xmlns:p14="http://schemas.microsoft.com/office/powerpoint/2010/main" val="2140377475"/>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AM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F9B9BBE8-5CE6-4C3A-8FDF-8E606A0525A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85850B70-807C-483A-A614-B38E08897826}"/>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C9807DBC-72AD-4C4A-B63E-8C7C00FDB02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E80F85AD-C707-44AA-BEF5-BDFB9E446B05}"/>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A5536BBC-8B29-42DB-B186-23B73BED068E}"/>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The envelope follows the message.</a:t>
            </a:r>
          </a:p>
        </p:txBody>
      </p:sp>
      <p:sp>
        <p:nvSpPr>
          <p:cNvPr id="8" name="known-result-label-1">
            <a:extLst xmlns:a="http://schemas.openxmlformats.org/drawingml/2006/main">
              <a:ext uri="{FF2B5EF4-FFF2-40B4-BE49-F238E27FC236}">
                <a16:creationId xmlns:a16="http://schemas.microsoft.com/office/drawing/2014/main" id="{94CA5BCB-6697-45B3-8EB9-1A47B8701630}"/>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a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9830EF7-A9FA-4B5B-8933-1BE247107D6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a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a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a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a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a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a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a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a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a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a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a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a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a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a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a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a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a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1D4A9FEC-BD81-41E6-A8FF-E95A5108A86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a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a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a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a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a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a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a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a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a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a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a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a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a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a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a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a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a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a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a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a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a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a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a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a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a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a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a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a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a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a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a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a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a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a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a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a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a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DDEC2431-B694-44BC-80D4-40D2B72F89E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a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a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a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a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a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a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a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a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a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a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a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a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a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a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a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a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CCF1261C-87E4-48FC-96E5-BC65748CFE6B}"/>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1432FD7A-75FD-4960-A8BB-61C4AAABF52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4CBAAAEC-3A6A-4707-8166-CB6CC04531E8}"/>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D8477E89-F068-4728-BC6A-BB0C9D088B8E}"/>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580AE8D0-364D-46C0-A5A9-66154CAF3932}"/>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The envelope follows the message.</a:t>
            </a:r>
          </a:p>
        </p:txBody>
      </p:sp>
      <p:sp>
        <p:nvSpPr>
          <p:cNvPr id="17" name="result-label-1">
            <a:extLst xmlns:a="http://schemas.openxmlformats.org/drawingml/2006/main">
              <a:ext uri="{FF2B5EF4-FFF2-40B4-BE49-F238E27FC236}">
                <a16:creationId xmlns:a16="http://schemas.microsoft.com/office/drawing/2014/main" id="{F122B461-78A5-4572-AC65-D7D0985DE2A4}"/>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51C3E3F8-18E1-4264-9CAE-3B4DA5E7A57A}"/>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am" descr="s(t)=A_c[1+k_am(t)]\cos(2\pi f_ct)">
            <a:extLst xmlns:a="http://schemas.openxmlformats.org/drawingml/2006/main">
              <a:ext uri="{FF2B5EF4-FFF2-40B4-BE49-F238E27FC236}">
                <a16:creationId xmlns:a16="http://schemas.microsoft.com/office/drawing/2014/main" id="{022AAA39-ADCA-456C-98DB-38077764CD67}"/>
              </a:ext>
            </a:extLst>
          </p:cNvPr>
          <p:cNvPicPr>
            <a:picLocks xmlns:a="http://schemas.openxmlformats.org/drawingml/2006/main" noChangeAspect="1"/>
          </p:cNvPicPr>
          <p:nvPr/>
        </p:nvPicPr>
        <p:blipFill>
          <a:blip xmlns:r="http://schemas.openxmlformats.org/officeDocument/2006/relationships" xmlns:a="http://schemas.openxmlformats.org/drawingml/2006/main" r:embed="Rf963479dc0004dc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5084445" cy="321826"/>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FA643B3-C0FF-4F1B-854B-13CE3040AB48}"/>
              </a:ext>
            </a:extLst>
          </p:cNvPr>
          <p:cNvPicPr>
            <a:picLocks xmlns:a="http://schemas.openxmlformats.org/drawingml/2006/main" noChangeAspect="1"/>
          </p:cNvPicPr>
          <p:nvPr/>
        </p:nvPicPr>
        <p:blipFill>
          <a:blip xmlns:r="http://schemas.openxmlformats.org/officeDocument/2006/relationships" xmlns:a="http://schemas.openxmlformats.org/drawingml/2006/main" r:embed="R769753e693f24d1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375B53B-C972-479D-9922-2E04656929C9}"/>
              </a:ext>
            </a:extLst>
          </p:cNvPr>
          <p:cNvPicPr>
            <a:picLocks xmlns:a="http://schemas.openxmlformats.org/drawingml/2006/main" noChangeAspect="1"/>
          </p:cNvPicPr>
          <p:nvPr/>
        </p:nvPicPr>
        <p:blipFill>
          <a:blip xmlns:r="http://schemas.openxmlformats.org/officeDocument/2006/relationships" xmlns:a="http://schemas.openxmlformats.org/drawingml/2006/main" r:embed="R94bd523f1a434a3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51570" y="309205"/>
            <a:ext cx="906780" cy="181689"/>
          </a:xfrm>
          <a:prstGeom xmlns:a="http://schemas.openxmlformats.org/drawingml/2006/main" prst="rect">
            <a:avLst/>
          </a:prstGeom>
        </p:spPr>
      </p:pic>
      <p:pic>
        <p:nvPicPr>
          <p:cNvPr id="22" name="known-result-1" descr="B_T=2W">
            <a:extLst xmlns:a="http://schemas.openxmlformats.org/drawingml/2006/main">
              <a:ext uri="{FF2B5EF4-FFF2-40B4-BE49-F238E27FC236}">
                <a16:creationId xmlns:a16="http://schemas.microsoft.com/office/drawing/2014/main" id="{EAFA9831-AACC-40F4-BE00-56CFBCE518FD}"/>
              </a:ext>
            </a:extLst>
          </p:cNvPr>
          <p:cNvPicPr>
            <a:picLocks xmlns:a="http://schemas.openxmlformats.org/drawingml/2006/main" noChangeAspect="1"/>
          </p:cNvPicPr>
          <p:nvPr/>
        </p:nvPicPr>
        <p:blipFill>
          <a:blip xmlns:r="http://schemas.openxmlformats.org/officeDocument/2006/relationships" xmlns:a="http://schemas.openxmlformats.org/drawingml/2006/main" r:embed="Rdd513e1b2658489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93849"/>
            <a:ext cx="1234440" cy="213777"/>
          </a:xfrm>
          <a:prstGeom xmlns:a="http://schemas.openxmlformats.org/drawingml/2006/main" prst="rect">
            <a:avLst/>
          </a:prstGeom>
        </p:spPr>
      </p:pic>
      <p:pic>
        <p:nvPicPr>
          <p:cNvPr id="23" name="operation-before-animation" descr="E(t)=A_c[1+k_am(t)]\quad\text{(read the envelope)}">
            <a:extLst xmlns:a="http://schemas.openxmlformats.org/drawingml/2006/main">
              <a:ext uri="{FF2B5EF4-FFF2-40B4-BE49-F238E27FC236}">
                <a16:creationId xmlns:a16="http://schemas.microsoft.com/office/drawing/2014/main" id="{6CB5C049-39B5-4D46-82AB-67959DFFB09D}"/>
              </a:ext>
            </a:extLst>
          </p:cNvPr>
          <p:cNvPicPr>
            <a:picLocks xmlns:a="http://schemas.openxmlformats.org/drawingml/2006/main" noChangeAspect="1"/>
          </p:cNvPicPr>
          <p:nvPr/>
        </p:nvPicPr>
        <p:blipFill>
          <a:blip xmlns:r="http://schemas.openxmlformats.org/officeDocument/2006/relationships" xmlns:a="http://schemas.openxmlformats.org/drawingml/2006/main" r:embed="R79a6916888894c7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49151"/>
            <a:ext cx="6021705" cy="274499"/>
          </a:xfrm>
          <a:prstGeom xmlns:a="http://schemas.openxmlformats.org/drawingml/2006/main" prst="rect">
            <a:avLst/>
          </a:prstGeom>
        </p:spPr>
      </p:pic>
      <p:pic>
        <p:nvPicPr>
          <p:cNvPr id="24" name="operation-result" descr="\frac{E(t)}{A_c}-1=k_am(t)\quad\Rightarrow\quad m(t)=\frac{E(t)/A_c-1}{k_a}">
            <a:extLst xmlns:a="http://schemas.openxmlformats.org/drawingml/2006/main">
              <a:ext uri="{FF2B5EF4-FFF2-40B4-BE49-F238E27FC236}">
                <a16:creationId xmlns:a16="http://schemas.microsoft.com/office/drawing/2014/main" id="{51AC54AB-460E-49A4-A14C-6B63AA61F982}"/>
              </a:ext>
            </a:extLst>
          </p:cNvPr>
          <p:cNvPicPr>
            <a:picLocks xmlns:a="http://schemas.openxmlformats.org/drawingml/2006/main" noChangeAspect="1"/>
          </p:cNvPicPr>
          <p:nvPr/>
        </p:nvPicPr>
        <p:blipFill>
          <a:blip xmlns:r="http://schemas.openxmlformats.org/officeDocument/2006/relationships" xmlns:a="http://schemas.openxmlformats.org/drawingml/2006/main" r:embed="R63da71b3f0c1465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46279"/>
            <a:ext cx="6000750" cy="423267"/>
          </a:xfrm>
          <a:prstGeom xmlns:a="http://schemas.openxmlformats.org/drawingml/2006/main" prst="rect">
            <a:avLst/>
          </a:prstGeom>
        </p:spPr>
      </p:pic>
      <p:pic>
        <p:nvPicPr>
          <p:cNvPr id="25" name="conditions" descr="1+k_am(t)\ge0,\quad A_c&gt;0,\quad k_a\ne0">
            <a:extLst xmlns:a="http://schemas.openxmlformats.org/drawingml/2006/main">
              <a:ext uri="{FF2B5EF4-FFF2-40B4-BE49-F238E27FC236}">
                <a16:creationId xmlns:a16="http://schemas.microsoft.com/office/drawing/2014/main" id="{3890F241-D3C2-40B1-A4FE-3AC3C3652AB4}"/>
              </a:ext>
            </a:extLst>
          </p:cNvPr>
          <p:cNvPicPr>
            <a:picLocks xmlns:a="http://schemas.openxmlformats.org/drawingml/2006/main" noChangeAspect="1"/>
          </p:cNvPicPr>
          <p:nvPr/>
        </p:nvPicPr>
        <p:blipFill>
          <a:blip xmlns:r="http://schemas.openxmlformats.org/officeDocument/2006/relationships" xmlns:a="http://schemas.openxmlformats.org/drawingml/2006/main" r:embed="R847fc41ffdb24a6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00825"/>
            <a:ext cx="3811905" cy="219075"/>
          </a:xfrm>
          <a:prstGeom xmlns:a="http://schemas.openxmlformats.org/drawingml/2006/main" prst="rect">
            <a:avLst/>
          </a:prstGeom>
        </p:spPr>
      </p:pic>
      <p:pic>
        <p:nvPicPr>
          <p:cNvPr id="26" name="result-1" descr="B_T=2W">
            <a:extLst xmlns:a="http://schemas.openxmlformats.org/drawingml/2006/main">
              <a:ext uri="{FF2B5EF4-FFF2-40B4-BE49-F238E27FC236}">
                <a16:creationId xmlns:a16="http://schemas.microsoft.com/office/drawing/2014/main" id="{F5C0CC99-07E6-43B0-ADAD-E74600715584}"/>
              </a:ext>
            </a:extLst>
          </p:cNvPr>
          <p:cNvPicPr>
            <a:picLocks xmlns:a="http://schemas.openxmlformats.org/drawingml/2006/main" noChangeAspect="1"/>
          </p:cNvPicPr>
          <p:nvPr/>
        </p:nvPicPr>
        <p:blipFill>
          <a:blip xmlns:r="http://schemas.openxmlformats.org/officeDocument/2006/relationships" xmlns:a="http://schemas.openxmlformats.org/drawingml/2006/main" r:embed="R8c3c87b5ad034bb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93849"/>
            <a:ext cx="1234440" cy="213777"/>
          </a:xfrm>
          <a:prstGeom xmlns:a="http://schemas.openxmlformats.org/drawingml/2006/main" prst="rect">
            <a:avLst/>
          </a:prstGeom>
        </p:spPr>
      </p:pic>
      <p:pic>
        <p:nvPicPr>
          <p:cNvPr id="27" name="result-2" descr="m(t)=\frac{E(t)/A_c-1}{k_a}">
            <a:extLst xmlns:a="http://schemas.openxmlformats.org/drawingml/2006/main">
              <a:ext uri="{FF2B5EF4-FFF2-40B4-BE49-F238E27FC236}">
                <a16:creationId xmlns:a16="http://schemas.microsoft.com/office/drawing/2014/main" id="{BE2A4CC1-E11D-4306-8085-9698D14EA531}"/>
              </a:ext>
            </a:extLst>
          </p:cNvPr>
          <p:cNvPicPr>
            <a:picLocks xmlns:a="http://schemas.openxmlformats.org/drawingml/2006/main" noChangeAspect="1"/>
          </p:cNvPicPr>
          <p:nvPr/>
        </p:nvPicPr>
        <p:blipFill>
          <a:blip xmlns:r="http://schemas.openxmlformats.org/officeDocument/2006/relationships" xmlns:a="http://schemas.openxmlformats.org/drawingml/2006/main" r:embed="R983a2ab4a6264dc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57151"/>
            <a:ext cx="2134553" cy="382548"/>
          </a:xfrm>
          <a:prstGeom xmlns:a="http://schemas.openxmlformats.org/drawingml/2006/main" prst="rect">
            <a:avLst/>
          </a:prstGeom>
        </p:spPr>
      </p:pic>
    </p:spTree>
    <p:extLst>
      <p:ext uri="{BB962C8B-B14F-4D97-AF65-F5344CB8AC3E}">
        <p14:creationId xmlns:p14="http://schemas.microsoft.com/office/powerpoint/2010/main" val="667490524"/>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DSB-SC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834C700-7CE1-4CAF-89EC-39C7A37B99F7}"/>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9380071-0819-4445-A11E-34468E0E613B}"/>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849A84F0-C3C0-49A4-A2BB-A1A8F6CC15A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dsb-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7B01BE69-15D7-4331-B854-11AC857E88D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dsb-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dsb-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dsb-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dsb-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dsb-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dsb-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dsb-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dsb-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dsb-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dsb-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dsb-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dsb-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dsb-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dsb-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dsb-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dsb-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dsb-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8020417C-DB4C-487E-BC91-7D26314F26D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dsb-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dsb-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dsb-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dsb-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dsb-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dsb-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dsb-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dsb-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dsb-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dsb-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dsb-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dsb-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dsb-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dsb-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dsb-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dsb-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dsb-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dsb-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dsb-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dsb-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dsb-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dsb-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dsb-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A8EAE45A-A958-4CDA-9044-3618324FF17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dsb-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dsb-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dsb-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dsb-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dsb-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dsb-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dsb-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dsb-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dsb-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dsb-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dsb-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dsb-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dsb-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dsb-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dsb-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dsb-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2289FF57-5853-4345-A5CE-9E0F97E9122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02C3252-C73F-494F-B368-28D2F8D49AB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9D4109D5-6EB3-4FF0-B770-384A7D79E401}"/>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4A3B1424-BF64-42C3-AFFC-B4C810C4F4C2}"/>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8BF50B21-8221-4692-BF07-BFB7F59108CE}"/>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Multiply the message by the carrier; retain its sign.</a:t>
            </a:r>
          </a:p>
        </p:txBody>
      </p:sp>
      <p:pic>
        <p:nvPicPr>
          <p:cNvPr id="14" name="!!review-signal-dsb" descr="s(t)=A_cm(t)\cos(2\pi f_ct)">
            <a:extLst xmlns:a="http://schemas.openxmlformats.org/drawingml/2006/main">
              <a:ext uri="{FF2B5EF4-FFF2-40B4-BE49-F238E27FC236}">
                <a16:creationId xmlns:a16="http://schemas.microsoft.com/office/drawing/2014/main" id="{29972588-481E-4A21-85F6-7407EC9ECC0E}"/>
              </a:ext>
            </a:extLst>
          </p:cNvPr>
          <p:cNvPicPr>
            <a:picLocks xmlns:a="http://schemas.openxmlformats.org/drawingml/2006/main" noChangeAspect="1"/>
          </p:cNvPicPr>
          <p:nvPr/>
        </p:nvPicPr>
        <p:blipFill>
          <a:blip xmlns:r="http://schemas.openxmlformats.org/officeDocument/2006/relationships" xmlns:a="http://schemas.openxmlformats.org/drawingml/2006/main" r:embed="R32c10b8d85844df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3886200" cy="321826"/>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9E8B082-82AD-4B32-AD91-EFB724666BF0}"/>
              </a:ext>
            </a:extLst>
          </p:cNvPr>
          <p:cNvPicPr>
            <a:picLocks xmlns:a="http://schemas.openxmlformats.org/drawingml/2006/main" noChangeAspect="1"/>
          </p:cNvPicPr>
          <p:nvPr/>
        </p:nvPicPr>
        <p:blipFill>
          <a:blip xmlns:r="http://schemas.openxmlformats.org/officeDocument/2006/relationships" xmlns:a="http://schemas.openxmlformats.org/drawingml/2006/main" r:embed="R53d06e79853f499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DSB-SC}">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5FDFB2F-7236-48E4-B4B1-DFDB3046E8CD}"/>
              </a:ext>
            </a:extLst>
          </p:cNvPr>
          <p:cNvPicPr>
            <a:picLocks xmlns:a="http://schemas.openxmlformats.org/drawingml/2006/main" noChangeAspect="1"/>
          </p:cNvPicPr>
          <p:nvPr/>
        </p:nvPicPr>
        <p:blipFill>
          <a:blip xmlns:r="http://schemas.openxmlformats.org/officeDocument/2006/relationships" xmlns:a="http://schemas.openxmlformats.org/drawingml/2006/main" r:embed="R22ece678947f480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71460" y="290870"/>
            <a:ext cx="1786890" cy="218361"/>
          </a:xfrm>
          <a:prstGeom xmlns:a="http://schemas.openxmlformats.org/drawingml/2006/main" prst="rect">
            <a:avLst/>
          </a:prstGeom>
        </p:spPr>
      </p:pic>
      <p:pic>
        <p:nvPicPr>
          <p:cNvPr id="17" name="operation-before-animation" descr="m(t)=\cos(2\pi t),\quad A_c=1,\ f_c=8\ \mathrm{Hz}">
            <a:extLst xmlns:a="http://schemas.openxmlformats.org/drawingml/2006/main">
              <a:ext uri="{FF2B5EF4-FFF2-40B4-BE49-F238E27FC236}">
                <a16:creationId xmlns:a16="http://schemas.microsoft.com/office/drawing/2014/main" id="{473675F4-0C32-4677-96D2-005BD618B132}"/>
              </a:ext>
            </a:extLst>
          </p:cNvPr>
          <p:cNvPicPr>
            <a:picLocks xmlns:a="http://schemas.openxmlformats.org/drawingml/2006/main" noChangeAspect="1"/>
          </p:cNvPicPr>
          <p:nvPr/>
        </p:nvPicPr>
        <p:blipFill>
          <a:blip xmlns:r="http://schemas.openxmlformats.org/officeDocument/2006/relationships" xmlns:a="http://schemas.openxmlformats.org/drawingml/2006/main" r:embed="R672fb638f14942fd">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8288"/>
            <a:ext cx="5137785" cy="276225"/>
          </a:xfrm>
          <a:prstGeom xmlns:a="http://schemas.openxmlformats.org/drawingml/2006/main" prst="rect">
            <a:avLst/>
          </a:prstGeom>
        </p:spPr>
      </p:pic>
      <p:pic>
        <p:nvPicPr>
          <p:cNvPr id="18" name="operation-result" descr="s(t)=\cos(2\pi t)\cos(2\pi8t)">
            <a:extLst xmlns:a="http://schemas.openxmlformats.org/drawingml/2006/main">
              <a:ext uri="{FF2B5EF4-FFF2-40B4-BE49-F238E27FC236}">
                <a16:creationId xmlns:a16="http://schemas.microsoft.com/office/drawing/2014/main" id="{FB3D8419-811D-462A-9416-060DDD445933}"/>
              </a:ext>
            </a:extLst>
          </p:cNvPr>
          <p:cNvPicPr>
            <a:picLocks xmlns:a="http://schemas.openxmlformats.org/drawingml/2006/main" noChangeAspect="1"/>
          </p:cNvPicPr>
          <p:nvPr/>
        </p:nvPicPr>
        <p:blipFill>
          <a:blip xmlns:r="http://schemas.openxmlformats.org/officeDocument/2006/relationships" xmlns:a="http://schemas.openxmlformats.org/drawingml/2006/main" r:embed="R5fac1979ed05464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930"/>
            <a:ext cx="3514725" cy="283964"/>
          </a:xfrm>
          <a:prstGeom xmlns:a="http://schemas.openxmlformats.org/drawingml/2006/main" prst="rect">
            <a:avLst/>
          </a:prstGeom>
        </p:spPr>
      </p:pic>
    </p:spTree>
    <p:extLst>
      <p:ext uri="{BB962C8B-B14F-4D97-AF65-F5344CB8AC3E}">
        <p14:creationId xmlns:p14="http://schemas.microsoft.com/office/powerpoint/2010/main" val="199498138"/>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DSB-SC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F51F7EB9-F636-404B-8CA5-6B0FE73E0132}"/>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54B800B-D18E-4FD9-B37A-E96EF11BA01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80A66094-3BCC-4EDE-BFC9-79D0457AB9E6}"/>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F5061831-97FB-4806-AA96-CC53E7D1D5D8}"/>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1988B7E4-7D0E-4914-AA85-9448D93E6DAA}"/>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Multiply the message by the carrier; retain its sign.</a:t>
            </a:r>
          </a:p>
        </p:txBody>
      </p:sp>
      <p:pic>
        <p:nvPicPr>
          <p:cNvPr id="8" name="review-dsb-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6B6A31C-D834-4467-8205-333CB842CED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dsb-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dsb-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dsb-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dsb-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dsb-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dsb-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dsb-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dsb-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dsb-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dsb-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dsb-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dsb-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dsb-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dsb-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dsb-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dsb-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dsb-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6E930586-41C1-4B61-985D-60B327929B1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dsb-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dsb-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dsb-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dsb-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dsb-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dsb-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dsb-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dsb-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dsb-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dsb-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dsb-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dsb-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dsb-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dsb-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dsb-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dsb-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dsb-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dsb-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dsb-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dsb-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dsb-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dsb-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dsb-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21B247B4-02F9-4702-AF7D-4B4FEE2DAB9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dsb-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dsb-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dsb-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dsb-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dsb-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dsb-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dsb-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dsb-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dsb-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dsb-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dsb-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dsb-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dsb-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dsb-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dsb-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dsb-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44DFC789-8567-49DF-8F43-7D74C652ED5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BAF27D24-5181-4C29-9927-1E0849C5335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AE4A9057-1C9A-42B3-9D5A-19896B97163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7EF91975-6488-439C-AA31-16AA156005C6}"/>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9A87EC67-3D88-4E1E-9A85-A1508EBC898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Multiply the message by the carrier; retain its sign.</a:t>
            </a:r>
          </a:p>
        </p:txBody>
      </p:sp>
      <p:sp>
        <p:nvSpPr>
          <p:cNvPr id="16" name="result-label-1">
            <a:extLst xmlns:a="http://schemas.openxmlformats.org/drawingml/2006/main">
              <a:ext uri="{FF2B5EF4-FFF2-40B4-BE49-F238E27FC236}">
                <a16:creationId xmlns:a16="http://schemas.microsoft.com/office/drawing/2014/main" id="{03D4B0FA-1621-487D-9B16-6FE0CD797E6C}"/>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dsb" descr="s(t)=A_cm(t)\cos(2\pi f_ct)">
            <a:extLst xmlns:a="http://schemas.openxmlformats.org/drawingml/2006/main">
              <a:ext uri="{FF2B5EF4-FFF2-40B4-BE49-F238E27FC236}">
                <a16:creationId xmlns:a16="http://schemas.microsoft.com/office/drawing/2014/main" id="{A1B6885A-431A-4E31-B033-119B4EEFFB33}"/>
              </a:ext>
            </a:extLst>
          </p:cNvPr>
          <p:cNvPicPr>
            <a:picLocks xmlns:a="http://schemas.openxmlformats.org/drawingml/2006/main" noChangeAspect="1"/>
          </p:cNvPicPr>
          <p:nvPr/>
        </p:nvPicPr>
        <p:blipFill>
          <a:blip xmlns:r="http://schemas.openxmlformats.org/officeDocument/2006/relationships" xmlns:a="http://schemas.openxmlformats.org/drawingml/2006/main" r:embed="Rc9d08790147844b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3886200" cy="321826"/>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1E7A7C0-7785-44DC-BEE9-230E086A7A4A}"/>
              </a:ext>
            </a:extLst>
          </p:cNvPr>
          <p:cNvPicPr>
            <a:picLocks xmlns:a="http://schemas.openxmlformats.org/drawingml/2006/main" noChangeAspect="1"/>
          </p:cNvPicPr>
          <p:nvPr/>
        </p:nvPicPr>
        <p:blipFill>
          <a:blip xmlns:r="http://schemas.openxmlformats.org/officeDocument/2006/relationships" xmlns:a="http://schemas.openxmlformats.org/drawingml/2006/main" r:embed="R8eedc48c33144300">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DSB-SC}">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5929BE1-F976-4AA9-888A-3D7B74657EB5}"/>
              </a:ext>
            </a:extLst>
          </p:cNvPr>
          <p:cNvPicPr>
            <a:picLocks xmlns:a="http://schemas.openxmlformats.org/drawingml/2006/main" noChangeAspect="1"/>
          </p:cNvPicPr>
          <p:nvPr/>
        </p:nvPicPr>
        <p:blipFill>
          <a:blip xmlns:r="http://schemas.openxmlformats.org/officeDocument/2006/relationships" xmlns:a="http://schemas.openxmlformats.org/drawingml/2006/main" r:embed="Rc88055855c1440e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71460" y="290870"/>
            <a:ext cx="1786890" cy="218361"/>
          </a:xfrm>
          <a:prstGeom xmlns:a="http://schemas.openxmlformats.org/drawingml/2006/main" prst="rect">
            <a:avLst/>
          </a:prstGeom>
        </p:spPr>
      </p:pic>
      <p:pic>
        <p:nvPicPr>
          <p:cNvPr id="20" name="operation-before-animation" descr="s(t)=\tfrac12\cos[2\pi(f_c-f_m)t]+\tfrac12\cos[2\pi(f_c+f_m)t]">
            <a:extLst xmlns:a="http://schemas.openxmlformats.org/drawingml/2006/main">
              <a:ext uri="{FF2B5EF4-FFF2-40B4-BE49-F238E27FC236}">
                <a16:creationId xmlns:a16="http://schemas.microsoft.com/office/drawing/2014/main" id="{89EB3DBB-6B12-4CDC-9EBB-5B74D0CB4E49}"/>
              </a:ext>
            </a:extLst>
          </p:cNvPr>
          <p:cNvPicPr>
            <a:picLocks xmlns:a="http://schemas.openxmlformats.org/drawingml/2006/main" noChangeAspect="1"/>
          </p:cNvPicPr>
          <p:nvPr/>
        </p:nvPicPr>
        <p:blipFill>
          <a:blip xmlns:r="http://schemas.openxmlformats.org/officeDocument/2006/relationships" xmlns:a="http://schemas.openxmlformats.org/drawingml/2006/main" r:embed="Rd2d20c5cfadb4f9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13759"/>
            <a:ext cx="6270308" cy="345281"/>
          </a:xfrm>
          <a:prstGeom xmlns:a="http://schemas.openxmlformats.org/drawingml/2006/main" prst="rect">
            <a:avLst/>
          </a:prstGeom>
        </p:spPr>
      </p:pic>
      <p:pic>
        <p:nvPicPr>
          <p:cNvPr id="21" name="operation-result" descr="f_c\pm f_m=7,9\ \mathrm{Hz};\quad B_T=2W">
            <a:extLst xmlns:a="http://schemas.openxmlformats.org/drawingml/2006/main">
              <a:ext uri="{FF2B5EF4-FFF2-40B4-BE49-F238E27FC236}">
                <a16:creationId xmlns:a16="http://schemas.microsoft.com/office/drawing/2014/main" id="{6E31F1CC-2549-4D11-BD3D-FCB734F42534}"/>
              </a:ext>
            </a:extLst>
          </p:cNvPr>
          <p:cNvPicPr>
            <a:picLocks xmlns:a="http://schemas.openxmlformats.org/drawingml/2006/main" noChangeAspect="1"/>
          </p:cNvPicPr>
          <p:nvPr/>
        </p:nvPicPr>
        <p:blipFill>
          <a:blip xmlns:r="http://schemas.openxmlformats.org/officeDocument/2006/relationships" xmlns:a="http://schemas.openxmlformats.org/drawingml/2006/main" r:embed="R10e5ed6e7ba24eb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31111"/>
            <a:ext cx="4229100" cy="253603"/>
          </a:xfrm>
          <a:prstGeom xmlns:a="http://schemas.openxmlformats.org/drawingml/2006/main" prst="rect">
            <a:avLst/>
          </a:prstGeom>
        </p:spPr>
      </p:pic>
      <p:pic>
        <p:nvPicPr>
          <p:cNvPr id="22" name="conditions" descr="W:\text{message bandwidth};\quad f_c&gt;W">
            <a:extLst xmlns:a="http://schemas.openxmlformats.org/drawingml/2006/main">
              <a:ext uri="{FF2B5EF4-FFF2-40B4-BE49-F238E27FC236}">
                <a16:creationId xmlns:a16="http://schemas.microsoft.com/office/drawing/2014/main" id="{E22E9DBD-91F8-4992-A442-8660B750F49F}"/>
              </a:ext>
            </a:extLst>
          </p:cNvPr>
          <p:cNvPicPr>
            <a:picLocks xmlns:a="http://schemas.openxmlformats.org/drawingml/2006/main" noChangeAspect="1"/>
          </p:cNvPicPr>
          <p:nvPr/>
        </p:nvPicPr>
        <p:blipFill>
          <a:blip xmlns:r="http://schemas.openxmlformats.org/officeDocument/2006/relationships" xmlns:a="http://schemas.openxmlformats.org/drawingml/2006/main" r:embed="Rd592ecb135e94d7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3148"/>
            <a:ext cx="3746182" cy="194429"/>
          </a:xfrm>
          <a:prstGeom xmlns:a="http://schemas.openxmlformats.org/drawingml/2006/main" prst="rect">
            <a:avLst/>
          </a:prstGeom>
        </p:spPr>
      </p:pic>
      <p:pic>
        <p:nvPicPr>
          <p:cNvPr id="23" name="result-1" descr="B_T=2W">
            <a:extLst xmlns:a="http://schemas.openxmlformats.org/drawingml/2006/main">
              <a:ext uri="{FF2B5EF4-FFF2-40B4-BE49-F238E27FC236}">
                <a16:creationId xmlns:a16="http://schemas.microsoft.com/office/drawing/2014/main" id="{9F278F60-E90D-4039-B04F-472AD3C69445}"/>
              </a:ext>
            </a:extLst>
          </p:cNvPr>
          <p:cNvPicPr>
            <a:picLocks xmlns:a="http://schemas.openxmlformats.org/drawingml/2006/main" noChangeAspect="1"/>
          </p:cNvPicPr>
          <p:nvPr/>
        </p:nvPicPr>
        <p:blipFill>
          <a:blip xmlns:r="http://schemas.openxmlformats.org/officeDocument/2006/relationships" xmlns:a="http://schemas.openxmlformats.org/drawingml/2006/main" r:embed="Rdc4aedaf9ebd4d21">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93849"/>
            <a:ext cx="1234440" cy="213777"/>
          </a:xfrm>
          <a:prstGeom xmlns:a="http://schemas.openxmlformats.org/drawingml/2006/main" prst="rect">
            <a:avLst/>
          </a:prstGeom>
        </p:spPr>
      </p:pic>
    </p:spTree>
    <p:extLst>
      <p:ext uri="{BB962C8B-B14F-4D97-AF65-F5344CB8AC3E}">
        <p14:creationId xmlns:p14="http://schemas.microsoft.com/office/powerpoint/2010/main" val="948528036"/>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DSB-SC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D98DEA7-976D-479C-8DE3-5E8A23513A88}"/>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2EB2010-9D9A-48E5-A599-8222693DEE36}"/>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CE88A8FC-252A-4CC6-B221-53C0EBD2607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CE9BA70C-3B3E-4B10-8396-C8C8BEB6363D}"/>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B80BDC8D-370D-4345-A4E6-BDF9442B7A76}"/>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Multiply the message by the carrier; retain its sign.</a:t>
            </a:r>
          </a:p>
        </p:txBody>
      </p:sp>
      <p:sp>
        <p:nvSpPr>
          <p:cNvPr id="8" name="known-result-label-1">
            <a:extLst xmlns:a="http://schemas.openxmlformats.org/drawingml/2006/main">
              <a:ext uri="{FF2B5EF4-FFF2-40B4-BE49-F238E27FC236}">
                <a16:creationId xmlns:a16="http://schemas.microsoft.com/office/drawing/2014/main" id="{BE6B9642-0BF4-4D66-9784-1540E36F6333}"/>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dsb-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4C813193-8944-46E5-B238-0C19987DEE4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dsb-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dsb-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dsb-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dsb-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dsb-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dsb-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dsb-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dsb-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dsb-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dsb-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dsb-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dsb-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dsb-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dsb-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dsb-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dsb-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dsb-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690364B2-57DB-453A-A357-187D169D46E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dsb-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dsb-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dsb-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dsb-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dsb-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dsb-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dsb-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dsb-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dsb-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dsb-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dsb-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dsb-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dsb-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dsb-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dsb-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dsb-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dsb-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dsb-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dsb-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dsb-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dsb-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dsb-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dsb-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dsb-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dsb-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dsb-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dsb-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dsb-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dsb-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dsb-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dsb-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dsb-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dsb-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dsb-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dsb-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dsb-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dsb-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32F42A5-1FFB-4447-8F1B-9F50FED3310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dsb-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dsb-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dsb-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dsb-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dsb-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dsb-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dsb-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dsb-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dsb-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dsb-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dsb-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dsb-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dsb-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dsb-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dsb-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dsb-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FF8B5688-3944-4744-B293-9ADB11450CD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7B69B79E-FF37-4BAC-8C2F-4BF940FCA1F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757F4A66-6B6B-4D22-A204-58C4ACBBB538}"/>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71FA74E4-1EDF-4DF1-8464-CDA030C16905}"/>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EF1A3193-60C3-4DC4-9C4F-C9746EB5CA1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Multiply the message by the carrier; retain its sign.</a:t>
            </a:r>
          </a:p>
        </p:txBody>
      </p:sp>
      <p:sp>
        <p:nvSpPr>
          <p:cNvPr id="17" name="result-label-1">
            <a:extLst xmlns:a="http://schemas.openxmlformats.org/drawingml/2006/main">
              <a:ext uri="{FF2B5EF4-FFF2-40B4-BE49-F238E27FC236}">
                <a16:creationId xmlns:a16="http://schemas.microsoft.com/office/drawing/2014/main" id="{82F995A7-B9CE-48F3-B1FA-03842810E456}"/>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B32D2B32-C8C4-4E5A-A725-AB897D27EA96}"/>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dsb" descr="s(t)=A_cm(t)\cos(2\pi f_ct)">
            <a:extLst xmlns:a="http://schemas.openxmlformats.org/drawingml/2006/main">
              <a:ext uri="{FF2B5EF4-FFF2-40B4-BE49-F238E27FC236}">
                <a16:creationId xmlns:a16="http://schemas.microsoft.com/office/drawing/2014/main" id="{1E85BBBD-EFFF-40A8-BAC1-16EB626F3446}"/>
              </a:ext>
            </a:extLst>
          </p:cNvPr>
          <p:cNvPicPr>
            <a:picLocks xmlns:a="http://schemas.openxmlformats.org/drawingml/2006/main" noChangeAspect="1"/>
          </p:cNvPicPr>
          <p:nvPr/>
        </p:nvPicPr>
        <p:blipFill>
          <a:blip xmlns:r="http://schemas.openxmlformats.org/officeDocument/2006/relationships" xmlns:a="http://schemas.openxmlformats.org/drawingml/2006/main" r:embed="Rfacb1db5907944c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3886200" cy="321826"/>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A6FA6E5-88DB-43A4-86CA-CF7AD3802022}"/>
              </a:ext>
            </a:extLst>
          </p:cNvPr>
          <p:cNvPicPr>
            <a:picLocks xmlns:a="http://schemas.openxmlformats.org/drawingml/2006/main" noChangeAspect="1"/>
          </p:cNvPicPr>
          <p:nvPr/>
        </p:nvPicPr>
        <p:blipFill>
          <a:blip xmlns:r="http://schemas.openxmlformats.org/officeDocument/2006/relationships" xmlns:a="http://schemas.openxmlformats.org/drawingml/2006/main" r:embed="R02afde139452466b">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DSB-SC}">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D062E58-4EFE-4278-AA29-4405ACDF1046}"/>
              </a:ext>
            </a:extLst>
          </p:cNvPr>
          <p:cNvPicPr>
            <a:picLocks xmlns:a="http://schemas.openxmlformats.org/drawingml/2006/main" noChangeAspect="1"/>
          </p:cNvPicPr>
          <p:nvPr/>
        </p:nvPicPr>
        <p:blipFill>
          <a:blip xmlns:r="http://schemas.openxmlformats.org/officeDocument/2006/relationships" xmlns:a="http://schemas.openxmlformats.org/drawingml/2006/main" r:embed="R55645774a6fa4b4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71460" y="290870"/>
            <a:ext cx="1786890" cy="218361"/>
          </a:xfrm>
          <a:prstGeom xmlns:a="http://schemas.openxmlformats.org/drawingml/2006/main" prst="rect">
            <a:avLst/>
          </a:prstGeom>
        </p:spPr>
      </p:pic>
      <p:pic>
        <p:nvPicPr>
          <p:cNvPr id="22" name="known-result-1" descr="B_T=2W">
            <a:extLst xmlns:a="http://schemas.openxmlformats.org/drawingml/2006/main">
              <a:ext uri="{FF2B5EF4-FFF2-40B4-BE49-F238E27FC236}">
                <a16:creationId xmlns:a16="http://schemas.microsoft.com/office/drawing/2014/main" id="{1ACB34B5-0DE1-48B7-9371-D3930ECC143D}"/>
              </a:ext>
            </a:extLst>
          </p:cNvPr>
          <p:cNvPicPr>
            <a:picLocks xmlns:a="http://schemas.openxmlformats.org/drawingml/2006/main" noChangeAspect="1"/>
          </p:cNvPicPr>
          <p:nvPr/>
        </p:nvPicPr>
        <p:blipFill>
          <a:blip xmlns:r="http://schemas.openxmlformats.org/officeDocument/2006/relationships" xmlns:a="http://schemas.openxmlformats.org/drawingml/2006/main" r:embed="Rdd3ee351319f48c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93849"/>
            <a:ext cx="1234440" cy="213777"/>
          </a:xfrm>
          <a:prstGeom xmlns:a="http://schemas.openxmlformats.org/drawingml/2006/main" prst="rect">
            <a:avLst/>
          </a:prstGeom>
        </p:spPr>
      </p:pic>
      <p:pic>
        <p:nvPicPr>
          <p:cNvPr id="23" name="operation-before-animation" descr="2s(t)\cos(2\pi f_ct)=A_cm(t)[1+\cos(4\pi f_ct)]">
            <a:extLst xmlns:a="http://schemas.openxmlformats.org/drawingml/2006/main">
              <a:ext uri="{FF2B5EF4-FFF2-40B4-BE49-F238E27FC236}">
                <a16:creationId xmlns:a16="http://schemas.microsoft.com/office/drawing/2014/main" id="{4423A5A4-4795-43F8-B811-8940991C64A5}"/>
              </a:ext>
            </a:extLst>
          </p:cNvPr>
          <p:cNvPicPr>
            <a:picLocks xmlns:a="http://schemas.openxmlformats.org/drawingml/2006/main" noChangeAspect="1"/>
          </p:cNvPicPr>
          <p:nvPr/>
        </p:nvPicPr>
        <p:blipFill>
          <a:blip xmlns:r="http://schemas.openxmlformats.org/officeDocument/2006/relationships" xmlns:a="http://schemas.openxmlformats.org/drawingml/2006/main" r:embed="R383223c12b6c47e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49151"/>
            <a:ext cx="5552123" cy="274499"/>
          </a:xfrm>
          <a:prstGeom xmlns:a="http://schemas.openxmlformats.org/drawingml/2006/main" prst="rect">
            <a:avLst/>
          </a:prstGeom>
        </p:spPr>
      </p:pic>
      <p:pic>
        <p:nvPicPr>
          <p:cNvPr id="24" name="operation-result" descr="\operatorname{LPF}\{2s\cos(2\pi f_ct)\}=A_cm\quad\Rightarrow\quad m=\frac{\operatorname{LPF}\{2s\cos(2\pi f_ct)\}}{A_c}">
            <a:extLst xmlns:a="http://schemas.openxmlformats.org/drawingml/2006/main">
              <a:ext uri="{FF2B5EF4-FFF2-40B4-BE49-F238E27FC236}">
                <a16:creationId xmlns:a16="http://schemas.microsoft.com/office/drawing/2014/main" id="{561732A6-6773-4DDF-A7C3-5DF4A5B53104}"/>
              </a:ext>
            </a:extLst>
          </p:cNvPr>
          <p:cNvPicPr>
            <a:picLocks xmlns:a="http://schemas.openxmlformats.org/drawingml/2006/main" noChangeAspect="1"/>
          </p:cNvPicPr>
          <p:nvPr/>
        </p:nvPicPr>
        <p:blipFill>
          <a:blip xmlns:r="http://schemas.openxmlformats.org/officeDocument/2006/relationships" xmlns:a="http://schemas.openxmlformats.org/drawingml/2006/main" r:embed="R25394099a630477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46279"/>
            <a:ext cx="7858125" cy="423267"/>
          </a:xfrm>
          <a:prstGeom xmlns:a="http://schemas.openxmlformats.org/drawingml/2006/main" prst="rect">
            <a:avLst/>
          </a:prstGeom>
        </p:spPr>
      </p:pic>
      <p:pic>
        <p:nvPicPr>
          <p:cNvPr id="25" name="conditions" descr="A_c\ne0;\quad\text{matched carrier frequency and phase}">
            <a:extLst xmlns:a="http://schemas.openxmlformats.org/drawingml/2006/main">
              <a:ext uri="{FF2B5EF4-FFF2-40B4-BE49-F238E27FC236}">
                <a16:creationId xmlns:a16="http://schemas.microsoft.com/office/drawing/2014/main" id="{EB222618-2975-4AF6-9455-782BE6650FB3}"/>
              </a:ext>
            </a:extLst>
          </p:cNvPr>
          <p:cNvPicPr>
            <a:picLocks xmlns:a="http://schemas.openxmlformats.org/drawingml/2006/main" noChangeAspect="1"/>
          </p:cNvPicPr>
          <p:nvPr/>
        </p:nvPicPr>
        <p:blipFill>
          <a:blip xmlns:r="http://schemas.openxmlformats.org/officeDocument/2006/relationships" xmlns:a="http://schemas.openxmlformats.org/drawingml/2006/main" r:embed="Rb304cd1bd64643e6">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148"/>
            <a:ext cx="5192077" cy="194429"/>
          </a:xfrm>
          <a:prstGeom xmlns:a="http://schemas.openxmlformats.org/drawingml/2006/main" prst="rect">
            <a:avLst/>
          </a:prstGeom>
        </p:spPr>
      </p:pic>
      <p:pic>
        <p:nvPicPr>
          <p:cNvPr id="26" name="result-1" descr="B_T=2W">
            <a:extLst xmlns:a="http://schemas.openxmlformats.org/drawingml/2006/main">
              <a:ext uri="{FF2B5EF4-FFF2-40B4-BE49-F238E27FC236}">
                <a16:creationId xmlns:a16="http://schemas.microsoft.com/office/drawing/2014/main" id="{49E732A0-103C-467C-BE3B-9414B8EDDB85}"/>
              </a:ext>
            </a:extLst>
          </p:cNvPr>
          <p:cNvPicPr>
            <a:picLocks xmlns:a="http://schemas.openxmlformats.org/drawingml/2006/main" noChangeAspect="1"/>
          </p:cNvPicPr>
          <p:nvPr/>
        </p:nvPicPr>
        <p:blipFill>
          <a:blip xmlns:r="http://schemas.openxmlformats.org/officeDocument/2006/relationships" xmlns:a="http://schemas.openxmlformats.org/drawingml/2006/main" r:embed="R193a2c69dcbc498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93849"/>
            <a:ext cx="1234440" cy="213777"/>
          </a:xfrm>
          <a:prstGeom xmlns:a="http://schemas.openxmlformats.org/drawingml/2006/main" prst="rect">
            <a:avLst/>
          </a:prstGeom>
        </p:spPr>
      </p:pic>
      <p:pic>
        <p:nvPicPr>
          <p:cNvPr id="27" name="result-2" descr="m(t)=\frac1{A_c}\operatorname{LPF}\{2s(t)\cos(2\pi f_ct)\}">
            <a:extLst xmlns:a="http://schemas.openxmlformats.org/drawingml/2006/main">
              <a:ext uri="{FF2B5EF4-FFF2-40B4-BE49-F238E27FC236}">
                <a16:creationId xmlns:a16="http://schemas.microsoft.com/office/drawing/2014/main" id="{2DFDB243-5D27-4678-8224-D676A4765E46}"/>
              </a:ext>
            </a:extLst>
          </p:cNvPr>
          <p:cNvPicPr>
            <a:picLocks xmlns:a="http://schemas.openxmlformats.org/drawingml/2006/main" noChangeAspect="1"/>
          </p:cNvPicPr>
          <p:nvPr/>
        </p:nvPicPr>
        <p:blipFill>
          <a:blip xmlns:r="http://schemas.openxmlformats.org/officeDocument/2006/relationships" xmlns:a="http://schemas.openxmlformats.org/drawingml/2006/main" r:embed="Ra7731d9b6f0448fb">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75636"/>
            <a:ext cx="4140518" cy="345579"/>
          </a:xfrm>
          <a:prstGeom xmlns:a="http://schemas.openxmlformats.org/drawingml/2006/main" prst="rect">
            <a:avLst/>
          </a:prstGeom>
        </p:spPr>
      </p:pic>
    </p:spTree>
    <p:extLst>
      <p:ext uri="{BB962C8B-B14F-4D97-AF65-F5344CB8AC3E}">
        <p14:creationId xmlns:p14="http://schemas.microsoft.com/office/powerpoint/2010/main" val="847749891"/>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SSB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0162F39-B301-4D87-9BC5-80BAC266D18B}"/>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475C998-2337-460F-BA5B-4D0084DC7C74}"/>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715626F6-96F6-4703-9018-E59D453016A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ssb-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406DAA2D-11D7-41D4-8B8D-1D66B408405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ssb-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ssb-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ssb-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ssb-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ssb-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ssb-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ssb-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ssb-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ssb-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ssb-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ssb-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ssb-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ssb-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ssb-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ssb-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ssb-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ssb-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198D547F-AED0-4EA9-9B85-AE875DF3541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ssb-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ssb-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ssb-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ssb-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ssb-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ssb-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ssb-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ssb-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ssb-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ssb-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ssb-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ssb-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ssb-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ssb-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ssb-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ssb-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ssb-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ssb-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ssb-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ssb-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ssb-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ssb-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ssb-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2B97983-024C-46AE-8D83-7A1BC6643B2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ssb-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ssb-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ssb-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ssb-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ssb-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ssb-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ssb-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ssb-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ssb-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ssb-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ssb-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ssb-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ssb-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ssb-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ssb-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ssb-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467F3C5D-7D19-4B41-97B6-B03A7402EF4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B65B1206-15E4-4FE9-BB16-4C30A3131BE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1D4AFA62-000F-4462-AE98-20A47CEEA03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C9E47A16-EEF5-48EE-B0F3-5A1407BD316D}"/>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BB64A8F1-0192-4A13-BCA4-0B177F481F71}"/>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Keep one sideband and its negative-frequency mirror.</a:t>
            </a:r>
          </a:p>
        </p:txBody>
      </p:sp>
      <p:pic>
        <p:nvPicPr>
          <p:cNvPr id="14" name="!!review-signal-ssb" descr="s(t)=\mathrm{BPF}_{\mathrm{USB}}\!\left\{A_cm(t)\cos(2\pi f_ct)\right\}">
            <a:extLst xmlns:a="http://schemas.openxmlformats.org/drawingml/2006/main">
              <a:ext uri="{FF2B5EF4-FFF2-40B4-BE49-F238E27FC236}">
                <a16:creationId xmlns:a16="http://schemas.microsoft.com/office/drawing/2014/main" id="{9CC014FE-77CC-4F81-AB31-ABB10586AAC6}"/>
              </a:ext>
            </a:extLst>
          </p:cNvPr>
          <p:cNvPicPr>
            <a:picLocks xmlns:a="http://schemas.openxmlformats.org/drawingml/2006/main" noChangeAspect="1"/>
          </p:cNvPicPr>
          <p:nvPr/>
        </p:nvPicPr>
        <p:blipFill>
          <a:blip xmlns:r="http://schemas.openxmlformats.org/officeDocument/2006/relationships" xmlns:a="http://schemas.openxmlformats.org/drawingml/2006/main" r:embed="R7861443afcaa4e0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2088"/>
            <a:ext cx="5634990" cy="323850"/>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DC28349-3C94-4B1B-9FD1-A23488CCC90C}"/>
              </a:ext>
            </a:extLst>
          </p:cNvPr>
          <p:cNvPicPr>
            <a:picLocks xmlns:a="http://schemas.openxmlformats.org/drawingml/2006/main" noChangeAspect="1"/>
          </p:cNvPicPr>
          <p:nvPr/>
        </p:nvPicPr>
        <p:blipFill>
          <a:blip xmlns:r="http://schemas.openxmlformats.org/officeDocument/2006/relationships" xmlns:a="http://schemas.openxmlformats.org/drawingml/2006/main" r:embed="R84fa626111a24de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SSB}">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5EB5239C-FC77-4979-A2C3-3F0587A236C4}"/>
              </a:ext>
            </a:extLst>
          </p:cNvPr>
          <p:cNvPicPr>
            <a:picLocks xmlns:a="http://schemas.openxmlformats.org/drawingml/2006/main" noChangeAspect="1"/>
          </p:cNvPicPr>
          <p:nvPr/>
        </p:nvPicPr>
        <p:blipFill>
          <a:blip xmlns:r="http://schemas.openxmlformats.org/officeDocument/2006/relationships" xmlns:a="http://schemas.openxmlformats.org/drawingml/2006/main" r:embed="R7df8fbbb81194df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698230" y="307538"/>
            <a:ext cx="960120" cy="185023"/>
          </a:xfrm>
          <a:prstGeom xmlns:a="http://schemas.openxmlformats.org/drawingml/2006/main" prst="rect">
            <a:avLst/>
          </a:prstGeom>
        </p:spPr>
      </p:pic>
      <p:pic>
        <p:nvPicPr>
          <p:cNvPr id="17" name="operation-before-animation" descr="\cos(2\pi t)\cos(2\pi8t)=\tfrac12\cos(2\pi7t)+\tfrac12\cos(2\pi9t)">
            <a:extLst xmlns:a="http://schemas.openxmlformats.org/drawingml/2006/main">
              <a:ext uri="{FF2B5EF4-FFF2-40B4-BE49-F238E27FC236}">
                <a16:creationId xmlns:a16="http://schemas.microsoft.com/office/drawing/2014/main" id="{A9E8ABBF-D75F-4F9F-A5B0-1F08BE1B6E4F}"/>
              </a:ext>
            </a:extLst>
          </p:cNvPr>
          <p:cNvPicPr>
            <a:picLocks xmlns:a="http://schemas.openxmlformats.org/drawingml/2006/main" noChangeAspect="1"/>
          </p:cNvPicPr>
          <p:nvPr/>
        </p:nvPicPr>
        <p:blipFill>
          <a:blip xmlns:r="http://schemas.openxmlformats.org/officeDocument/2006/relationships" xmlns:a="http://schemas.openxmlformats.org/drawingml/2006/main" r:embed="R95acba68d2784fc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14623"/>
            <a:ext cx="6353175" cy="343555"/>
          </a:xfrm>
          <a:prstGeom xmlns:a="http://schemas.openxmlformats.org/drawingml/2006/main" prst="rect">
            <a:avLst/>
          </a:prstGeom>
        </p:spPr>
      </p:pic>
      <p:pic>
        <p:nvPicPr>
          <p:cNvPr id="18" name="operation-result" descr="\text{Keep USB: }s(t)=\tfrac12\cos(2\pi9t)">
            <a:extLst xmlns:a="http://schemas.openxmlformats.org/drawingml/2006/main">
              <a:ext uri="{FF2B5EF4-FFF2-40B4-BE49-F238E27FC236}">
                <a16:creationId xmlns:a16="http://schemas.microsoft.com/office/drawing/2014/main" id="{7613131C-F828-4E79-92C7-F859DD9C514B}"/>
              </a:ext>
            </a:extLst>
          </p:cNvPr>
          <p:cNvPicPr>
            <a:picLocks xmlns:a="http://schemas.openxmlformats.org/drawingml/2006/main" noChangeAspect="1"/>
          </p:cNvPicPr>
          <p:nvPr/>
        </p:nvPicPr>
        <p:blipFill>
          <a:blip xmlns:r="http://schemas.openxmlformats.org/officeDocument/2006/relationships" xmlns:a="http://schemas.openxmlformats.org/drawingml/2006/main" r:embed="R6087aa7b103f44f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979319"/>
            <a:ext cx="4257675" cy="357188"/>
          </a:xfrm>
          <a:prstGeom xmlns:a="http://schemas.openxmlformats.org/drawingml/2006/main" prst="rect">
            <a:avLst/>
          </a:prstGeom>
        </p:spPr>
      </p:pic>
    </p:spTree>
    <p:extLst>
      <p:ext uri="{BB962C8B-B14F-4D97-AF65-F5344CB8AC3E}">
        <p14:creationId xmlns:p14="http://schemas.microsoft.com/office/powerpoint/2010/main" val="1824593133"/>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SSB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B550AF7-22CA-4B38-A290-4BE32DB7409D}"/>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A0C0EE77-7082-4393-9F32-A402F6944F76}"/>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68A6D843-BE67-4643-9EB1-3611FED377A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2B2D6849-DCDA-42CD-AD5E-5722F4F875D8}"/>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18BC6231-77C1-4C76-90B4-182F84BC157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Keep one sideband and its negative-frequency mirror.</a:t>
            </a:r>
          </a:p>
        </p:txBody>
      </p:sp>
      <p:pic>
        <p:nvPicPr>
          <p:cNvPr id="8" name="review-ssb-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8F1E4960-844B-4066-B91B-34A83481447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ssb-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ssb-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ssb-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ssb-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ssb-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ssb-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ssb-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ssb-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ssb-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ssb-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ssb-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ssb-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ssb-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ssb-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ssb-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ssb-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ssb-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1447DD24-D7AB-488D-A6C4-32AEC6D646C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ssb-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ssb-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ssb-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ssb-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ssb-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ssb-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ssb-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ssb-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ssb-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ssb-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ssb-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ssb-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ssb-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ssb-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ssb-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ssb-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ssb-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ssb-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ssb-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ssb-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ssb-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ssb-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ssb-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E14A927-0911-48B0-8125-4A4C2527384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ssb-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ssb-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ssb-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ssb-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ssb-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ssb-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ssb-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ssb-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ssb-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ssb-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ssb-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ssb-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ssb-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ssb-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ssb-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ssb-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6D35F6E-F5B1-40A0-A8F6-3294E3FA5270}"/>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5ECD7B66-43CB-4CA1-B116-2B025C42E054}"/>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DE54B75F-7A44-434F-BC6F-A1EB1628F31C}"/>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9863A1B9-6487-4044-A704-18271F9C6ED2}"/>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D7CC3F1B-7249-4681-AF66-07326CBA87F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Keep one sideband and its negative-frequency mirror.</a:t>
            </a:r>
          </a:p>
        </p:txBody>
      </p:sp>
      <p:sp>
        <p:nvSpPr>
          <p:cNvPr id="16" name="result-label-1">
            <a:extLst xmlns:a="http://schemas.openxmlformats.org/drawingml/2006/main">
              <a:ext uri="{FF2B5EF4-FFF2-40B4-BE49-F238E27FC236}">
                <a16:creationId xmlns:a16="http://schemas.microsoft.com/office/drawing/2014/main" id="{313B0E68-68CF-4F9F-B512-290DCFC4C887}"/>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ssb" descr="s(t)=\mathrm{BPF}_{\mathrm{USB}}\!\left\{A_cm(t)\cos(2\pi f_ct)\right\}">
            <a:extLst xmlns:a="http://schemas.openxmlformats.org/drawingml/2006/main">
              <a:ext uri="{FF2B5EF4-FFF2-40B4-BE49-F238E27FC236}">
                <a16:creationId xmlns:a16="http://schemas.microsoft.com/office/drawing/2014/main" id="{80FEFE4D-C8B6-43D4-88C3-03F2F12E8B68}"/>
              </a:ext>
            </a:extLst>
          </p:cNvPr>
          <p:cNvPicPr>
            <a:picLocks xmlns:a="http://schemas.openxmlformats.org/drawingml/2006/main" noChangeAspect="1"/>
          </p:cNvPicPr>
          <p:nvPr/>
        </p:nvPicPr>
        <p:blipFill>
          <a:blip xmlns:r="http://schemas.openxmlformats.org/officeDocument/2006/relationships" xmlns:a="http://schemas.openxmlformats.org/drawingml/2006/main" r:embed="R6c0140d6e9f04ef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2088"/>
            <a:ext cx="5634990" cy="323850"/>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475B5FA-1F1A-4EC4-B1BE-95EA7CC8A87E}"/>
              </a:ext>
            </a:extLst>
          </p:cNvPr>
          <p:cNvPicPr>
            <a:picLocks xmlns:a="http://schemas.openxmlformats.org/drawingml/2006/main" noChangeAspect="1"/>
          </p:cNvPicPr>
          <p:nvPr/>
        </p:nvPicPr>
        <p:blipFill>
          <a:blip xmlns:r="http://schemas.openxmlformats.org/officeDocument/2006/relationships" xmlns:a="http://schemas.openxmlformats.org/drawingml/2006/main" r:embed="Rf9ccb3a3e74843f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SSB}">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0197A35-DEDF-41C2-8B28-729F98550E01}"/>
              </a:ext>
            </a:extLst>
          </p:cNvPr>
          <p:cNvPicPr>
            <a:picLocks xmlns:a="http://schemas.openxmlformats.org/drawingml/2006/main" noChangeAspect="1"/>
          </p:cNvPicPr>
          <p:nvPr/>
        </p:nvPicPr>
        <p:blipFill>
          <a:blip xmlns:r="http://schemas.openxmlformats.org/officeDocument/2006/relationships" xmlns:a="http://schemas.openxmlformats.org/drawingml/2006/main" r:embed="R232ef862162a4b6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698230" y="307538"/>
            <a:ext cx="960120" cy="185023"/>
          </a:xfrm>
          <a:prstGeom xmlns:a="http://schemas.openxmlformats.org/drawingml/2006/main" prst="rect">
            <a:avLst/>
          </a:prstGeom>
        </p:spPr>
      </p:pic>
      <p:pic>
        <p:nvPicPr>
          <p:cNvPr id="20" name="operation-before-animation" descr="\text{USB example: }s(t)=\tfrac12\cos[2\pi(f_c+f_m)t]">
            <a:extLst xmlns:a="http://schemas.openxmlformats.org/drawingml/2006/main">
              <a:ext uri="{FF2B5EF4-FFF2-40B4-BE49-F238E27FC236}">
                <a16:creationId xmlns:a16="http://schemas.microsoft.com/office/drawing/2014/main" id="{A1D55B0C-F535-4BA4-8320-669DF9AC058C}"/>
              </a:ext>
            </a:extLst>
          </p:cNvPr>
          <p:cNvPicPr>
            <a:picLocks xmlns:a="http://schemas.openxmlformats.org/drawingml/2006/main" noChangeAspect="1"/>
          </p:cNvPicPr>
          <p:nvPr/>
        </p:nvPicPr>
        <p:blipFill>
          <a:blip xmlns:r="http://schemas.openxmlformats.org/officeDocument/2006/relationships" xmlns:a="http://schemas.openxmlformats.org/drawingml/2006/main" r:embed="R613841b144fa49e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13759"/>
            <a:ext cx="5524500" cy="345281"/>
          </a:xfrm>
          <a:prstGeom xmlns:a="http://schemas.openxmlformats.org/drawingml/2006/main" prst="rect">
            <a:avLst/>
          </a:prstGeom>
        </p:spPr>
      </p:pic>
      <p:pic>
        <p:nvPicPr>
          <p:cNvPr id="21" name="operation-result" descr="f=\pm9\ \mathrm{Hz};\quad\text{one sideband: }B_T=W">
            <a:extLst xmlns:a="http://schemas.openxmlformats.org/drawingml/2006/main">
              <a:ext uri="{FF2B5EF4-FFF2-40B4-BE49-F238E27FC236}">
                <a16:creationId xmlns:a16="http://schemas.microsoft.com/office/drawing/2014/main" id="{9D23FFEF-70D7-4EA7-AAF3-306DD6411392}"/>
              </a:ext>
            </a:extLst>
          </p:cNvPr>
          <p:cNvPicPr>
            <a:picLocks xmlns:a="http://schemas.openxmlformats.org/drawingml/2006/main" noChangeAspect="1"/>
          </p:cNvPicPr>
          <p:nvPr/>
        </p:nvPicPr>
        <p:blipFill>
          <a:blip xmlns:r="http://schemas.openxmlformats.org/officeDocument/2006/relationships" xmlns:a="http://schemas.openxmlformats.org/drawingml/2006/main" r:embed="R4155a7755994415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31111"/>
            <a:ext cx="5286375" cy="253603"/>
          </a:xfrm>
          <a:prstGeom xmlns:a="http://schemas.openxmlformats.org/drawingml/2006/main" prst="rect">
            <a:avLst/>
          </a:prstGeom>
        </p:spPr>
      </p:pic>
      <p:pic>
        <p:nvPicPr>
          <p:cNvPr id="22" name="conditions" descr="W:\text{message bandwidth};\quad f_c&gt;W">
            <a:extLst xmlns:a="http://schemas.openxmlformats.org/drawingml/2006/main">
              <a:ext uri="{FF2B5EF4-FFF2-40B4-BE49-F238E27FC236}">
                <a16:creationId xmlns:a16="http://schemas.microsoft.com/office/drawing/2014/main" id="{1D1EE874-FF55-4270-B771-E7DF0EBEF83A}"/>
              </a:ext>
            </a:extLst>
          </p:cNvPr>
          <p:cNvPicPr>
            <a:picLocks xmlns:a="http://schemas.openxmlformats.org/drawingml/2006/main" noChangeAspect="1"/>
          </p:cNvPicPr>
          <p:nvPr/>
        </p:nvPicPr>
        <p:blipFill>
          <a:blip xmlns:r="http://schemas.openxmlformats.org/officeDocument/2006/relationships" xmlns:a="http://schemas.openxmlformats.org/drawingml/2006/main" r:embed="R535582e1b79e444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3148"/>
            <a:ext cx="3746182" cy="194429"/>
          </a:xfrm>
          <a:prstGeom xmlns:a="http://schemas.openxmlformats.org/drawingml/2006/main" prst="rect">
            <a:avLst/>
          </a:prstGeom>
        </p:spPr>
      </p:pic>
      <p:pic>
        <p:nvPicPr>
          <p:cNvPr id="23" name="result-1" descr="B_T=W">
            <a:extLst xmlns:a="http://schemas.openxmlformats.org/drawingml/2006/main">
              <a:ext uri="{FF2B5EF4-FFF2-40B4-BE49-F238E27FC236}">
                <a16:creationId xmlns:a16="http://schemas.microsoft.com/office/drawing/2014/main" id="{2F128C0D-8D0D-4247-9B7A-446B8283CD66}"/>
              </a:ext>
            </a:extLst>
          </p:cNvPr>
          <p:cNvPicPr>
            <a:picLocks xmlns:a="http://schemas.openxmlformats.org/drawingml/2006/main" noChangeAspect="1"/>
          </p:cNvPicPr>
          <p:nvPr/>
        </p:nvPicPr>
        <p:blipFill>
          <a:blip xmlns:r="http://schemas.openxmlformats.org/officeDocument/2006/relationships" xmlns:a="http://schemas.openxmlformats.org/drawingml/2006/main" r:embed="R1e86ecaea407470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93849"/>
            <a:ext cx="1080135" cy="213777"/>
          </a:xfrm>
          <a:prstGeom xmlns:a="http://schemas.openxmlformats.org/drawingml/2006/main" prst="rect">
            <a:avLst/>
          </a:prstGeom>
        </p:spPr>
      </p:pic>
    </p:spTree>
    <p:extLst>
      <p:ext uri="{BB962C8B-B14F-4D97-AF65-F5344CB8AC3E}">
        <p14:creationId xmlns:p14="http://schemas.microsoft.com/office/powerpoint/2010/main" val="2047814526"/>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SSB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B30FC41-001F-4FCF-B988-A093BABEBD8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4714599-B89B-4FB7-930E-641927DFAF9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60A5AFA7-2DD6-4FE7-B8DE-97C41F1A5B4D}"/>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3B97BF84-168D-4B15-A7D9-8FE904AC66CB}"/>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BEBF6276-E660-4399-910A-2D1147B965B0}"/>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Keep one sideband and its negative-frequency mirror.</a:t>
            </a:r>
          </a:p>
        </p:txBody>
      </p:sp>
      <p:sp>
        <p:nvSpPr>
          <p:cNvPr id="8" name="known-result-label-1">
            <a:extLst xmlns:a="http://schemas.openxmlformats.org/drawingml/2006/main">
              <a:ext uri="{FF2B5EF4-FFF2-40B4-BE49-F238E27FC236}">
                <a16:creationId xmlns:a16="http://schemas.microsoft.com/office/drawing/2014/main" id="{0E92BAF8-2FCA-4776-B8BD-5061296891E1}"/>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ssb-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26DF5928-5D97-41C2-93AD-99AB187B86C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ssb-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ssb-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ssb-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ssb-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ssb-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ssb-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ssb-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ssb-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ssb-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ssb-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ssb-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ssb-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ssb-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ssb-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ssb-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ssb-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ssb-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4476318D-5D31-4496-BA36-F0292DF4626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ssb-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ssb-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ssb-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ssb-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ssb-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ssb-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ssb-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ssb-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ssb-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ssb-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ssb-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ssb-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ssb-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ssb-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ssb-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ssb-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ssb-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ssb-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ssb-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ssb-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ssb-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ssb-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ssb-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ssb-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ssb-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ssb-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ssb-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ssb-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ssb-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ssb-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ssb-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ssb-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ssb-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ssb-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ssb-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ssb-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ssb-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9A419E9E-7894-448B-94F1-60E90BA3719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ssb-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ssb-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ssb-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ssb-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ssb-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ssb-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ssb-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ssb-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ssb-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ssb-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ssb-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ssb-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ssb-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ssb-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ssb-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ssb-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06D2A4E1-E395-4D4A-8738-366B83694FD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9386E3AF-106F-4ED3-8D62-B4B8E00F9F51}"/>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0C438F53-5680-4A6A-B9A9-B07A5227437E}"/>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132B695A-4504-47A4-9E02-529FE8A8BF83}"/>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0BB996E7-A9CF-438B-9DBA-774876C264DF}"/>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Keep one sideband and its negative-frequency mirror.</a:t>
            </a:r>
          </a:p>
        </p:txBody>
      </p:sp>
      <p:sp>
        <p:nvSpPr>
          <p:cNvPr id="17" name="result-label-1">
            <a:extLst xmlns:a="http://schemas.openxmlformats.org/drawingml/2006/main">
              <a:ext uri="{FF2B5EF4-FFF2-40B4-BE49-F238E27FC236}">
                <a16:creationId xmlns:a16="http://schemas.microsoft.com/office/drawing/2014/main" id="{006A57E5-60FB-4788-841D-E1E807AFA85C}"/>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4D0BFFC0-5B69-426C-AC0C-799C1D4D6C38}"/>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ssb" descr="s(t)=\mathrm{BPF}_{\mathrm{USB}}\!\left\{A_cm(t)\cos(2\pi f_ct)\right\}">
            <a:extLst xmlns:a="http://schemas.openxmlformats.org/drawingml/2006/main">
              <a:ext uri="{FF2B5EF4-FFF2-40B4-BE49-F238E27FC236}">
                <a16:creationId xmlns:a16="http://schemas.microsoft.com/office/drawing/2014/main" id="{801E8A27-301F-4402-8C9D-2CD797C0EB70}"/>
              </a:ext>
            </a:extLst>
          </p:cNvPr>
          <p:cNvPicPr>
            <a:picLocks xmlns:a="http://schemas.openxmlformats.org/drawingml/2006/main" noChangeAspect="1"/>
          </p:cNvPicPr>
          <p:nvPr/>
        </p:nvPicPr>
        <p:blipFill>
          <a:blip xmlns:r="http://schemas.openxmlformats.org/officeDocument/2006/relationships" xmlns:a="http://schemas.openxmlformats.org/drawingml/2006/main" r:embed="R99d0f2a2dcc74c6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2088"/>
            <a:ext cx="5634990" cy="323850"/>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D08A803-E0DB-4599-B674-82326DC0A013}"/>
              </a:ext>
            </a:extLst>
          </p:cNvPr>
          <p:cNvPicPr>
            <a:picLocks xmlns:a="http://schemas.openxmlformats.org/drawingml/2006/main" noChangeAspect="1"/>
          </p:cNvPicPr>
          <p:nvPr/>
        </p:nvPicPr>
        <p:blipFill>
          <a:blip xmlns:r="http://schemas.openxmlformats.org/officeDocument/2006/relationships" xmlns:a="http://schemas.openxmlformats.org/drawingml/2006/main" r:embed="R7a8c1826bfd04b7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SSB}">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AD27063-B34E-4D7D-834B-342065E146E2}"/>
              </a:ext>
            </a:extLst>
          </p:cNvPr>
          <p:cNvPicPr>
            <a:picLocks xmlns:a="http://schemas.openxmlformats.org/drawingml/2006/main" noChangeAspect="1"/>
          </p:cNvPicPr>
          <p:nvPr/>
        </p:nvPicPr>
        <p:blipFill>
          <a:blip xmlns:r="http://schemas.openxmlformats.org/officeDocument/2006/relationships" xmlns:a="http://schemas.openxmlformats.org/drawingml/2006/main" r:embed="R6ce0892bccfd424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698230" y="307538"/>
            <a:ext cx="960120" cy="185023"/>
          </a:xfrm>
          <a:prstGeom xmlns:a="http://schemas.openxmlformats.org/drawingml/2006/main" prst="rect">
            <a:avLst/>
          </a:prstGeom>
        </p:spPr>
      </p:pic>
      <p:pic>
        <p:nvPicPr>
          <p:cNvPr id="22" name="known-result-1" descr="B_T=W">
            <a:extLst xmlns:a="http://schemas.openxmlformats.org/drawingml/2006/main">
              <a:ext uri="{FF2B5EF4-FFF2-40B4-BE49-F238E27FC236}">
                <a16:creationId xmlns:a16="http://schemas.microsoft.com/office/drawing/2014/main" id="{2BE903EE-9964-4C8A-A2D8-0748068B6E44}"/>
              </a:ext>
            </a:extLst>
          </p:cNvPr>
          <p:cNvPicPr>
            <a:picLocks xmlns:a="http://schemas.openxmlformats.org/drawingml/2006/main" noChangeAspect="1"/>
          </p:cNvPicPr>
          <p:nvPr/>
        </p:nvPicPr>
        <p:blipFill>
          <a:blip xmlns:r="http://schemas.openxmlformats.org/officeDocument/2006/relationships" xmlns:a="http://schemas.openxmlformats.org/drawingml/2006/main" r:embed="R1b2119edc89940f2">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93849"/>
            <a:ext cx="1080135" cy="213777"/>
          </a:xfrm>
          <a:prstGeom xmlns:a="http://schemas.openxmlformats.org/drawingml/2006/main" prst="rect">
            <a:avLst/>
          </a:prstGeom>
        </p:spPr>
      </p:pic>
      <p:pic>
        <p:nvPicPr>
          <p:cNvPr id="23" name="operation-before-animation" descr="2s(t)\cos(2\pi8t)=\tfrac12\cos(2\pi t)+\tfrac12\cos(2\pi17t)">
            <a:extLst xmlns:a="http://schemas.openxmlformats.org/drawingml/2006/main">
              <a:ext uri="{FF2B5EF4-FFF2-40B4-BE49-F238E27FC236}">
                <a16:creationId xmlns:a16="http://schemas.microsoft.com/office/drawing/2014/main" id="{59508806-95BC-4263-8863-D97AF85CA78D}"/>
              </a:ext>
            </a:extLst>
          </p:cNvPr>
          <p:cNvPicPr>
            <a:picLocks xmlns:a="http://schemas.openxmlformats.org/drawingml/2006/main" noChangeAspect="1"/>
          </p:cNvPicPr>
          <p:nvPr/>
        </p:nvPicPr>
        <p:blipFill>
          <a:blip xmlns:r="http://schemas.openxmlformats.org/officeDocument/2006/relationships" xmlns:a="http://schemas.openxmlformats.org/drawingml/2006/main" r:embed="R4e0d1e867a804ad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13759"/>
            <a:ext cx="5883592" cy="345281"/>
          </a:xfrm>
          <a:prstGeom xmlns:a="http://schemas.openxmlformats.org/drawingml/2006/main" prst="rect">
            <a:avLst/>
          </a:prstGeom>
        </p:spPr>
      </p:pic>
      <p:pic>
        <p:nvPicPr>
          <p:cNvPr id="24" name="operation-result" descr="\operatorname{LPF}\{2s\cos\}=\tfrac12m\quad\Rightarrow\quad m=2\operatorname{LPF}\{2s\cos\}\quad(A_c=1)">
            <a:extLst xmlns:a="http://schemas.openxmlformats.org/drawingml/2006/main">
              <a:ext uri="{FF2B5EF4-FFF2-40B4-BE49-F238E27FC236}">
                <a16:creationId xmlns:a16="http://schemas.microsoft.com/office/drawing/2014/main" id="{5E12585B-C664-42AA-9E94-0704F8456992}"/>
              </a:ext>
            </a:extLst>
          </p:cNvPr>
          <p:cNvPicPr>
            <a:picLocks xmlns:a="http://schemas.openxmlformats.org/drawingml/2006/main" noChangeAspect="1"/>
          </p:cNvPicPr>
          <p:nvPr/>
        </p:nvPicPr>
        <p:blipFill>
          <a:blip xmlns:r="http://schemas.openxmlformats.org/officeDocument/2006/relationships" xmlns:a="http://schemas.openxmlformats.org/drawingml/2006/main" r:embed="Re0c20cbea6b24b31">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80212"/>
            <a:ext cx="8029575" cy="355402"/>
          </a:xfrm>
          <a:prstGeom xmlns:a="http://schemas.openxmlformats.org/drawingml/2006/main" prst="rect">
            <a:avLst/>
          </a:prstGeom>
        </p:spPr>
      </p:pic>
      <p:pic>
        <p:nvPicPr>
          <p:cNvPr id="25" name="conditions" descr="\text{Unit-gain USB BPF; matched LO }2\cos;\quad A_c\ne0">
            <a:extLst xmlns:a="http://schemas.openxmlformats.org/drawingml/2006/main">
              <a:ext uri="{FF2B5EF4-FFF2-40B4-BE49-F238E27FC236}">
                <a16:creationId xmlns:a16="http://schemas.microsoft.com/office/drawing/2014/main" id="{9C893C56-6B40-48DC-B509-8A402AF13475}"/>
              </a:ext>
            </a:extLst>
          </p:cNvPr>
          <p:cNvPicPr>
            <a:picLocks xmlns:a="http://schemas.openxmlformats.org/drawingml/2006/main" noChangeAspect="1"/>
          </p:cNvPicPr>
          <p:nvPr/>
        </p:nvPicPr>
        <p:blipFill>
          <a:blip xmlns:r="http://schemas.openxmlformats.org/officeDocument/2006/relationships" xmlns:a="http://schemas.openxmlformats.org/drawingml/2006/main" r:embed="Rfe0da543cbce4dba">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148"/>
            <a:ext cx="5433060" cy="194429"/>
          </a:xfrm>
          <a:prstGeom xmlns:a="http://schemas.openxmlformats.org/drawingml/2006/main" prst="rect">
            <a:avLst/>
          </a:prstGeom>
        </p:spPr>
      </p:pic>
      <p:pic>
        <p:nvPicPr>
          <p:cNvPr id="26" name="result-1" descr="B_T=W">
            <a:extLst xmlns:a="http://schemas.openxmlformats.org/drawingml/2006/main">
              <a:ext uri="{FF2B5EF4-FFF2-40B4-BE49-F238E27FC236}">
                <a16:creationId xmlns:a16="http://schemas.microsoft.com/office/drawing/2014/main" id="{2BB42AE3-40BC-49B5-B45C-31849783F169}"/>
              </a:ext>
            </a:extLst>
          </p:cNvPr>
          <p:cNvPicPr>
            <a:picLocks xmlns:a="http://schemas.openxmlformats.org/drawingml/2006/main" noChangeAspect="1"/>
          </p:cNvPicPr>
          <p:nvPr/>
        </p:nvPicPr>
        <p:blipFill>
          <a:blip xmlns:r="http://schemas.openxmlformats.org/officeDocument/2006/relationships" xmlns:a="http://schemas.openxmlformats.org/drawingml/2006/main" r:embed="Ra93f689ffe524fc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93849"/>
            <a:ext cx="1080135" cy="213777"/>
          </a:xfrm>
          <a:prstGeom xmlns:a="http://schemas.openxmlformats.org/drawingml/2006/main" prst="rect">
            <a:avLst/>
          </a:prstGeom>
        </p:spPr>
      </p:pic>
      <p:pic>
        <p:nvPicPr>
          <p:cNvPr id="27" name="result-2" descr="m(t)=\frac2{A_c}\operatorname{LPF}\{2s(t)\cos(2\pi f_ct)\}">
            <a:extLst xmlns:a="http://schemas.openxmlformats.org/drawingml/2006/main">
              <a:ext uri="{FF2B5EF4-FFF2-40B4-BE49-F238E27FC236}">
                <a16:creationId xmlns:a16="http://schemas.microsoft.com/office/drawing/2014/main" id="{2D99B397-1F2C-40C7-BEE6-1F2CE4302949}"/>
              </a:ext>
            </a:extLst>
          </p:cNvPr>
          <p:cNvPicPr>
            <a:picLocks xmlns:a="http://schemas.openxmlformats.org/drawingml/2006/main" noChangeAspect="1"/>
          </p:cNvPicPr>
          <p:nvPr/>
        </p:nvPicPr>
        <p:blipFill>
          <a:blip xmlns:r="http://schemas.openxmlformats.org/officeDocument/2006/relationships" xmlns:a="http://schemas.openxmlformats.org/drawingml/2006/main" r:embed="Rb3cb00520e514fd4">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75636"/>
            <a:ext cx="4140518" cy="345579"/>
          </a:xfrm>
          <a:prstGeom xmlns:a="http://schemas.openxmlformats.org/drawingml/2006/main" prst="rect">
            <a:avLst/>
          </a:prstGeom>
        </p:spPr>
      </p:pic>
    </p:spTree>
    <p:extLst>
      <p:ext uri="{BB962C8B-B14F-4D97-AF65-F5344CB8AC3E}">
        <p14:creationId xmlns:p14="http://schemas.microsoft.com/office/powerpoint/2010/main" val="1661529322"/>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QAM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B844832-D747-4797-8FDF-BF59F949FD7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5AAFB87-1F82-4185-A217-F656B22C1FBC}"/>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9BF8D119-BC1E-49EE-88E5-8C8A2194969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qa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9180D832-B373-4A77-A051-A4D748FAA1E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qa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qa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qa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qa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qa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qa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qa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qa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qa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qa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qa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qa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qa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qa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qa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qa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qa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E9ACF88F-8432-45C2-8C42-085AD367BEE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qa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qa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qa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qa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qa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qa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qa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qa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qa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qa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qa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qa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qa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qa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qa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qa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qa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qa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qa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qa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qa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qa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qa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FEDDB111-8F9D-4D39-9DC8-A6FBFDA4B00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qa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qa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qa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qa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qa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qa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qa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qa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qa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qa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qa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qa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qa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qa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qa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qa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E3256477-9FAF-4494-B5B8-E9510C0399D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1BBFB83C-EC1C-4A6B-8543-9945DCB6A1FE}"/>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C500BFB7-66E0-4D24-9CFB-1056146E9FA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8B6E390C-3F2B-46E2-A7F7-D40FF9D77EF8}"/>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C3463E7E-DBEF-4103-ACF7-382C342F5EFB}"/>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Use cosine and sine at the SAME carrier frequency.</a:t>
            </a:r>
          </a:p>
        </p:txBody>
      </p:sp>
      <p:pic>
        <p:nvPicPr>
          <p:cNvPr id="14" name="!!review-signal-qam" descr="s(t)=A_cm_1(t)\cos(2\pi f_ct)+A_cm_2(t)\sin(2\pi f_ct)">
            <a:extLst xmlns:a="http://schemas.openxmlformats.org/drawingml/2006/main">
              <a:ext uri="{FF2B5EF4-FFF2-40B4-BE49-F238E27FC236}">
                <a16:creationId xmlns:a16="http://schemas.microsoft.com/office/drawing/2014/main" id="{1085693C-37D0-4180-851E-C0A7CFBF399F}"/>
              </a:ext>
            </a:extLst>
          </p:cNvPr>
          <p:cNvPicPr>
            <a:picLocks xmlns:a="http://schemas.openxmlformats.org/drawingml/2006/main" noChangeAspect="1"/>
          </p:cNvPicPr>
          <p:nvPr/>
        </p:nvPicPr>
        <p:blipFill>
          <a:blip xmlns:r="http://schemas.openxmlformats.org/officeDocument/2006/relationships" xmlns:a="http://schemas.openxmlformats.org/drawingml/2006/main" r:embed="R09112081640c4fc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77298"/>
            <a:ext cx="6791325" cy="293430"/>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D64E511-09D1-4C4D-A1A6-8F6F01B191C2}"/>
              </a:ext>
            </a:extLst>
          </p:cNvPr>
          <p:cNvPicPr>
            <a:picLocks xmlns:a="http://schemas.openxmlformats.org/drawingml/2006/main" noChangeAspect="1"/>
          </p:cNvPicPr>
          <p:nvPr/>
        </p:nvPicPr>
        <p:blipFill>
          <a:blip xmlns:r="http://schemas.openxmlformats.org/officeDocument/2006/relationships" xmlns:a="http://schemas.openxmlformats.org/drawingml/2006/main" r:embed="R71699921130f400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Q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AED2405-D332-4B76-B40E-2ACFA82CB320}"/>
              </a:ext>
            </a:extLst>
          </p:cNvPr>
          <p:cNvPicPr>
            <a:picLocks xmlns:a="http://schemas.openxmlformats.org/drawingml/2006/main" noChangeAspect="1"/>
          </p:cNvPicPr>
          <p:nvPr/>
        </p:nvPicPr>
        <p:blipFill>
          <a:blip xmlns:r="http://schemas.openxmlformats.org/officeDocument/2006/relationships" xmlns:a="http://schemas.openxmlformats.org/drawingml/2006/main" r:embed="Re4ca44e658864eb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11540" y="282535"/>
            <a:ext cx="1146810" cy="235029"/>
          </a:xfrm>
          <a:prstGeom xmlns:a="http://schemas.openxmlformats.org/drawingml/2006/main" prst="rect">
            <a:avLst/>
          </a:prstGeom>
        </p:spPr>
      </p:pic>
      <p:pic>
        <p:nvPicPr>
          <p:cNvPr id="17" name="operation-before-animation" descr="m_1=\cos(2\pi t),\quad m_2=0.6\sin(4\pi t),\quad A_c=1,\ f_c=12\ \mathrm{Hz}">
            <a:extLst xmlns:a="http://schemas.openxmlformats.org/drawingml/2006/main">
              <a:ext uri="{FF2B5EF4-FFF2-40B4-BE49-F238E27FC236}">
                <a16:creationId xmlns:a16="http://schemas.microsoft.com/office/drawing/2014/main" id="{3FEBB231-061F-4DE5-BA03-143DDFEFD511}"/>
              </a:ext>
            </a:extLst>
          </p:cNvPr>
          <p:cNvPicPr>
            <a:picLocks xmlns:a="http://schemas.openxmlformats.org/drawingml/2006/main" noChangeAspect="1"/>
          </p:cNvPicPr>
          <p:nvPr/>
        </p:nvPicPr>
        <p:blipFill>
          <a:blip xmlns:r="http://schemas.openxmlformats.org/officeDocument/2006/relationships" xmlns:a="http://schemas.openxmlformats.org/drawingml/2006/main" r:embed="R86f4089c2e694a4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9151"/>
            <a:ext cx="7900035" cy="274499"/>
          </a:xfrm>
          <a:prstGeom xmlns:a="http://schemas.openxmlformats.org/drawingml/2006/main" prst="rect">
            <a:avLst/>
          </a:prstGeom>
        </p:spPr>
      </p:pic>
      <p:pic>
        <p:nvPicPr>
          <p:cNvPr id="18" name="operation-result" descr="s=m_1\cos(2\pi12t)+m_2\sin(2\pi12t)">
            <a:extLst xmlns:a="http://schemas.openxmlformats.org/drawingml/2006/main">
              <a:ext uri="{FF2B5EF4-FFF2-40B4-BE49-F238E27FC236}">
                <a16:creationId xmlns:a16="http://schemas.microsoft.com/office/drawing/2014/main" id="{F06A0005-CA9A-4B2D-82C4-7574D912EE7B}"/>
              </a:ext>
            </a:extLst>
          </p:cNvPr>
          <p:cNvPicPr>
            <a:picLocks xmlns:a="http://schemas.openxmlformats.org/drawingml/2006/main" noChangeAspect="1"/>
          </p:cNvPicPr>
          <p:nvPr/>
        </p:nvPicPr>
        <p:blipFill>
          <a:blip xmlns:r="http://schemas.openxmlformats.org/officeDocument/2006/relationships" xmlns:a="http://schemas.openxmlformats.org/drawingml/2006/main" r:embed="R4e5647e4ce55478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930"/>
            <a:ext cx="4857750" cy="283964"/>
          </a:xfrm>
          <a:prstGeom xmlns:a="http://schemas.openxmlformats.org/drawingml/2006/main" prst="rect">
            <a:avLst/>
          </a:prstGeom>
        </p:spPr>
      </p:pic>
    </p:spTree>
    <p:extLst>
      <p:ext uri="{BB962C8B-B14F-4D97-AF65-F5344CB8AC3E}">
        <p14:creationId xmlns:p14="http://schemas.microsoft.com/office/powerpoint/2010/main" val="257517722"/>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QAM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9180CA3-9239-4EE8-AA83-F4D8828DC95B}"/>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E2BBC38-3343-4BA8-9E1F-97D36634CF8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17953F5E-09BB-47FF-A9EC-306B2C40A07E}"/>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3AFDBCEB-F45E-471A-97BA-FFF4401C5D04}"/>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602BB79A-778A-44C5-951F-161AA132F890}"/>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Use cosine and sine at the SAME carrier frequency.</a:t>
            </a:r>
          </a:p>
        </p:txBody>
      </p:sp>
      <p:pic>
        <p:nvPicPr>
          <p:cNvPr id="8" name="review-qa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FD3D453A-84F3-42FD-946C-97A0E0E2ECE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qa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qa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qa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qa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qa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qa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qa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qa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qa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qa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qa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qa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qa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qa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qa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qa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qa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E46B7627-FF33-464E-BE21-19B1B774CA0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qa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qa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qa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qa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qa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qa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qa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qa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qa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qa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qa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qa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qa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qa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qa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qa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qa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qa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qa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qa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qa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qa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qa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E1924BC7-0881-4E97-8486-BE14AB77FDC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qa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qa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qa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qa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qa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qa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qa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qa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qa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qa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qa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qa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qa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qa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qa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qa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FDBEFF9D-2EDC-4A0D-9831-8AB3E7BDC28D}"/>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2F86D5FF-040A-4B5C-AD10-B5F8328E13DC}"/>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CFE6818C-70EC-4A57-9AD4-96F6526B8974}"/>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3F4A2955-B246-4203-A9F6-E0ED8491E265}"/>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F50214CA-7B83-4A4A-93AE-D347FCD5B76B}"/>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Use cosine and sine at the SAME carrier frequency.</a:t>
            </a:r>
          </a:p>
        </p:txBody>
      </p:sp>
      <p:sp>
        <p:nvSpPr>
          <p:cNvPr id="16" name="result-label-1">
            <a:extLst xmlns:a="http://schemas.openxmlformats.org/drawingml/2006/main">
              <a:ext uri="{FF2B5EF4-FFF2-40B4-BE49-F238E27FC236}">
                <a16:creationId xmlns:a16="http://schemas.microsoft.com/office/drawing/2014/main" id="{850E4F3B-4334-400E-86CC-DB14DBD8C231}"/>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qam" descr="s(t)=A_cm_1(t)\cos(2\pi f_ct)+A_cm_2(t)\sin(2\pi f_ct)">
            <a:extLst xmlns:a="http://schemas.openxmlformats.org/drawingml/2006/main">
              <a:ext uri="{FF2B5EF4-FFF2-40B4-BE49-F238E27FC236}">
                <a16:creationId xmlns:a16="http://schemas.microsoft.com/office/drawing/2014/main" id="{45FAA28B-EBBC-4579-B82D-5934E983A7FF}"/>
              </a:ext>
            </a:extLst>
          </p:cNvPr>
          <p:cNvPicPr>
            <a:picLocks xmlns:a="http://schemas.openxmlformats.org/drawingml/2006/main" noChangeAspect="1"/>
          </p:cNvPicPr>
          <p:nvPr/>
        </p:nvPicPr>
        <p:blipFill>
          <a:blip xmlns:r="http://schemas.openxmlformats.org/officeDocument/2006/relationships" xmlns:a="http://schemas.openxmlformats.org/drawingml/2006/main" r:embed="Rbd72fd019dbb479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77298"/>
            <a:ext cx="6791325" cy="293430"/>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0BD939F-C4CD-4665-827B-5C1AC4EE8D65}"/>
              </a:ext>
            </a:extLst>
          </p:cNvPr>
          <p:cNvPicPr>
            <a:picLocks xmlns:a="http://schemas.openxmlformats.org/drawingml/2006/main" noChangeAspect="1"/>
          </p:cNvPicPr>
          <p:nvPr/>
        </p:nvPicPr>
        <p:blipFill>
          <a:blip xmlns:r="http://schemas.openxmlformats.org/officeDocument/2006/relationships" xmlns:a="http://schemas.openxmlformats.org/drawingml/2006/main" r:embed="R325e0bafbd0749d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Q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EDAC8624-EAC0-49FA-A97F-1F70ED4F8160}"/>
              </a:ext>
            </a:extLst>
          </p:cNvPr>
          <p:cNvPicPr>
            <a:picLocks xmlns:a="http://schemas.openxmlformats.org/drawingml/2006/main" noChangeAspect="1"/>
          </p:cNvPicPr>
          <p:nvPr/>
        </p:nvPicPr>
        <p:blipFill>
          <a:blip xmlns:r="http://schemas.openxmlformats.org/officeDocument/2006/relationships" xmlns:a="http://schemas.openxmlformats.org/drawingml/2006/main" r:embed="Rcf0744215f1f4a6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11540" y="282535"/>
            <a:ext cx="1146810" cy="235029"/>
          </a:xfrm>
          <a:prstGeom xmlns:a="http://schemas.openxmlformats.org/drawingml/2006/main" prst="rect">
            <a:avLst/>
          </a:prstGeom>
        </p:spPr>
      </p:pic>
      <p:pic>
        <p:nvPicPr>
          <p:cNvPr id="20" name="operation-before-animation" descr="m_1:\ f_c\pm1;\qquad m_2:\ f_c\pm2">
            <a:extLst xmlns:a="http://schemas.openxmlformats.org/drawingml/2006/main">
              <a:ext uri="{FF2B5EF4-FFF2-40B4-BE49-F238E27FC236}">
                <a16:creationId xmlns:a16="http://schemas.microsoft.com/office/drawing/2014/main" id="{BA0793F3-4DB6-4DA2-B25E-C107421CABBC}"/>
              </a:ext>
            </a:extLst>
          </p:cNvPr>
          <p:cNvPicPr>
            <a:picLocks xmlns:a="http://schemas.openxmlformats.org/drawingml/2006/main" noChangeAspect="1"/>
          </p:cNvPicPr>
          <p:nvPr/>
        </p:nvPicPr>
        <p:blipFill>
          <a:blip xmlns:r="http://schemas.openxmlformats.org/officeDocument/2006/relationships" xmlns:a="http://schemas.openxmlformats.org/drawingml/2006/main" r:embed="Raf85f52a2fde44c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64688"/>
            <a:ext cx="3839527" cy="243423"/>
          </a:xfrm>
          <a:prstGeom xmlns:a="http://schemas.openxmlformats.org/drawingml/2006/main" prst="rect">
            <a:avLst/>
          </a:prstGeom>
        </p:spPr>
      </p:pic>
      <p:pic>
        <p:nvPicPr>
          <p:cNvPr id="21" name="operation-result" descr="f=\pm10,\pm11,\pm13,\pm14\ \mathrm{Hz};\quad B_T=2W\ \text{for two messages}">
            <a:extLst xmlns:a="http://schemas.openxmlformats.org/drawingml/2006/main">
              <a:ext uri="{FF2B5EF4-FFF2-40B4-BE49-F238E27FC236}">
                <a16:creationId xmlns:a16="http://schemas.microsoft.com/office/drawing/2014/main" id="{4429ABB6-5A28-4C83-BEDB-8B367294CB7B}"/>
              </a:ext>
            </a:extLst>
          </p:cNvPr>
          <p:cNvPicPr>
            <a:picLocks xmlns:a="http://schemas.openxmlformats.org/drawingml/2006/main" noChangeAspect="1"/>
          </p:cNvPicPr>
          <p:nvPr/>
        </p:nvPicPr>
        <p:blipFill>
          <a:blip xmlns:r="http://schemas.openxmlformats.org/officeDocument/2006/relationships" xmlns:a="http://schemas.openxmlformats.org/drawingml/2006/main" r:embed="R3a8f5134fb8847c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31111"/>
            <a:ext cx="8201025" cy="253603"/>
          </a:xfrm>
          <a:prstGeom xmlns:a="http://schemas.openxmlformats.org/drawingml/2006/main" prst="rect">
            <a:avLst/>
          </a:prstGeom>
        </p:spPr>
      </p:pic>
      <p:pic>
        <p:nvPicPr>
          <p:cNvPr id="22" name="conditions" descr="W:\text{message bandwidth};\quad f_c&gt;W">
            <a:extLst xmlns:a="http://schemas.openxmlformats.org/drawingml/2006/main">
              <a:ext uri="{FF2B5EF4-FFF2-40B4-BE49-F238E27FC236}">
                <a16:creationId xmlns:a16="http://schemas.microsoft.com/office/drawing/2014/main" id="{890B7706-3813-49F8-926D-2F6CA6F90466}"/>
              </a:ext>
            </a:extLst>
          </p:cNvPr>
          <p:cNvPicPr>
            <a:picLocks xmlns:a="http://schemas.openxmlformats.org/drawingml/2006/main" noChangeAspect="1"/>
          </p:cNvPicPr>
          <p:nvPr/>
        </p:nvPicPr>
        <p:blipFill>
          <a:blip xmlns:r="http://schemas.openxmlformats.org/officeDocument/2006/relationships" xmlns:a="http://schemas.openxmlformats.org/drawingml/2006/main" r:embed="Re5541c965976419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3148"/>
            <a:ext cx="3746182" cy="194429"/>
          </a:xfrm>
          <a:prstGeom xmlns:a="http://schemas.openxmlformats.org/drawingml/2006/main" prst="rect">
            <a:avLst/>
          </a:prstGeom>
        </p:spPr>
      </p:pic>
      <p:pic>
        <p:nvPicPr>
          <p:cNvPr id="23" name="result-1" descr="B_T=2W\quad\text{for two messages}">
            <a:extLst xmlns:a="http://schemas.openxmlformats.org/drawingml/2006/main">
              <a:ext uri="{FF2B5EF4-FFF2-40B4-BE49-F238E27FC236}">
                <a16:creationId xmlns:a16="http://schemas.microsoft.com/office/drawing/2014/main" id="{F51B4A8C-681E-4AC7-856E-5FD2ED86C5AE}"/>
              </a:ext>
            </a:extLst>
          </p:cNvPr>
          <p:cNvPicPr>
            <a:picLocks xmlns:a="http://schemas.openxmlformats.org/drawingml/2006/main" noChangeAspect="1"/>
          </p:cNvPicPr>
          <p:nvPr/>
        </p:nvPicPr>
        <p:blipFill>
          <a:blip xmlns:r="http://schemas.openxmlformats.org/officeDocument/2006/relationships" xmlns:a="http://schemas.openxmlformats.org/drawingml/2006/main" r:embed="Rd5cd887cc944409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86616"/>
            <a:ext cx="3703320" cy="228243"/>
          </a:xfrm>
          <a:prstGeom xmlns:a="http://schemas.openxmlformats.org/drawingml/2006/main" prst="rect">
            <a:avLst/>
          </a:prstGeom>
        </p:spPr>
      </p:pic>
    </p:spTree>
    <p:extLst>
      <p:ext uri="{BB962C8B-B14F-4D97-AF65-F5344CB8AC3E}">
        <p14:creationId xmlns:p14="http://schemas.microsoft.com/office/powerpoint/2010/main" val="2114733215"/>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QAM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0B10261-049A-4717-810A-59D477ECC56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385F0E2-9207-4222-85FF-FD1D0828C19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73DB52F4-9661-4AAC-AB92-21755EFEF80E}"/>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363DC342-0296-4827-8571-3A49FB4D9C83}"/>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829096DA-3564-45B6-8EDB-F45255BAB5F6}"/>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Use cosine and sine at the SAME carrier frequency.</a:t>
            </a:r>
          </a:p>
        </p:txBody>
      </p:sp>
      <p:sp>
        <p:nvSpPr>
          <p:cNvPr id="8" name="known-result-label-1">
            <a:extLst xmlns:a="http://schemas.openxmlformats.org/drawingml/2006/main">
              <a:ext uri="{FF2B5EF4-FFF2-40B4-BE49-F238E27FC236}">
                <a16:creationId xmlns:a16="http://schemas.microsoft.com/office/drawing/2014/main" id="{87741E46-F21E-416B-A964-B0CC427D996A}"/>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qa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07CF3E3-FDB9-4749-9AF7-A6D9ABBB533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qa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qa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qa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qa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qa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qa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qa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qa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qa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qa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qa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qa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qa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qa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qa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qa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qa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7FC689FD-1D38-4A6B-994B-7F5BE60B2BD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qa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qa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qa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qa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qa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qa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qa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qa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qa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qa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qa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qa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qa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qa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qa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qa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qa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qa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qa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qa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qa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qa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qa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qa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qa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qa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qa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qa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qa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qa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qa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qa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qa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qa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qa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qa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qa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BEC1AB4A-BEAA-470D-B9CD-A30A98D0F55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qa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qa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qa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qa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qa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qa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qa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qa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qa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qa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qa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qa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qa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qa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qa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qa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7E71E886-2C05-4CBD-BBCD-DF5FF2A2B81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F6C0BDC6-0C62-426F-ABBF-21907BBF17A1}"/>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EAE4ED0D-AB0C-4283-B891-C8799D21D36F}"/>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7C3257AC-EF2D-49A1-BEE3-B0B4798DB7D4}"/>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A8618769-1B4F-4211-8AE7-DC16CCCA890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Use cosine and sine at the SAME carrier frequency.</a:t>
            </a:r>
          </a:p>
        </p:txBody>
      </p:sp>
      <p:sp>
        <p:nvSpPr>
          <p:cNvPr id="17" name="result-label-1">
            <a:extLst xmlns:a="http://schemas.openxmlformats.org/drawingml/2006/main">
              <a:ext uri="{FF2B5EF4-FFF2-40B4-BE49-F238E27FC236}">
                <a16:creationId xmlns:a16="http://schemas.microsoft.com/office/drawing/2014/main" id="{C7A5FD63-B268-46CC-8A26-260882050A9F}"/>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9BF4C9A3-C7F4-4252-B39C-513120049FC5}"/>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qam" descr="s(t)=A_cm_1(t)\cos(2\pi f_ct)+A_cm_2(t)\sin(2\pi f_ct)">
            <a:extLst xmlns:a="http://schemas.openxmlformats.org/drawingml/2006/main">
              <a:ext uri="{FF2B5EF4-FFF2-40B4-BE49-F238E27FC236}">
                <a16:creationId xmlns:a16="http://schemas.microsoft.com/office/drawing/2014/main" id="{D3E5A5DE-B6F2-4A08-BEF2-75FB3ECB1121}"/>
              </a:ext>
            </a:extLst>
          </p:cNvPr>
          <p:cNvPicPr>
            <a:picLocks xmlns:a="http://schemas.openxmlformats.org/drawingml/2006/main" noChangeAspect="1"/>
          </p:cNvPicPr>
          <p:nvPr/>
        </p:nvPicPr>
        <p:blipFill>
          <a:blip xmlns:r="http://schemas.openxmlformats.org/officeDocument/2006/relationships" xmlns:a="http://schemas.openxmlformats.org/drawingml/2006/main" r:embed="Re7a64627d30e400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77298"/>
            <a:ext cx="6791325" cy="293430"/>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ED0A09A-0ED0-4299-9B72-569224D09694}"/>
              </a:ext>
            </a:extLst>
          </p:cNvPr>
          <p:cNvPicPr>
            <a:picLocks xmlns:a="http://schemas.openxmlformats.org/drawingml/2006/main" noChangeAspect="1"/>
          </p:cNvPicPr>
          <p:nvPr/>
        </p:nvPicPr>
        <p:blipFill>
          <a:blip xmlns:r="http://schemas.openxmlformats.org/officeDocument/2006/relationships" xmlns:a="http://schemas.openxmlformats.org/drawingml/2006/main" r:embed="R5c440b313e4543d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Q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7A8909B-B18D-426D-9493-46CFA8475714}"/>
              </a:ext>
            </a:extLst>
          </p:cNvPr>
          <p:cNvPicPr>
            <a:picLocks xmlns:a="http://schemas.openxmlformats.org/drawingml/2006/main" noChangeAspect="1"/>
          </p:cNvPicPr>
          <p:nvPr/>
        </p:nvPicPr>
        <p:blipFill>
          <a:blip xmlns:r="http://schemas.openxmlformats.org/officeDocument/2006/relationships" xmlns:a="http://schemas.openxmlformats.org/drawingml/2006/main" r:embed="R769e59242cc64b3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11540" y="282535"/>
            <a:ext cx="1146810" cy="235029"/>
          </a:xfrm>
          <a:prstGeom xmlns:a="http://schemas.openxmlformats.org/drawingml/2006/main" prst="rect">
            <a:avLst/>
          </a:prstGeom>
        </p:spPr>
      </p:pic>
      <p:pic>
        <p:nvPicPr>
          <p:cNvPr id="22" name="known-result-1" descr="B_T=2W\quad\text{for two messages}">
            <a:extLst xmlns:a="http://schemas.openxmlformats.org/drawingml/2006/main">
              <a:ext uri="{FF2B5EF4-FFF2-40B4-BE49-F238E27FC236}">
                <a16:creationId xmlns:a16="http://schemas.microsoft.com/office/drawing/2014/main" id="{9C68B175-3650-4570-9E77-74F7DA4BFB11}"/>
              </a:ext>
            </a:extLst>
          </p:cNvPr>
          <p:cNvPicPr>
            <a:picLocks xmlns:a="http://schemas.openxmlformats.org/drawingml/2006/main" noChangeAspect="1"/>
          </p:cNvPicPr>
          <p:nvPr/>
        </p:nvPicPr>
        <p:blipFill>
          <a:blip xmlns:r="http://schemas.openxmlformats.org/officeDocument/2006/relationships" xmlns:a="http://schemas.openxmlformats.org/drawingml/2006/main" r:embed="R5d9e50102146482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86616"/>
            <a:ext cx="3703320" cy="228243"/>
          </a:xfrm>
          <a:prstGeom xmlns:a="http://schemas.openxmlformats.org/drawingml/2006/main" prst="rect">
            <a:avLst/>
          </a:prstGeom>
        </p:spPr>
      </p:pic>
      <p:pic>
        <p:nvPicPr>
          <p:cNvPr id="23" name="operation-before-animation" descr="2s\cos(2\pi f_ct)=A_c[m_1(1+\cos4\pi f_ct)+m_2\sin4\pi f_ct]">
            <a:extLst xmlns:a="http://schemas.openxmlformats.org/drawingml/2006/main">
              <a:ext uri="{FF2B5EF4-FFF2-40B4-BE49-F238E27FC236}">
                <a16:creationId xmlns:a16="http://schemas.microsoft.com/office/drawing/2014/main" id="{FAF30A9D-99B2-4D60-804F-9DF1FD26BD7B}"/>
              </a:ext>
            </a:extLst>
          </p:cNvPr>
          <p:cNvPicPr>
            <a:picLocks xmlns:a="http://schemas.openxmlformats.org/drawingml/2006/main" noChangeAspect="1"/>
          </p:cNvPicPr>
          <p:nvPr/>
        </p:nvPicPr>
        <p:blipFill>
          <a:blip xmlns:r="http://schemas.openxmlformats.org/officeDocument/2006/relationships" xmlns:a="http://schemas.openxmlformats.org/drawingml/2006/main" r:embed="Rdd5e4b66e91f42e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48288"/>
            <a:ext cx="6988492" cy="276225"/>
          </a:xfrm>
          <a:prstGeom xmlns:a="http://schemas.openxmlformats.org/drawingml/2006/main" prst="rect">
            <a:avLst/>
          </a:prstGeom>
        </p:spPr>
      </p:pic>
      <p:pic>
        <p:nvPicPr>
          <p:cNvPr id="24" name="operation-result" descr="\operatorname{LPF}\{2s\cos\}=A_cm_1,\quad\operatorname{LPF}\{2s\sin\}=A_cm_2">
            <a:extLst xmlns:a="http://schemas.openxmlformats.org/drawingml/2006/main">
              <a:ext uri="{FF2B5EF4-FFF2-40B4-BE49-F238E27FC236}">
                <a16:creationId xmlns:a16="http://schemas.microsoft.com/office/drawing/2014/main" id="{C301BB57-5310-4C58-BE9B-0753E21AC2AA}"/>
              </a:ext>
            </a:extLst>
          </p:cNvPr>
          <p:cNvPicPr>
            <a:picLocks xmlns:a="http://schemas.openxmlformats.org/drawingml/2006/main" noChangeAspect="1"/>
          </p:cNvPicPr>
          <p:nvPr/>
        </p:nvPicPr>
        <p:blipFill>
          <a:blip xmlns:r="http://schemas.openxmlformats.org/officeDocument/2006/relationships" xmlns:a="http://schemas.openxmlformats.org/drawingml/2006/main" r:embed="R049dfbb9aee74c07">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15038"/>
            <a:ext cx="6372225" cy="285750"/>
          </a:xfrm>
          <a:prstGeom xmlns:a="http://schemas.openxmlformats.org/drawingml/2006/main" prst="rect">
            <a:avLst/>
          </a:prstGeom>
        </p:spPr>
      </p:pic>
      <p:pic>
        <p:nvPicPr>
          <p:cNvPr id="25" name="conditions" descr="A_c\ne0;\quad\text{matched cosine and positive-sine references}">
            <a:extLst xmlns:a="http://schemas.openxmlformats.org/drawingml/2006/main">
              <a:ext uri="{FF2B5EF4-FFF2-40B4-BE49-F238E27FC236}">
                <a16:creationId xmlns:a16="http://schemas.microsoft.com/office/drawing/2014/main" id="{7D9C7747-130B-41D4-8EBA-AD07BD09A66C}"/>
              </a:ext>
            </a:extLst>
          </p:cNvPr>
          <p:cNvPicPr>
            <a:picLocks xmlns:a="http://schemas.openxmlformats.org/drawingml/2006/main" noChangeAspect="1"/>
          </p:cNvPicPr>
          <p:nvPr/>
        </p:nvPicPr>
        <p:blipFill>
          <a:blip xmlns:r="http://schemas.openxmlformats.org/officeDocument/2006/relationships" xmlns:a="http://schemas.openxmlformats.org/drawingml/2006/main" r:embed="Rf622d996015644a1">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148"/>
            <a:ext cx="5893117" cy="194429"/>
          </a:xfrm>
          <a:prstGeom xmlns:a="http://schemas.openxmlformats.org/drawingml/2006/main" prst="rect">
            <a:avLst/>
          </a:prstGeom>
        </p:spPr>
      </p:pic>
      <p:pic>
        <p:nvPicPr>
          <p:cNvPr id="26" name="result-1" descr="B_T=2W\quad\text{for two messages}">
            <a:extLst xmlns:a="http://schemas.openxmlformats.org/drawingml/2006/main">
              <a:ext uri="{FF2B5EF4-FFF2-40B4-BE49-F238E27FC236}">
                <a16:creationId xmlns:a16="http://schemas.microsoft.com/office/drawing/2014/main" id="{296EAC67-1D82-490F-9BA1-6E3713DAEC8F}"/>
              </a:ext>
            </a:extLst>
          </p:cNvPr>
          <p:cNvPicPr>
            <a:picLocks xmlns:a="http://schemas.openxmlformats.org/drawingml/2006/main" noChangeAspect="1"/>
          </p:cNvPicPr>
          <p:nvPr/>
        </p:nvPicPr>
        <p:blipFill>
          <a:blip xmlns:r="http://schemas.openxmlformats.org/officeDocument/2006/relationships" xmlns:a="http://schemas.openxmlformats.org/drawingml/2006/main" r:embed="R59b6b7ec13d849db">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86616"/>
            <a:ext cx="3703320" cy="228243"/>
          </a:xfrm>
          <a:prstGeom xmlns:a="http://schemas.openxmlformats.org/drawingml/2006/main" prst="rect">
            <a:avLst/>
          </a:prstGeom>
        </p:spPr>
      </p:pic>
      <p:pic>
        <p:nvPicPr>
          <p:cNvPr id="27" name="result-2" descr="m_1=\frac{\operatorname{LPF}\{2s\cos(2\pi f_ct)\}}{A_c},\quad m_2=\frac{\operatorname{LPF}\{2s\sin(2\pi f_ct)\}}{A_c}">
            <a:extLst xmlns:a="http://schemas.openxmlformats.org/drawingml/2006/main">
              <a:ext uri="{FF2B5EF4-FFF2-40B4-BE49-F238E27FC236}">
                <a16:creationId xmlns:a16="http://schemas.microsoft.com/office/drawing/2014/main" id="{6EFF28D4-5BC2-41E5-B252-B92C9356F455}"/>
              </a:ext>
            </a:extLst>
          </p:cNvPr>
          <p:cNvPicPr>
            <a:picLocks xmlns:a="http://schemas.openxmlformats.org/drawingml/2006/main" noChangeAspect="1"/>
          </p:cNvPicPr>
          <p:nvPr/>
        </p:nvPicPr>
        <p:blipFill>
          <a:blip xmlns:r="http://schemas.openxmlformats.org/officeDocument/2006/relationships" xmlns:a="http://schemas.openxmlformats.org/drawingml/2006/main" r:embed="R565b5675615c4cf5">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79833"/>
            <a:ext cx="5234940" cy="337185"/>
          </a:xfrm>
          <a:prstGeom xmlns:a="http://schemas.openxmlformats.org/drawingml/2006/main" prst="rect">
            <a:avLst/>
          </a:prstGeom>
        </p:spPr>
      </p:pic>
    </p:spTree>
    <p:extLst>
      <p:ext uri="{BB962C8B-B14F-4D97-AF65-F5344CB8AC3E}">
        <p14:creationId xmlns:p14="http://schemas.microsoft.com/office/powerpoint/2010/main" val="685056434"/>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17790B2-E16C-4A16-8375-0D16AE347E2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64A40933-BB97-4774-91E6-EA3A6D663E7B}"/>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97DD4CF5-9A95-41DA-A1B2-EC9FB545F0A4}"/>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p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E0CE441D-27DA-4DB3-AAC3-2635556BD87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p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p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p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p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p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p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p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p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p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p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09F4C289-2324-4E4A-AE99-BD6E316C671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p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2928DFF8-BF89-4998-B1AB-04DE8EE5B35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8AF164F9-8B85-4A47-BEEC-97ECAC917D10}"/>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C9E12C0D-2B07-4C7B-B312-962D23757FE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8C38CB5B-00E5-48DB-862F-4D024964598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C4444BBD-99E1-4B44-B81B-C047D0B385A8}"/>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AE4AE967-C1B2-43E7-AD39-BE34CD39F393}"/>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Add a phase proportional to the message.</a:t>
            </a:r>
          </a:p>
        </p:txBody>
      </p:sp>
      <p:pic>
        <p:nvPicPr>
          <p:cNvPr id="14" name="!!review-signal-pm" descr="s(t)=A_c\cos[2\pi f_ct+k_pm(t)]">
            <a:extLst xmlns:a="http://schemas.openxmlformats.org/drawingml/2006/main">
              <a:ext uri="{FF2B5EF4-FFF2-40B4-BE49-F238E27FC236}">
                <a16:creationId xmlns:a16="http://schemas.microsoft.com/office/drawing/2014/main" id="{8DAA73DC-D5A4-4E06-97B6-5959C8931C8F}"/>
              </a:ext>
            </a:extLst>
          </p:cNvPr>
          <p:cNvPicPr>
            <a:picLocks xmlns:a="http://schemas.openxmlformats.org/drawingml/2006/main" noChangeAspect="1"/>
          </p:cNvPicPr>
          <p:nvPr/>
        </p:nvPicPr>
        <p:blipFill>
          <a:blip xmlns:r="http://schemas.openxmlformats.org/officeDocument/2006/relationships" xmlns:a="http://schemas.openxmlformats.org/drawingml/2006/main" r:embed="Rc363189e547b4f2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7027"/>
            <a:ext cx="4631055" cy="333970"/>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3326FC9-5E3F-4273-98D6-A9C5655D93CB}"/>
              </a:ext>
            </a:extLst>
          </p:cNvPr>
          <p:cNvPicPr>
            <a:picLocks xmlns:a="http://schemas.openxmlformats.org/drawingml/2006/main" noChangeAspect="1"/>
          </p:cNvPicPr>
          <p:nvPr/>
        </p:nvPicPr>
        <p:blipFill>
          <a:blip xmlns:r="http://schemas.openxmlformats.org/officeDocument/2006/relationships" xmlns:a="http://schemas.openxmlformats.org/drawingml/2006/main" r:embed="R0043642f395b428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13BBC99-3CBA-4F6B-AAB8-F7FEC39020A0}"/>
              </a:ext>
            </a:extLst>
          </p:cNvPr>
          <p:cNvPicPr>
            <a:picLocks xmlns:a="http://schemas.openxmlformats.org/drawingml/2006/main" noChangeAspect="1"/>
          </p:cNvPicPr>
          <p:nvPr/>
        </p:nvPicPr>
        <p:blipFill>
          <a:blip xmlns:r="http://schemas.openxmlformats.org/officeDocument/2006/relationships" xmlns:a="http://schemas.openxmlformats.org/drawingml/2006/main" r:embed="R0bbb8c86cf854645">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78240" y="310039"/>
            <a:ext cx="880110" cy="180022"/>
          </a:xfrm>
          <a:prstGeom xmlns:a="http://schemas.openxmlformats.org/drawingml/2006/main" prst="rect">
            <a:avLst/>
          </a:prstGeom>
        </p:spPr>
      </p:pic>
      <p:pic>
        <p:nvPicPr>
          <p:cNvPr id="17" name="operation-before-animation" descr="m(t)=\cos(2\pi t),\quad A_c=1,\ k_p=1.2,\ f_c=8\ \mathrm{Hz}">
            <a:extLst xmlns:a="http://schemas.openxmlformats.org/drawingml/2006/main">
              <a:ext uri="{FF2B5EF4-FFF2-40B4-BE49-F238E27FC236}">
                <a16:creationId xmlns:a16="http://schemas.microsoft.com/office/drawing/2014/main" id="{B8330DE6-F142-42AB-B594-9D3D003D1C4B}"/>
              </a:ext>
            </a:extLst>
          </p:cNvPr>
          <p:cNvPicPr>
            <a:picLocks xmlns:a="http://schemas.openxmlformats.org/drawingml/2006/main" noChangeAspect="1"/>
          </p:cNvPicPr>
          <p:nvPr/>
        </p:nvPicPr>
        <p:blipFill>
          <a:blip xmlns:r="http://schemas.openxmlformats.org/officeDocument/2006/relationships" xmlns:a="http://schemas.openxmlformats.org/drawingml/2006/main" r:embed="Rd4f755a0019247c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3971"/>
            <a:ext cx="6518910" cy="284857"/>
          </a:xfrm>
          <a:prstGeom xmlns:a="http://schemas.openxmlformats.org/drawingml/2006/main" prst="rect">
            <a:avLst/>
          </a:prstGeom>
        </p:spPr>
      </p:pic>
      <p:pic>
        <p:nvPicPr>
          <p:cNvPr id="18" name="operation-result" descr="s(t)=\cos[2\pi8t+1.2\cos(2\pi t)]">
            <a:extLst xmlns:a="http://schemas.openxmlformats.org/drawingml/2006/main">
              <a:ext uri="{FF2B5EF4-FFF2-40B4-BE49-F238E27FC236}">
                <a16:creationId xmlns:a16="http://schemas.microsoft.com/office/drawing/2014/main" id="{BF06D171-DDEC-420E-A4DF-7ED772B8D688}"/>
              </a:ext>
            </a:extLst>
          </p:cNvPr>
          <p:cNvPicPr>
            <a:picLocks xmlns:a="http://schemas.openxmlformats.org/drawingml/2006/main" noChangeAspect="1"/>
          </p:cNvPicPr>
          <p:nvPr/>
        </p:nvPicPr>
        <p:blipFill>
          <a:blip xmlns:r="http://schemas.openxmlformats.org/officeDocument/2006/relationships" xmlns:a="http://schemas.openxmlformats.org/drawingml/2006/main" r:embed="Rb38f3c1431b84f6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930"/>
            <a:ext cx="4257675" cy="283964"/>
          </a:xfrm>
          <a:prstGeom xmlns:a="http://schemas.openxmlformats.org/drawingml/2006/main" prst="rect">
            <a:avLst/>
          </a:prstGeom>
        </p:spPr>
      </p:pic>
    </p:spTree>
    <p:extLst>
      <p:ext uri="{BB962C8B-B14F-4D97-AF65-F5344CB8AC3E}">
        <p14:creationId xmlns:p14="http://schemas.microsoft.com/office/powerpoint/2010/main" val="1700031329"/>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CA2ACFE-5683-4266-B7BB-7AC320412998}"/>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1E23402-C5DA-4F4E-A2E2-C63321666FF1}"/>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F2869C09-D935-4302-AB5D-D9FA2CDB4586}"/>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22D78586-EFB8-47AE-A1BA-1608DB6442D1}"/>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3B94837D-D5A8-4C97-807C-C175678C4744}"/>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Add a phase proportional to the message.</a:t>
            </a:r>
          </a:p>
        </p:txBody>
      </p:sp>
      <p:pic>
        <p:nvPicPr>
          <p:cNvPr id="8" name="review-p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F2DE077D-6EA2-433E-A536-8656795B273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p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p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p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p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p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C1E939FC-B372-47AA-9D86-2D9F9070305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p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EF3994BC-F6BE-4678-A8BF-739C5E6E78F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p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p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p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p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p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73CCD7B0-5934-4FAC-9AED-5513556D2843}"/>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06D43DD1-F1F6-4C4E-BE90-CAD0819793DA}"/>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B580F9F6-3643-4ED7-A445-4EA7D4571648}"/>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C191FE3C-D69A-4752-8CFC-99B0360A723D}"/>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0BF16F44-2210-4B36-8D12-5E4EE29161FF}"/>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Add a phase proportional to the message.</a:t>
            </a:r>
          </a:p>
        </p:txBody>
      </p:sp>
      <p:sp>
        <p:nvSpPr>
          <p:cNvPr id="16" name="result-label-1">
            <a:extLst xmlns:a="http://schemas.openxmlformats.org/drawingml/2006/main">
              <a:ext uri="{FF2B5EF4-FFF2-40B4-BE49-F238E27FC236}">
                <a16:creationId xmlns:a16="http://schemas.microsoft.com/office/drawing/2014/main" id="{DE6F5E7C-EF98-42FB-9259-988317A69F19}"/>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pm" descr="s(t)=A_c\cos[2\pi f_ct+k_pm(t)]">
            <a:extLst xmlns:a="http://schemas.openxmlformats.org/drawingml/2006/main">
              <a:ext uri="{FF2B5EF4-FFF2-40B4-BE49-F238E27FC236}">
                <a16:creationId xmlns:a16="http://schemas.microsoft.com/office/drawing/2014/main" id="{F446CBDA-B4A4-4FF1-929C-97C8C1BE7CA0}"/>
              </a:ext>
            </a:extLst>
          </p:cNvPr>
          <p:cNvPicPr>
            <a:picLocks xmlns:a="http://schemas.openxmlformats.org/drawingml/2006/main" noChangeAspect="1"/>
          </p:cNvPicPr>
          <p:nvPr/>
        </p:nvPicPr>
        <p:blipFill>
          <a:blip xmlns:r="http://schemas.openxmlformats.org/officeDocument/2006/relationships" xmlns:a="http://schemas.openxmlformats.org/drawingml/2006/main" r:embed="Rb2aeae85795b4f6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7027"/>
            <a:ext cx="4631055" cy="333970"/>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BF4FC7A-7651-49FB-88EB-041486B4C4EC}"/>
              </a:ext>
            </a:extLst>
          </p:cNvPr>
          <p:cNvPicPr>
            <a:picLocks xmlns:a="http://schemas.openxmlformats.org/drawingml/2006/main" noChangeAspect="1"/>
          </p:cNvPicPr>
          <p:nvPr/>
        </p:nvPicPr>
        <p:blipFill>
          <a:blip xmlns:r="http://schemas.openxmlformats.org/officeDocument/2006/relationships" xmlns:a="http://schemas.openxmlformats.org/drawingml/2006/main" r:embed="Rab8c4d01a21e449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D30109C-FC8F-45BA-95CC-FAFE34C293A6}"/>
              </a:ext>
            </a:extLst>
          </p:cNvPr>
          <p:cNvPicPr>
            <a:picLocks xmlns:a="http://schemas.openxmlformats.org/drawingml/2006/main" noChangeAspect="1"/>
          </p:cNvPicPr>
          <p:nvPr/>
        </p:nvPicPr>
        <p:blipFill>
          <a:blip xmlns:r="http://schemas.openxmlformats.org/officeDocument/2006/relationships" xmlns:a="http://schemas.openxmlformats.org/drawingml/2006/main" r:embed="Rf7ed2e8034e84d8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78240" y="310039"/>
            <a:ext cx="880110" cy="180022"/>
          </a:xfrm>
          <a:prstGeom xmlns:a="http://schemas.openxmlformats.org/drawingml/2006/main" prst="rect">
            <a:avLst/>
          </a:prstGeom>
        </p:spPr>
      </p:pic>
      <p:pic>
        <p:nvPicPr>
          <p:cNvPr id="20" name="operation-before-animation" descr="\cos[2\pi f_ct+k_p\cos(2\pi f_mt)]\ \longrightarrow\ f_c+n f_m">
            <a:extLst xmlns:a="http://schemas.openxmlformats.org/drawingml/2006/main">
              <a:ext uri="{FF2B5EF4-FFF2-40B4-BE49-F238E27FC236}">
                <a16:creationId xmlns:a16="http://schemas.microsoft.com/office/drawing/2014/main" id="{B7031780-3436-4A20-AE1D-708AF31949CF}"/>
              </a:ext>
            </a:extLst>
          </p:cNvPr>
          <p:cNvPicPr>
            <a:picLocks xmlns:a="http://schemas.openxmlformats.org/drawingml/2006/main" noChangeAspect="1"/>
          </p:cNvPicPr>
          <p:nvPr/>
        </p:nvPicPr>
        <p:blipFill>
          <a:blip xmlns:r="http://schemas.openxmlformats.org/officeDocument/2006/relationships" xmlns:a="http://schemas.openxmlformats.org/drawingml/2006/main" r:embed="R4124ef922b454fc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3971"/>
            <a:ext cx="5469255" cy="284857"/>
          </a:xfrm>
          <a:prstGeom xmlns:a="http://schemas.openxmlformats.org/drawingml/2006/main" prst="rect">
            <a:avLst/>
          </a:prstGeom>
        </p:spPr>
      </p:pic>
      <p:pic>
        <p:nvPicPr>
          <p:cNvPr id="21" name="operation-result" descr="f=8+n\ \mathrm{Hz};\quad B_T\approx2(\Delta f+W),\quad\Delta f=\frac{|k_p|}{2\pi}\max|m'|">
            <a:extLst xmlns:a="http://schemas.openxmlformats.org/drawingml/2006/main">
              <a:ext uri="{FF2B5EF4-FFF2-40B4-BE49-F238E27FC236}">
                <a16:creationId xmlns:a16="http://schemas.microsoft.com/office/drawing/2014/main" id="{6B4D04C0-9437-4517-9C88-432D1CF5808E}"/>
              </a:ext>
            </a:extLst>
          </p:cNvPr>
          <p:cNvPicPr>
            <a:picLocks xmlns:a="http://schemas.openxmlformats.org/drawingml/2006/main" noChangeAspect="1"/>
          </p:cNvPicPr>
          <p:nvPr/>
        </p:nvPicPr>
        <p:blipFill>
          <a:blip xmlns:r="http://schemas.openxmlformats.org/officeDocument/2006/relationships" xmlns:a="http://schemas.openxmlformats.org/drawingml/2006/main" r:embed="R9f0fd233c98f4db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957888"/>
            <a:ext cx="7686675" cy="400050"/>
          </a:xfrm>
          <a:prstGeom xmlns:a="http://schemas.openxmlformats.org/drawingml/2006/main" prst="rect">
            <a:avLst/>
          </a:prstGeom>
        </p:spPr>
      </p:pic>
      <p:pic>
        <p:nvPicPr>
          <p:cNvPr id="22" name="conditions" descr="\Delta f:\text{peak frequency deviation};\ W:\text{message bandwidth};\ \text{Carson estimate}">
            <a:extLst xmlns:a="http://schemas.openxmlformats.org/drawingml/2006/main">
              <a:ext uri="{FF2B5EF4-FFF2-40B4-BE49-F238E27FC236}">
                <a16:creationId xmlns:a16="http://schemas.microsoft.com/office/drawing/2014/main" id="{E8869E9A-2C2D-4AAE-9CF4-776402717C33}"/>
              </a:ext>
            </a:extLst>
          </p:cNvPr>
          <p:cNvPicPr>
            <a:picLocks xmlns:a="http://schemas.openxmlformats.org/drawingml/2006/main" noChangeAspect="1"/>
          </p:cNvPicPr>
          <p:nvPr/>
        </p:nvPicPr>
        <p:blipFill>
          <a:blip xmlns:r="http://schemas.openxmlformats.org/officeDocument/2006/relationships" xmlns:a="http://schemas.openxmlformats.org/drawingml/2006/main" r:embed="R330bfc4ae26a437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2463"/>
            <a:ext cx="8018145" cy="195798"/>
          </a:xfrm>
          <a:prstGeom xmlns:a="http://schemas.openxmlformats.org/drawingml/2006/main" prst="rect">
            <a:avLst/>
          </a:prstGeom>
        </p:spPr>
      </p:pic>
      <p:pic>
        <p:nvPicPr>
          <p:cNvPr id="23" name="result-1" descr="B_T\approx2(\Delta f+W),\quad\Delta f=\frac{|k_p|}{2\pi}\max|m'(t)|">
            <a:extLst xmlns:a="http://schemas.openxmlformats.org/drawingml/2006/main">
              <a:ext uri="{FF2B5EF4-FFF2-40B4-BE49-F238E27FC236}">
                <a16:creationId xmlns:a16="http://schemas.microsoft.com/office/drawing/2014/main" id="{68061FC9-38C6-4D16-8EA4-4A7AFF6FBA81}"/>
              </a:ext>
            </a:extLst>
          </p:cNvPr>
          <p:cNvPicPr>
            <a:picLocks xmlns:a="http://schemas.openxmlformats.org/drawingml/2006/main" noChangeAspect="1"/>
          </p:cNvPicPr>
          <p:nvPr/>
        </p:nvPicPr>
        <p:blipFill>
          <a:blip xmlns:r="http://schemas.openxmlformats.org/officeDocument/2006/relationships" xmlns:a="http://schemas.openxmlformats.org/drawingml/2006/main" r:embed="R8da86b2f90314d6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20715"/>
            <a:ext cx="5194935" cy="360045"/>
          </a:xfrm>
          <a:prstGeom xmlns:a="http://schemas.openxmlformats.org/drawingml/2006/main" prst="rect">
            <a:avLst/>
          </a:prstGeom>
        </p:spPr>
      </p:pic>
    </p:spTree>
    <p:extLst>
      <p:ext uri="{BB962C8B-B14F-4D97-AF65-F5344CB8AC3E}">
        <p14:creationId xmlns:p14="http://schemas.microsoft.com/office/powerpoint/2010/main" val="1280699051"/>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173EED2-5DA4-44BE-BFAA-0C4983444BEF}"/>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B778A07B-E913-4862-8497-7821529D099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9A163350-6A20-4163-9091-ED6F81757C41}"/>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2E7169AA-59A6-4F44-9D19-6EC21AFA1CBF}"/>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1DEE42C8-1A59-4108-97E9-616123DB6907}"/>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Add a phase proportional to the message.</a:t>
            </a:r>
          </a:p>
        </p:txBody>
      </p:sp>
      <p:sp>
        <p:nvSpPr>
          <p:cNvPr id="8" name="known-result-label-1">
            <a:extLst xmlns:a="http://schemas.openxmlformats.org/drawingml/2006/main">
              <a:ext uri="{FF2B5EF4-FFF2-40B4-BE49-F238E27FC236}">
                <a16:creationId xmlns:a16="http://schemas.microsoft.com/office/drawing/2014/main" id="{35728C35-0522-4F09-9953-C3F188EEE092}"/>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p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17FB2DBB-30C0-4A28-9FA2-6646053D996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p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ED0BABFF-FCFE-4F82-80D9-2C7CD2D80A6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p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p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p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p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p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p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p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p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BBD78BBB-93EB-4E36-BD19-6A17BAF51AE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p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p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p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p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p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p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p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p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p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p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p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p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p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p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p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p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D154DF16-CB91-41CD-AC2E-79EC192601F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6469F44C-AA90-4053-A945-5626343B4ABC}"/>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C7D6B04E-488D-4B98-9E8F-7440D72B3BF6}"/>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5C55D027-3C58-4811-8953-B11A3F8B6C9F}"/>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4626CFF5-79A5-41A5-B1F9-4B1AB67D04BD}"/>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Add a phase proportional to the message.</a:t>
            </a:r>
          </a:p>
        </p:txBody>
      </p:sp>
      <p:sp>
        <p:nvSpPr>
          <p:cNvPr id="17" name="result-label-1">
            <a:extLst xmlns:a="http://schemas.openxmlformats.org/drawingml/2006/main">
              <a:ext uri="{FF2B5EF4-FFF2-40B4-BE49-F238E27FC236}">
                <a16:creationId xmlns:a16="http://schemas.microsoft.com/office/drawing/2014/main" id="{2998A81D-A22F-4E8A-AE4C-0AA96FE34530}"/>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DD5F4718-E50A-4C1C-B75F-E0549F1F752D}"/>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pm" descr="s(t)=A_c\cos[2\pi f_ct+k_pm(t)]">
            <a:extLst xmlns:a="http://schemas.openxmlformats.org/drawingml/2006/main">
              <a:ext uri="{FF2B5EF4-FFF2-40B4-BE49-F238E27FC236}">
                <a16:creationId xmlns:a16="http://schemas.microsoft.com/office/drawing/2014/main" id="{FA71B237-BB9B-4C52-A2D0-F7CC7A94BF6B}"/>
              </a:ext>
            </a:extLst>
          </p:cNvPr>
          <p:cNvPicPr>
            <a:picLocks xmlns:a="http://schemas.openxmlformats.org/drawingml/2006/main" noChangeAspect="1"/>
          </p:cNvPicPr>
          <p:nvPr/>
        </p:nvPicPr>
        <p:blipFill>
          <a:blip xmlns:r="http://schemas.openxmlformats.org/officeDocument/2006/relationships" xmlns:a="http://schemas.openxmlformats.org/drawingml/2006/main" r:embed="R39c8dce72ccc4d3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7027"/>
            <a:ext cx="4631055" cy="333970"/>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7FF6657-01EC-410C-A543-D72FF67BCB01}"/>
              </a:ext>
            </a:extLst>
          </p:cNvPr>
          <p:cNvPicPr>
            <a:picLocks xmlns:a="http://schemas.openxmlformats.org/drawingml/2006/main" noChangeAspect="1"/>
          </p:cNvPicPr>
          <p:nvPr/>
        </p:nvPicPr>
        <p:blipFill>
          <a:blip xmlns:r="http://schemas.openxmlformats.org/officeDocument/2006/relationships" xmlns:a="http://schemas.openxmlformats.org/drawingml/2006/main" r:embed="R19456ef914eb41e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6C8DBD3-9D06-4F72-AFE6-209B186A54D0}"/>
              </a:ext>
            </a:extLst>
          </p:cNvPr>
          <p:cNvPicPr>
            <a:picLocks xmlns:a="http://schemas.openxmlformats.org/drawingml/2006/main" noChangeAspect="1"/>
          </p:cNvPicPr>
          <p:nvPr/>
        </p:nvPicPr>
        <p:blipFill>
          <a:blip xmlns:r="http://schemas.openxmlformats.org/officeDocument/2006/relationships" xmlns:a="http://schemas.openxmlformats.org/drawingml/2006/main" r:embed="Rcb9fcbf1ceb64d6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78240" y="310039"/>
            <a:ext cx="880110" cy="180022"/>
          </a:xfrm>
          <a:prstGeom xmlns:a="http://schemas.openxmlformats.org/drawingml/2006/main" prst="rect">
            <a:avLst/>
          </a:prstGeom>
        </p:spPr>
      </p:pic>
      <p:pic>
        <p:nvPicPr>
          <p:cNvPr id="22" name="known-result-1" descr="B_T\approx2(\Delta f+W),\quad\Delta f=\frac{|k_p|}{2\pi}\max|m'(t)|">
            <a:extLst xmlns:a="http://schemas.openxmlformats.org/drawingml/2006/main">
              <a:ext uri="{FF2B5EF4-FFF2-40B4-BE49-F238E27FC236}">
                <a16:creationId xmlns:a16="http://schemas.microsoft.com/office/drawing/2014/main" id="{45759323-CC27-432A-A5BB-4AA60F47C8EF}"/>
              </a:ext>
            </a:extLst>
          </p:cNvPr>
          <p:cNvPicPr>
            <a:picLocks xmlns:a="http://schemas.openxmlformats.org/drawingml/2006/main" noChangeAspect="1"/>
          </p:cNvPicPr>
          <p:nvPr/>
        </p:nvPicPr>
        <p:blipFill>
          <a:blip xmlns:r="http://schemas.openxmlformats.org/officeDocument/2006/relationships" xmlns:a="http://schemas.openxmlformats.org/drawingml/2006/main" r:embed="Re8d6383579df43f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20715"/>
            <a:ext cx="5194935" cy="360045"/>
          </a:xfrm>
          <a:prstGeom xmlns:a="http://schemas.openxmlformats.org/drawingml/2006/main" prst="rect">
            <a:avLst/>
          </a:prstGeom>
        </p:spPr>
      </p:pic>
      <p:pic>
        <p:nvPicPr>
          <p:cNvPr id="23" name="operation-before-animation" descr="f_i(t)-f_c=\frac{k_p}{2\pi}m'(t)\quad\text{(read frequency)}">
            <a:extLst xmlns:a="http://schemas.openxmlformats.org/drawingml/2006/main">
              <a:ext uri="{FF2B5EF4-FFF2-40B4-BE49-F238E27FC236}">
                <a16:creationId xmlns:a16="http://schemas.microsoft.com/office/drawing/2014/main" id="{DF87CAE8-5CF1-4383-8D7F-215EC731628A}"/>
              </a:ext>
            </a:extLst>
          </p:cNvPr>
          <p:cNvPicPr>
            <a:picLocks xmlns:a="http://schemas.openxmlformats.org/drawingml/2006/main" noChangeAspect="1"/>
          </p:cNvPicPr>
          <p:nvPr/>
        </p:nvPicPr>
        <p:blipFill>
          <a:blip xmlns:r="http://schemas.openxmlformats.org/officeDocument/2006/relationships" xmlns:a="http://schemas.openxmlformats.org/drawingml/2006/main" r:embed="R09719d4b72464df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98222"/>
            <a:ext cx="5248275" cy="376357"/>
          </a:xfrm>
          <a:prstGeom xmlns:a="http://schemas.openxmlformats.org/drawingml/2006/main" prst="rect">
            <a:avLst/>
          </a:prstGeom>
        </p:spPr>
      </p:pic>
      <p:pic>
        <p:nvPicPr>
          <p:cNvPr id="24" name="operation-result" descr="m(t)=m(0)+\frac{2\pi}{k_p}\int_0^t[f_i(\tau)-f_c]\,d\tau">
            <a:extLst xmlns:a="http://schemas.openxmlformats.org/drawingml/2006/main">
              <a:ext uri="{FF2B5EF4-FFF2-40B4-BE49-F238E27FC236}">
                <a16:creationId xmlns:a16="http://schemas.microsoft.com/office/drawing/2014/main" id="{A4555F72-5C61-4261-BCF4-A2F62A57B48C}"/>
              </a:ext>
            </a:extLst>
          </p:cNvPr>
          <p:cNvPicPr>
            <a:picLocks xmlns:a="http://schemas.openxmlformats.org/drawingml/2006/main" noChangeAspect="1"/>
          </p:cNvPicPr>
          <p:nvPr/>
        </p:nvPicPr>
        <p:blipFill>
          <a:blip xmlns:r="http://schemas.openxmlformats.org/officeDocument/2006/relationships" xmlns:a="http://schemas.openxmlformats.org/drawingml/2006/main" r:embed="R72d5f91125164272">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33777"/>
            <a:ext cx="4714875" cy="448270"/>
          </a:xfrm>
          <a:prstGeom xmlns:a="http://schemas.openxmlformats.org/drawingml/2006/main" prst="rect">
            <a:avLst/>
          </a:prstGeom>
        </p:spPr>
      </p:pic>
      <p:pic>
        <p:nvPicPr>
          <p:cNvPr id="25" name="conditions" descr="\text{Ideal frequency reader; known }m(0);\quad k_p\ne0">
            <a:extLst xmlns:a="http://schemas.openxmlformats.org/drawingml/2006/main">
              <a:ext uri="{FF2B5EF4-FFF2-40B4-BE49-F238E27FC236}">
                <a16:creationId xmlns:a16="http://schemas.microsoft.com/office/drawing/2014/main" id="{AC1B8C7B-F908-42D4-984D-A641DB0847A7}"/>
              </a:ext>
            </a:extLst>
          </p:cNvPr>
          <p:cNvPicPr>
            <a:picLocks xmlns:a="http://schemas.openxmlformats.org/drawingml/2006/main" noChangeAspect="1"/>
          </p:cNvPicPr>
          <p:nvPr/>
        </p:nvPicPr>
        <p:blipFill>
          <a:blip xmlns:r="http://schemas.openxmlformats.org/officeDocument/2006/relationships" xmlns:a="http://schemas.openxmlformats.org/drawingml/2006/main" r:embed="R747ad4a4688148fe">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597402"/>
            <a:ext cx="5016817" cy="225921"/>
          </a:xfrm>
          <a:prstGeom xmlns:a="http://schemas.openxmlformats.org/drawingml/2006/main" prst="rect">
            <a:avLst/>
          </a:prstGeom>
        </p:spPr>
      </p:pic>
      <p:pic>
        <p:nvPicPr>
          <p:cNvPr id="26" name="result-1" descr="B_T\approx2(\Delta f+W),\quad\Delta f=\frac{|k_p|}{2\pi}\max|m'(t)|">
            <a:extLst xmlns:a="http://schemas.openxmlformats.org/drawingml/2006/main">
              <a:ext uri="{FF2B5EF4-FFF2-40B4-BE49-F238E27FC236}">
                <a16:creationId xmlns:a16="http://schemas.microsoft.com/office/drawing/2014/main" id="{248A72C6-0588-4813-81E5-F3F9FFD7B8A6}"/>
              </a:ext>
            </a:extLst>
          </p:cNvPr>
          <p:cNvPicPr>
            <a:picLocks xmlns:a="http://schemas.openxmlformats.org/drawingml/2006/main" noChangeAspect="1"/>
          </p:cNvPicPr>
          <p:nvPr/>
        </p:nvPicPr>
        <p:blipFill>
          <a:blip xmlns:r="http://schemas.openxmlformats.org/officeDocument/2006/relationships" xmlns:a="http://schemas.openxmlformats.org/drawingml/2006/main" r:embed="R5934c157cca64f81">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20715"/>
            <a:ext cx="5194935" cy="360045"/>
          </a:xfrm>
          <a:prstGeom xmlns:a="http://schemas.openxmlformats.org/drawingml/2006/main" prst="rect">
            <a:avLst/>
          </a:prstGeom>
        </p:spPr>
      </p:pic>
      <p:pic>
        <p:nvPicPr>
          <p:cNvPr id="27" name="result-2" descr="m(t)=m(0)+\frac{2\pi}{k_p}\int_0^t[f_i(\tau)-f_c]\,d\tau">
            <a:extLst xmlns:a="http://schemas.openxmlformats.org/drawingml/2006/main">
              <a:ext uri="{FF2B5EF4-FFF2-40B4-BE49-F238E27FC236}">
                <a16:creationId xmlns:a16="http://schemas.microsoft.com/office/drawing/2014/main" id="{48D52ECD-DAC9-4280-982E-393BE04706BC}"/>
              </a:ext>
            </a:extLst>
          </p:cNvPr>
          <p:cNvPicPr>
            <a:picLocks xmlns:a="http://schemas.openxmlformats.org/drawingml/2006/main" noChangeAspect="1"/>
          </p:cNvPicPr>
          <p:nvPr/>
        </p:nvPicPr>
        <p:blipFill>
          <a:blip xmlns:r="http://schemas.openxmlformats.org/officeDocument/2006/relationships" xmlns:a="http://schemas.openxmlformats.org/drawingml/2006/main" r:embed="R72d13ffd0d114cc0">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46703"/>
            <a:ext cx="4243388" cy="403443"/>
          </a:xfrm>
          <a:prstGeom xmlns:a="http://schemas.openxmlformats.org/drawingml/2006/main" prst="rect">
            <a:avLst/>
          </a:prstGeom>
        </p:spPr>
      </p:pic>
    </p:spTree>
    <p:extLst>
      <p:ext uri="{BB962C8B-B14F-4D97-AF65-F5344CB8AC3E}">
        <p14:creationId xmlns:p14="http://schemas.microsoft.com/office/powerpoint/2010/main" val="439366502"/>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BCDF755-D907-426E-ADA4-4E670323ACC3}"/>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6E9A148-E20C-4EE4-93E2-0758509EB3E5}"/>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CC865961-133D-4B15-972B-6DB1DC1BF032}"/>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f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D295946-F048-4135-9B28-D695E59EAF4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f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f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f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f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f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f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f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f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f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f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FB7C7BB9-B919-4EF9-B103-340067CD7BC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f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DD1B4D0F-8863-41FB-ADA9-937A3FB5397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00BA96EF-F159-492F-8337-21F502F37C3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D06DBB0-D1D2-4B55-B9B8-C718D1F97483}"/>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9EFDA5CE-2508-4228-B561-393FED22E148}"/>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D4A46CAA-4479-4F70-A20B-2040B06052C0}"/>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851DEB52-54F6-4D87-9B90-A2488DF901CE}"/>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Set frequency deviation proportional to the message.</a:t>
            </a:r>
          </a:p>
        </p:txBody>
      </p:sp>
      <p:pic>
        <p:nvPicPr>
          <p:cNvPr id="14" name="!!review-signal-fm" descr="s(t)=A_c\cos\!\left[2\pi f_ct+2\pi k_f\int_0^t m(\tau)\,d\tau\right]">
            <a:extLst xmlns:a="http://schemas.openxmlformats.org/drawingml/2006/main">
              <a:ext uri="{FF2B5EF4-FFF2-40B4-BE49-F238E27FC236}">
                <a16:creationId xmlns:a16="http://schemas.microsoft.com/office/drawing/2014/main" id="{5BE9455F-3CAA-42CE-8A79-2AD99F7420C1}"/>
              </a:ext>
            </a:extLst>
          </p:cNvPr>
          <p:cNvPicPr>
            <a:picLocks xmlns:a="http://schemas.openxmlformats.org/drawingml/2006/main" noChangeAspect="1"/>
          </p:cNvPicPr>
          <p:nvPr/>
        </p:nvPicPr>
        <p:blipFill>
          <a:blip xmlns:r="http://schemas.openxmlformats.org/officeDocument/2006/relationships" xmlns:a="http://schemas.openxmlformats.org/drawingml/2006/main" r:embed="Rcf5814b35e30449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33560"/>
            <a:ext cx="6055995" cy="580906"/>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EDAD95E-4FBA-4A75-AAA6-1D89E9A7A380}"/>
              </a:ext>
            </a:extLst>
          </p:cNvPr>
          <p:cNvPicPr>
            <a:picLocks xmlns:a="http://schemas.openxmlformats.org/drawingml/2006/main" noChangeAspect="1"/>
          </p:cNvPicPr>
          <p:nvPr/>
        </p:nvPicPr>
        <p:blipFill>
          <a:blip xmlns:r="http://schemas.openxmlformats.org/officeDocument/2006/relationships" xmlns:a="http://schemas.openxmlformats.org/drawingml/2006/main" r:embed="Refba37779fdf4f0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F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E324199-FD7E-48E2-992D-47191092C2FE}"/>
              </a:ext>
            </a:extLst>
          </p:cNvPr>
          <p:cNvPicPr>
            <a:picLocks xmlns:a="http://schemas.openxmlformats.org/drawingml/2006/main" noChangeAspect="1"/>
          </p:cNvPicPr>
          <p:nvPr/>
        </p:nvPicPr>
        <p:blipFill>
          <a:blip xmlns:r="http://schemas.openxmlformats.org/officeDocument/2006/relationships" xmlns:a="http://schemas.openxmlformats.org/drawingml/2006/main" r:embed="R4e25327fb9194b1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78240" y="308372"/>
            <a:ext cx="880110" cy="183356"/>
          </a:xfrm>
          <a:prstGeom xmlns:a="http://schemas.openxmlformats.org/drawingml/2006/main" prst="rect">
            <a:avLst/>
          </a:prstGeom>
        </p:spPr>
      </p:pic>
      <p:pic>
        <p:nvPicPr>
          <p:cNvPr id="17" name="operation-before-animation" descr="m(t)=\cos(2\pi t),\ f_c=8\ \mathrm{Hz},\ k_f=1.5;\quad\int_0^t m(\tau)d\tau=\frac{\sin(2\pi t)}{2\pi}">
            <a:extLst xmlns:a="http://schemas.openxmlformats.org/drawingml/2006/main">
              <a:ext uri="{FF2B5EF4-FFF2-40B4-BE49-F238E27FC236}">
                <a16:creationId xmlns:a16="http://schemas.microsoft.com/office/drawing/2014/main" id="{B6CC7345-C0F8-46F5-88F7-44BA8F324D41}"/>
              </a:ext>
            </a:extLst>
          </p:cNvPr>
          <p:cNvPicPr>
            <a:picLocks xmlns:a="http://schemas.openxmlformats.org/drawingml/2006/main" noChangeAspect="1"/>
          </p:cNvPicPr>
          <p:nvPr/>
        </p:nvPicPr>
        <p:blipFill>
          <a:blip xmlns:r="http://schemas.openxmlformats.org/officeDocument/2006/relationships" xmlns:a="http://schemas.openxmlformats.org/drawingml/2006/main" r:embed="Rf074f5af12104e2c">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295632"/>
            <a:ext cx="8231505" cy="381536"/>
          </a:xfrm>
          <a:prstGeom xmlns:a="http://schemas.openxmlformats.org/drawingml/2006/main" prst="rect">
            <a:avLst/>
          </a:prstGeom>
        </p:spPr>
      </p:pic>
      <p:pic>
        <p:nvPicPr>
          <p:cNvPr id="18" name="operation-result" descr="s(t)=\cos[2\pi8t+1.5\sin(2\pi t)]">
            <a:extLst xmlns:a="http://schemas.openxmlformats.org/drawingml/2006/main">
              <a:ext uri="{FF2B5EF4-FFF2-40B4-BE49-F238E27FC236}">
                <a16:creationId xmlns:a16="http://schemas.microsoft.com/office/drawing/2014/main" id="{45410E02-86B5-4AC0-91AF-272F29B5CBE0}"/>
              </a:ext>
            </a:extLst>
          </p:cNvPr>
          <p:cNvPicPr>
            <a:picLocks xmlns:a="http://schemas.openxmlformats.org/drawingml/2006/main" noChangeAspect="1"/>
          </p:cNvPicPr>
          <p:nvPr/>
        </p:nvPicPr>
        <p:blipFill>
          <a:blip xmlns:r="http://schemas.openxmlformats.org/officeDocument/2006/relationships" xmlns:a="http://schemas.openxmlformats.org/drawingml/2006/main" r:embed="R2678e66835b5452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038"/>
            <a:ext cx="4229100" cy="285750"/>
          </a:xfrm>
          <a:prstGeom xmlns:a="http://schemas.openxmlformats.org/drawingml/2006/main" prst="rect">
            <a:avLst/>
          </a:prstGeom>
        </p:spPr>
      </p:pic>
    </p:spTree>
    <p:extLst>
      <p:ext uri="{BB962C8B-B14F-4D97-AF65-F5344CB8AC3E}">
        <p14:creationId xmlns:p14="http://schemas.microsoft.com/office/powerpoint/2010/main" val="1539269292"/>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11E67ED-E3E8-44EE-AA4E-FEAF12C3BFCB}"/>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EB4E2B6-EC77-4165-AEA5-36B61BAA65B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2D4A7DAB-9D62-4030-BB44-CE4E456AE495}"/>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C04C9509-DF09-44D5-AB0C-6BF86935B47A}"/>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3F15635C-7487-4BB4-A267-8642C18B02DB}"/>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Set frequency deviation proportional to the message.</a:t>
            </a:r>
          </a:p>
        </p:txBody>
      </p:sp>
      <p:pic>
        <p:nvPicPr>
          <p:cNvPr id="8" name="review-f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BE8BF709-FBFC-4711-9265-62299A4DD74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f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f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f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f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f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7759579D-A01E-4675-9F02-DFBF8B31384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f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898D9439-62E8-4009-AC2A-CF137157DC5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f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f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f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f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f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9947FFC6-2F04-4270-8C61-007BD9948EEC}"/>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FEF19F08-E400-4864-BE4A-7DCE5921EB9E}"/>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5A2C7300-1D19-46C5-87AF-172C3332F727}"/>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6A267460-D839-4756-8ACB-F57ACAD9DA1C}"/>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9BA78FD0-E355-4347-B27C-7B45DC9C135B}"/>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Set frequency deviation proportional to the message.</a:t>
            </a:r>
          </a:p>
        </p:txBody>
      </p:sp>
      <p:sp>
        <p:nvSpPr>
          <p:cNvPr id="16" name="result-label-1">
            <a:extLst xmlns:a="http://schemas.openxmlformats.org/drawingml/2006/main">
              <a:ext uri="{FF2B5EF4-FFF2-40B4-BE49-F238E27FC236}">
                <a16:creationId xmlns:a16="http://schemas.microsoft.com/office/drawing/2014/main" id="{222A2912-B0EF-4CF5-A716-E644EC888D92}"/>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fm" descr="s(t)=A_c\cos\!\left[2\pi f_ct+2\pi k_f\int_0^t m(\tau)\,d\tau\right]">
            <a:extLst xmlns:a="http://schemas.openxmlformats.org/drawingml/2006/main">
              <a:ext uri="{FF2B5EF4-FFF2-40B4-BE49-F238E27FC236}">
                <a16:creationId xmlns:a16="http://schemas.microsoft.com/office/drawing/2014/main" id="{0D51F763-EEC8-41B4-871E-504B275393E1}"/>
              </a:ext>
            </a:extLst>
          </p:cNvPr>
          <p:cNvPicPr>
            <a:picLocks xmlns:a="http://schemas.openxmlformats.org/drawingml/2006/main" noChangeAspect="1"/>
          </p:cNvPicPr>
          <p:nvPr/>
        </p:nvPicPr>
        <p:blipFill>
          <a:blip xmlns:r="http://schemas.openxmlformats.org/officeDocument/2006/relationships" xmlns:a="http://schemas.openxmlformats.org/drawingml/2006/main" r:embed="Rc3ddb293254842f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33560"/>
            <a:ext cx="6055995" cy="580906"/>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4779B3A-2F58-4496-809F-EB94192F13F6}"/>
              </a:ext>
            </a:extLst>
          </p:cNvPr>
          <p:cNvPicPr>
            <a:picLocks xmlns:a="http://schemas.openxmlformats.org/drawingml/2006/main" noChangeAspect="1"/>
          </p:cNvPicPr>
          <p:nvPr/>
        </p:nvPicPr>
        <p:blipFill>
          <a:blip xmlns:r="http://schemas.openxmlformats.org/officeDocument/2006/relationships" xmlns:a="http://schemas.openxmlformats.org/drawingml/2006/main" r:embed="Ra27fbac6d16c4b1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F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BEFDB4F-66FB-4687-8F90-E22CF7642CBE}"/>
              </a:ext>
            </a:extLst>
          </p:cNvPr>
          <p:cNvPicPr>
            <a:picLocks xmlns:a="http://schemas.openxmlformats.org/drawingml/2006/main" noChangeAspect="1"/>
          </p:cNvPicPr>
          <p:nvPr/>
        </p:nvPicPr>
        <p:blipFill>
          <a:blip xmlns:r="http://schemas.openxmlformats.org/officeDocument/2006/relationships" xmlns:a="http://schemas.openxmlformats.org/drawingml/2006/main" r:embed="R4b75e446ee5640a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78240" y="308372"/>
            <a:ext cx="880110" cy="183356"/>
          </a:xfrm>
          <a:prstGeom xmlns:a="http://schemas.openxmlformats.org/drawingml/2006/main" prst="rect">
            <a:avLst/>
          </a:prstGeom>
        </p:spPr>
      </p:pic>
      <p:pic>
        <p:nvPicPr>
          <p:cNvPr id="20" name="operation-before-animation" descr="\text{Periodic modulation: }f=f_c+n f_m,\quad n=0,\pm1,\pm2,\ldots">
            <a:extLst xmlns:a="http://schemas.openxmlformats.org/drawingml/2006/main">
              <a:ext uri="{FF2B5EF4-FFF2-40B4-BE49-F238E27FC236}">
                <a16:creationId xmlns:a16="http://schemas.microsoft.com/office/drawing/2014/main" id="{627521A6-0B93-4BE2-B974-3576677B8BB8}"/>
              </a:ext>
            </a:extLst>
          </p:cNvPr>
          <p:cNvPicPr>
            <a:picLocks xmlns:a="http://schemas.openxmlformats.org/drawingml/2006/main" noChangeAspect="1"/>
          </p:cNvPicPr>
          <p:nvPr/>
        </p:nvPicPr>
        <p:blipFill>
          <a:blip xmlns:r="http://schemas.openxmlformats.org/officeDocument/2006/relationships" xmlns:a="http://schemas.openxmlformats.org/drawingml/2006/main" r:embed="Rb34f105dece5439c">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63825"/>
            <a:ext cx="7513320" cy="245150"/>
          </a:xfrm>
          <a:prstGeom xmlns:a="http://schemas.openxmlformats.org/drawingml/2006/main" prst="rect">
            <a:avLst/>
          </a:prstGeom>
        </p:spPr>
      </p:pic>
      <p:pic>
        <p:nvPicPr>
          <p:cNvPr id="21" name="operation-result" descr="f=8+n\ \mathrm{Hz};\quad B_T\approx2(\Delta f+W),\quad\Delta f=|k_f|\max|m|">
            <a:extLst xmlns:a="http://schemas.openxmlformats.org/drawingml/2006/main">
              <a:ext uri="{FF2B5EF4-FFF2-40B4-BE49-F238E27FC236}">
                <a16:creationId xmlns:a16="http://schemas.microsoft.com/office/drawing/2014/main" id="{AB72A0CF-51CE-4D8D-B073-9CD97EFF5C49}"/>
              </a:ext>
            </a:extLst>
          </p:cNvPr>
          <p:cNvPicPr>
            <a:picLocks xmlns:a="http://schemas.openxmlformats.org/drawingml/2006/main" noChangeAspect="1"/>
          </p:cNvPicPr>
          <p:nvPr/>
        </p:nvPicPr>
        <p:blipFill>
          <a:blip xmlns:r="http://schemas.openxmlformats.org/officeDocument/2006/relationships" xmlns:a="http://schemas.openxmlformats.org/drawingml/2006/main" r:embed="R986be0ca7a2a445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930"/>
            <a:ext cx="7572375" cy="283964"/>
          </a:xfrm>
          <a:prstGeom xmlns:a="http://schemas.openxmlformats.org/drawingml/2006/main" prst="rect">
            <a:avLst/>
          </a:prstGeom>
        </p:spPr>
      </p:pic>
      <p:pic>
        <p:nvPicPr>
          <p:cNvPr id="22" name="conditions" descr="\Delta f:\text{peak frequency deviation};\ W:\text{message bandwidth};\ \text{Carson estimate}">
            <a:extLst xmlns:a="http://schemas.openxmlformats.org/drawingml/2006/main">
              <a:ext uri="{FF2B5EF4-FFF2-40B4-BE49-F238E27FC236}">
                <a16:creationId xmlns:a16="http://schemas.microsoft.com/office/drawing/2014/main" id="{D54E6FD3-4749-467D-A130-BC21D0EF5231}"/>
              </a:ext>
            </a:extLst>
          </p:cNvPr>
          <p:cNvPicPr>
            <a:picLocks xmlns:a="http://schemas.openxmlformats.org/drawingml/2006/main" noChangeAspect="1"/>
          </p:cNvPicPr>
          <p:nvPr/>
        </p:nvPicPr>
        <p:blipFill>
          <a:blip xmlns:r="http://schemas.openxmlformats.org/officeDocument/2006/relationships" xmlns:a="http://schemas.openxmlformats.org/drawingml/2006/main" r:embed="R9fa696f4584e4dd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2463"/>
            <a:ext cx="8018145" cy="195798"/>
          </a:xfrm>
          <a:prstGeom xmlns:a="http://schemas.openxmlformats.org/drawingml/2006/main" prst="rect">
            <a:avLst/>
          </a:prstGeom>
        </p:spPr>
      </p:pic>
      <p:pic>
        <p:nvPicPr>
          <p:cNvPr id="23" name="result-1" descr="B_T\approx2(\Delta f+W),\quad\Delta f=|k_f|\max|m(t)|">
            <a:extLst xmlns:a="http://schemas.openxmlformats.org/drawingml/2006/main">
              <a:ext uri="{FF2B5EF4-FFF2-40B4-BE49-F238E27FC236}">
                <a16:creationId xmlns:a16="http://schemas.microsoft.com/office/drawing/2014/main" id="{6A21EF04-27D8-4AF8-BC04-EFD01A6AC398}"/>
              </a:ext>
            </a:extLst>
          </p:cNvPr>
          <p:cNvPicPr>
            <a:picLocks xmlns:a="http://schemas.openxmlformats.org/drawingml/2006/main" noChangeAspect="1"/>
          </p:cNvPicPr>
          <p:nvPr/>
        </p:nvPicPr>
        <p:blipFill>
          <a:blip xmlns:r="http://schemas.openxmlformats.org/officeDocument/2006/relationships" xmlns:a="http://schemas.openxmlformats.org/drawingml/2006/main" r:embed="R29db9b2290234e3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72954"/>
            <a:ext cx="5092065" cy="255568"/>
          </a:xfrm>
          <a:prstGeom xmlns:a="http://schemas.openxmlformats.org/drawingml/2006/main" prst="rect">
            <a:avLst/>
          </a:prstGeom>
        </p:spPr>
      </p:pic>
    </p:spTree>
    <p:extLst>
      <p:ext uri="{BB962C8B-B14F-4D97-AF65-F5344CB8AC3E}">
        <p14:creationId xmlns:p14="http://schemas.microsoft.com/office/powerpoint/2010/main" val="1322262532"/>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217DB8A-ADCA-4C52-8718-1F6E70ED8BA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11046E3-839D-498B-880D-83644F264D2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E04B3BC2-45FD-4DEF-BFCC-D5353B74E5A7}"/>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17AEA75C-5AE4-47FB-947F-B07A69C587F1}"/>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54FCBB82-778F-4821-838C-7CA04B877E14}"/>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Set frequency deviation proportional to the message.</a:t>
            </a:r>
          </a:p>
        </p:txBody>
      </p:sp>
      <p:sp>
        <p:nvSpPr>
          <p:cNvPr id="8" name="known-result-label-1">
            <a:extLst xmlns:a="http://schemas.openxmlformats.org/drawingml/2006/main">
              <a:ext uri="{FF2B5EF4-FFF2-40B4-BE49-F238E27FC236}">
                <a16:creationId xmlns:a16="http://schemas.microsoft.com/office/drawing/2014/main" id="{DACCB637-C810-419F-8ABE-2C32D94AD40C}"/>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f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D84DBABD-199A-4A56-BDC1-04EED028AA1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f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9D93B673-34F3-47CE-BCF0-B0B22A562FB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f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f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f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f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f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f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f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f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403EF8C0-7821-4478-80B0-CC41CC426B9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f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f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f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f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f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f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f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f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f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f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f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f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f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f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f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f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A35F9E16-64FE-4706-A92A-D9343EC1EE52}"/>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1D3D21C9-99F1-4FA9-A502-22D9783A25E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CE2D9C9D-FC3D-4345-A245-1EA0215045C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89271082-26AD-4E89-BC05-511E01546962}"/>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A95188D9-DA8F-4666-8757-63A8CDB6883C}"/>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Set frequency deviation proportional to the message.</a:t>
            </a:r>
          </a:p>
        </p:txBody>
      </p:sp>
      <p:sp>
        <p:nvSpPr>
          <p:cNvPr id="17" name="result-label-1">
            <a:extLst xmlns:a="http://schemas.openxmlformats.org/drawingml/2006/main">
              <a:ext uri="{FF2B5EF4-FFF2-40B4-BE49-F238E27FC236}">
                <a16:creationId xmlns:a16="http://schemas.microsoft.com/office/drawing/2014/main" id="{1B7A2116-3E81-4E41-87A6-705D39D756FC}"/>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A853DA8A-E0B8-44E8-B6E6-27CA061C3193}"/>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fm" descr="s(t)=A_c\cos\!\left[2\pi f_ct+2\pi k_f\int_0^t m(\tau)\,d\tau\right]">
            <a:extLst xmlns:a="http://schemas.openxmlformats.org/drawingml/2006/main">
              <a:ext uri="{FF2B5EF4-FFF2-40B4-BE49-F238E27FC236}">
                <a16:creationId xmlns:a16="http://schemas.microsoft.com/office/drawing/2014/main" id="{9694C5A2-127F-4694-BA2E-BC5148D6F604}"/>
              </a:ext>
            </a:extLst>
          </p:cNvPr>
          <p:cNvPicPr>
            <a:picLocks xmlns:a="http://schemas.openxmlformats.org/drawingml/2006/main" noChangeAspect="1"/>
          </p:cNvPicPr>
          <p:nvPr/>
        </p:nvPicPr>
        <p:blipFill>
          <a:blip xmlns:r="http://schemas.openxmlformats.org/officeDocument/2006/relationships" xmlns:a="http://schemas.openxmlformats.org/drawingml/2006/main" r:embed="Rfb086950820b4d4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33560"/>
            <a:ext cx="6055995" cy="580906"/>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B107C0C-BC51-4A49-9BA2-A379D356B751}"/>
              </a:ext>
            </a:extLst>
          </p:cNvPr>
          <p:cNvPicPr>
            <a:picLocks xmlns:a="http://schemas.openxmlformats.org/drawingml/2006/main" noChangeAspect="1"/>
          </p:cNvPicPr>
          <p:nvPr/>
        </p:nvPicPr>
        <p:blipFill>
          <a:blip xmlns:r="http://schemas.openxmlformats.org/officeDocument/2006/relationships" xmlns:a="http://schemas.openxmlformats.org/drawingml/2006/main" r:embed="R1c0a588e3a06452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F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51A7E0D5-4A7D-44F1-A4D1-E36381F1F244}"/>
              </a:ext>
            </a:extLst>
          </p:cNvPr>
          <p:cNvPicPr>
            <a:picLocks xmlns:a="http://schemas.openxmlformats.org/drawingml/2006/main" noChangeAspect="1"/>
          </p:cNvPicPr>
          <p:nvPr/>
        </p:nvPicPr>
        <p:blipFill>
          <a:blip xmlns:r="http://schemas.openxmlformats.org/officeDocument/2006/relationships" xmlns:a="http://schemas.openxmlformats.org/drawingml/2006/main" r:embed="R7b5e13371ace4e8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778240" y="308372"/>
            <a:ext cx="880110" cy="183356"/>
          </a:xfrm>
          <a:prstGeom xmlns:a="http://schemas.openxmlformats.org/drawingml/2006/main" prst="rect">
            <a:avLst/>
          </a:prstGeom>
        </p:spPr>
      </p:pic>
      <p:pic>
        <p:nvPicPr>
          <p:cNvPr id="22" name="known-result-1" descr="B_T\approx2(\Delta f+W),\quad\Delta f=|k_f|\max|m(t)|">
            <a:extLst xmlns:a="http://schemas.openxmlformats.org/drawingml/2006/main">
              <a:ext uri="{FF2B5EF4-FFF2-40B4-BE49-F238E27FC236}">
                <a16:creationId xmlns:a16="http://schemas.microsoft.com/office/drawing/2014/main" id="{30D3B1B5-A120-4FC7-B362-43063E107A51}"/>
              </a:ext>
            </a:extLst>
          </p:cNvPr>
          <p:cNvPicPr>
            <a:picLocks xmlns:a="http://schemas.openxmlformats.org/drawingml/2006/main" noChangeAspect="1"/>
          </p:cNvPicPr>
          <p:nvPr/>
        </p:nvPicPr>
        <p:blipFill>
          <a:blip xmlns:r="http://schemas.openxmlformats.org/officeDocument/2006/relationships" xmlns:a="http://schemas.openxmlformats.org/drawingml/2006/main" r:embed="Rd43d2000a7ec4eb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72954"/>
            <a:ext cx="5092065" cy="255568"/>
          </a:xfrm>
          <a:prstGeom xmlns:a="http://schemas.openxmlformats.org/drawingml/2006/main" prst="rect">
            <a:avLst/>
          </a:prstGeom>
        </p:spPr>
      </p:pic>
      <p:pic>
        <p:nvPicPr>
          <p:cNvPr id="23" name="operation-before-animation" descr="f_i(t)=f_c+k_fm(t)\quad\text{(read frequency)}">
            <a:extLst xmlns:a="http://schemas.openxmlformats.org/drawingml/2006/main">
              <a:ext uri="{FF2B5EF4-FFF2-40B4-BE49-F238E27FC236}">
                <a16:creationId xmlns:a16="http://schemas.microsoft.com/office/drawing/2014/main" id="{BDFE118F-1491-4CBA-ABC3-4E91FA73C01D}"/>
              </a:ext>
            </a:extLst>
          </p:cNvPr>
          <p:cNvPicPr>
            <a:picLocks xmlns:a="http://schemas.openxmlformats.org/drawingml/2006/main" noChangeAspect="1"/>
          </p:cNvPicPr>
          <p:nvPr/>
        </p:nvPicPr>
        <p:blipFill>
          <a:blip xmlns:r="http://schemas.openxmlformats.org/officeDocument/2006/relationships" xmlns:a="http://schemas.openxmlformats.org/drawingml/2006/main" r:embed="Rcfb0e84ddf5f47b6">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49151"/>
            <a:ext cx="5110163" cy="274499"/>
          </a:xfrm>
          <a:prstGeom xmlns:a="http://schemas.openxmlformats.org/drawingml/2006/main" prst="rect">
            <a:avLst/>
          </a:prstGeom>
        </p:spPr>
      </p:pic>
      <p:pic>
        <p:nvPicPr>
          <p:cNvPr id="24" name="operation-result" descr="f_i(t)-f_c=k_fm(t)\quad\Rightarrow\quad m(t)=\frac{f_i(t)-f_c}{k_f}">
            <a:extLst xmlns:a="http://schemas.openxmlformats.org/drawingml/2006/main">
              <a:ext uri="{FF2B5EF4-FFF2-40B4-BE49-F238E27FC236}">
                <a16:creationId xmlns:a16="http://schemas.microsoft.com/office/drawing/2014/main" id="{7506CF06-3699-41AE-BD1B-B7E53E611274}"/>
              </a:ext>
            </a:extLst>
          </p:cNvPr>
          <p:cNvPicPr>
            <a:picLocks xmlns:a="http://schemas.openxmlformats.org/drawingml/2006/main" noChangeAspect="1"/>
          </p:cNvPicPr>
          <p:nvPr/>
        </p:nvPicPr>
        <p:blipFill>
          <a:blip xmlns:r="http://schemas.openxmlformats.org/officeDocument/2006/relationships" xmlns:a="http://schemas.openxmlformats.org/drawingml/2006/main" r:embed="Rf6cd5ae574a74d37">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46279"/>
            <a:ext cx="5715000" cy="423267"/>
          </a:xfrm>
          <a:prstGeom xmlns:a="http://schemas.openxmlformats.org/drawingml/2006/main" prst="rect">
            <a:avLst/>
          </a:prstGeom>
        </p:spPr>
      </p:pic>
      <p:pic>
        <p:nvPicPr>
          <p:cNvPr id="25" name="conditions" descr="\text{Ideal frequency reader};\quad k_f\ne0">
            <a:extLst xmlns:a="http://schemas.openxmlformats.org/drawingml/2006/main">
              <a:ext uri="{FF2B5EF4-FFF2-40B4-BE49-F238E27FC236}">
                <a16:creationId xmlns:a16="http://schemas.microsoft.com/office/drawing/2014/main" id="{8E06DB8E-9AC7-49BD-9242-ABEDF4E4989C}"/>
              </a:ext>
            </a:extLst>
          </p:cNvPr>
          <p:cNvPicPr>
            <a:picLocks xmlns:a="http://schemas.openxmlformats.org/drawingml/2006/main" noChangeAspect="1"/>
          </p:cNvPicPr>
          <p:nvPr/>
        </p:nvPicPr>
        <p:blipFill>
          <a:blip xmlns:r="http://schemas.openxmlformats.org/officeDocument/2006/relationships" xmlns:a="http://schemas.openxmlformats.org/drawingml/2006/main" r:embed="R2914e531b91f4a4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148"/>
            <a:ext cx="3527107" cy="194429"/>
          </a:xfrm>
          <a:prstGeom xmlns:a="http://schemas.openxmlformats.org/drawingml/2006/main" prst="rect">
            <a:avLst/>
          </a:prstGeom>
        </p:spPr>
      </p:pic>
      <p:pic>
        <p:nvPicPr>
          <p:cNvPr id="26" name="result-1" descr="B_T\approx2(\Delta f+W),\quad\Delta f=|k_f|\max|m(t)|">
            <a:extLst xmlns:a="http://schemas.openxmlformats.org/drawingml/2006/main">
              <a:ext uri="{FF2B5EF4-FFF2-40B4-BE49-F238E27FC236}">
                <a16:creationId xmlns:a16="http://schemas.microsoft.com/office/drawing/2014/main" id="{39C22959-0062-46A8-808F-B6567BAF2AF1}"/>
              </a:ext>
            </a:extLst>
          </p:cNvPr>
          <p:cNvPicPr>
            <a:picLocks xmlns:a="http://schemas.openxmlformats.org/drawingml/2006/main" noChangeAspect="1"/>
          </p:cNvPicPr>
          <p:nvPr/>
        </p:nvPicPr>
        <p:blipFill>
          <a:blip xmlns:r="http://schemas.openxmlformats.org/officeDocument/2006/relationships" xmlns:a="http://schemas.openxmlformats.org/drawingml/2006/main" r:embed="Ree8217232331409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72954"/>
            <a:ext cx="5092065" cy="255568"/>
          </a:xfrm>
          <a:prstGeom xmlns:a="http://schemas.openxmlformats.org/drawingml/2006/main" prst="rect">
            <a:avLst/>
          </a:prstGeom>
        </p:spPr>
      </p:pic>
      <p:pic>
        <p:nvPicPr>
          <p:cNvPr id="27" name="result-2" descr="m(t)=\frac{f_i(t)-f_c}{k_f}">
            <a:extLst xmlns:a="http://schemas.openxmlformats.org/drawingml/2006/main">
              <a:ext uri="{FF2B5EF4-FFF2-40B4-BE49-F238E27FC236}">
                <a16:creationId xmlns:a16="http://schemas.microsoft.com/office/drawing/2014/main" id="{DC9CA925-2280-46CA-BE3A-A99080A9CFFD}"/>
              </a:ext>
            </a:extLst>
          </p:cNvPr>
          <p:cNvPicPr>
            <a:picLocks xmlns:a="http://schemas.openxmlformats.org/drawingml/2006/main" noChangeAspect="1"/>
          </p:cNvPicPr>
          <p:nvPr/>
        </p:nvPicPr>
        <p:blipFill>
          <a:blip xmlns:r="http://schemas.openxmlformats.org/officeDocument/2006/relationships" xmlns:a="http://schemas.openxmlformats.org/drawingml/2006/main" r:embed="R722a948fa39e4752">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58758"/>
            <a:ext cx="1774508" cy="379333"/>
          </a:xfrm>
          <a:prstGeom xmlns:a="http://schemas.openxmlformats.org/drawingml/2006/main" prst="rect">
            <a:avLst/>
          </a:prstGeom>
        </p:spPr>
      </p:pic>
    </p:spTree>
    <p:extLst>
      <p:ext uri="{BB962C8B-B14F-4D97-AF65-F5344CB8AC3E}">
        <p14:creationId xmlns:p14="http://schemas.microsoft.com/office/powerpoint/2010/main" val="1925921998"/>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68B6AE2-9BCB-4A36-B6CD-5F6EF05D0F12}"/>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1D4DCC1-354D-4D7E-BEF6-5AA8E935ABC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3083AEED-0622-4A61-853A-5C0A171E1E58}"/>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pa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16A63FE2-FCCF-4A4D-B1E5-19E89F0A932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pa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pa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pa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pa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pa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pa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pa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pa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pa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a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a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a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a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a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a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a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pa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134F8290-1683-4F82-8F82-F42BAB631BA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a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a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a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a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a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a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a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a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a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a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a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a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a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a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a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a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a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a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a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a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a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a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pa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13D95CE2-713F-48F5-8BDE-2629A703CF1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a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a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a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a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a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a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a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a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a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a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a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a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a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a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a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a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8179345B-BFCE-4D99-8D61-5C0A9534472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83092766-98B8-420C-B6F7-86C327A4790B}"/>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998B4FF7-A4BE-4B95-B248-A645E99703E6}"/>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956594D0-42DC-4D4A-A592-215D5448FE56}"/>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8D9251CB-8F47-47B0-9D86-FDCE92571D5C}"/>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Sample the message; use each value as a pulse height.</a:t>
            </a:r>
          </a:p>
        </p:txBody>
      </p:sp>
      <p:pic>
        <p:nvPicPr>
          <p:cNvPr id="14" name="!!review-signal-pam" descr="s(t)=\sum_n m(nT_s)h(t-nT_s)">
            <a:extLst xmlns:a="http://schemas.openxmlformats.org/drawingml/2006/main">
              <a:ext uri="{FF2B5EF4-FFF2-40B4-BE49-F238E27FC236}">
                <a16:creationId xmlns:a16="http://schemas.microsoft.com/office/drawing/2014/main" id="{6ECD4D25-B36F-484F-B0C5-604E08C776DC}"/>
              </a:ext>
            </a:extLst>
          </p:cNvPr>
          <p:cNvPicPr>
            <a:picLocks xmlns:a="http://schemas.openxmlformats.org/drawingml/2006/main" noChangeAspect="1"/>
          </p:cNvPicPr>
          <p:nvPr/>
        </p:nvPicPr>
        <p:blipFill>
          <a:blip xmlns:r="http://schemas.openxmlformats.org/officeDocument/2006/relationships" xmlns:a="http://schemas.openxmlformats.org/drawingml/2006/main" r:embed="R98ee148e8c80451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5003"/>
            <a:ext cx="4533900" cy="338018"/>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58A37DF-36C1-4CC5-908E-C0AA67A49D01}"/>
              </a:ext>
            </a:extLst>
          </p:cNvPr>
          <p:cNvPicPr>
            <a:picLocks xmlns:a="http://schemas.openxmlformats.org/drawingml/2006/main" noChangeAspect="1"/>
          </p:cNvPicPr>
          <p:nvPr/>
        </p:nvPicPr>
        <p:blipFill>
          <a:blip xmlns:r="http://schemas.openxmlformats.org/officeDocument/2006/relationships" xmlns:a="http://schemas.openxmlformats.org/drawingml/2006/main" r:embed="Re94c00a38c494aa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P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7F380DC-1664-4FE3-873D-4609088AA229}"/>
              </a:ext>
            </a:extLst>
          </p:cNvPr>
          <p:cNvPicPr>
            <a:picLocks xmlns:a="http://schemas.openxmlformats.org/drawingml/2006/main" noChangeAspect="1"/>
          </p:cNvPicPr>
          <p:nvPr/>
        </p:nvPicPr>
        <p:blipFill>
          <a:blip xmlns:r="http://schemas.openxmlformats.org/officeDocument/2006/relationships" xmlns:a="http://schemas.openxmlformats.org/drawingml/2006/main" r:embed="Rae19289332ee4f6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64880" y="309205"/>
            <a:ext cx="1093470" cy="181689"/>
          </a:xfrm>
          <a:prstGeom xmlns:a="http://schemas.openxmlformats.org/drawingml/2006/main" prst="rect">
            <a:avLst/>
          </a:prstGeom>
        </p:spPr>
      </p:pic>
      <p:pic>
        <p:nvPicPr>
          <p:cNvPr id="17" name="operation-before-animation" descr="m(t)=\cos(2\pi t),\quad T_s=0.125\ \mathrm{s},\quad T=0.07\ \mathrm{s}">
            <a:extLst xmlns:a="http://schemas.openxmlformats.org/drawingml/2006/main">
              <a:ext uri="{FF2B5EF4-FFF2-40B4-BE49-F238E27FC236}">
                <a16:creationId xmlns:a16="http://schemas.microsoft.com/office/drawing/2014/main" id="{5A2988C4-64D3-490E-84F4-C34BD99A18B0}"/>
              </a:ext>
            </a:extLst>
          </p:cNvPr>
          <p:cNvPicPr>
            <a:picLocks xmlns:a="http://schemas.openxmlformats.org/drawingml/2006/main" noChangeAspect="1"/>
          </p:cNvPicPr>
          <p:nvPr/>
        </p:nvPicPr>
        <p:blipFill>
          <a:blip xmlns:r="http://schemas.openxmlformats.org/officeDocument/2006/relationships" xmlns:a="http://schemas.openxmlformats.org/drawingml/2006/main" r:embed="R04db0135ed5c490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9151"/>
            <a:ext cx="6242685" cy="274499"/>
          </a:xfrm>
          <a:prstGeom xmlns:a="http://schemas.openxmlformats.org/drawingml/2006/main" prst="rect">
            <a:avLst/>
          </a:prstGeom>
        </p:spPr>
      </p:pic>
      <p:pic>
        <p:nvPicPr>
          <p:cNvPr id="18" name="operation-result" descr="s(t)=\sum_n\cos(2\pi nT_s)h(t-nT_s)">
            <a:extLst xmlns:a="http://schemas.openxmlformats.org/drawingml/2006/main">
              <a:ext uri="{FF2B5EF4-FFF2-40B4-BE49-F238E27FC236}">
                <a16:creationId xmlns:a16="http://schemas.microsoft.com/office/drawing/2014/main" id="{5FA7DF32-68B2-4E2D-A3D1-6757A5BB11EF}"/>
              </a:ext>
            </a:extLst>
          </p:cNvPr>
          <p:cNvPicPr>
            <a:picLocks xmlns:a="http://schemas.openxmlformats.org/drawingml/2006/main" noChangeAspect="1"/>
          </p:cNvPicPr>
          <p:nvPr/>
        </p:nvPicPr>
        <p:blipFill>
          <a:blip xmlns:r="http://schemas.openxmlformats.org/officeDocument/2006/relationships" xmlns:a="http://schemas.openxmlformats.org/drawingml/2006/main" r:embed="R69c7c7945f3a424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08787"/>
            <a:ext cx="4514850" cy="298252"/>
          </a:xfrm>
          <a:prstGeom xmlns:a="http://schemas.openxmlformats.org/drawingml/2006/main" prst="rect">
            <a:avLst/>
          </a:prstGeom>
        </p:spPr>
      </p:pic>
    </p:spTree>
    <p:extLst>
      <p:ext uri="{BB962C8B-B14F-4D97-AF65-F5344CB8AC3E}">
        <p14:creationId xmlns:p14="http://schemas.microsoft.com/office/powerpoint/2010/main" val="1146167391"/>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F90178C-4575-411E-8C86-25D50386C2EB}"/>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416A261-663F-4BBB-B311-04EA0655934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6CADFD98-4294-446C-94BA-EF2242CA6060}"/>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C2FE0AAF-A440-4F64-871D-5D7755EFA67A}"/>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B2A06D9F-6306-42FF-AEC9-0DEE0967517C}"/>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Sample the message; use each value as a pulse height.</a:t>
            </a:r>
          </a:p>
        </p:txBody>
      </p:sp>
      <p:pic>
        <p:nvPicPr>
          <p:cNvPr id="8" name="review-pa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60EA092-77EC-4438-84B3-39B99C9F686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pa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pa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pa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pa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a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a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a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a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a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a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a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a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a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a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a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a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pa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E85BC9E2-58FB-4B9A-877B-A082A2C4D61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a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a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a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a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a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a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a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a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a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a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a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a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a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a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a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a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a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a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a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a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a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a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pa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2B300D9-C593-49E1-A362-4CDD1838025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a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a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a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a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a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a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a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a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a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a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a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pa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pa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pa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pa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pa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C0CE0FC7-7488-4C24-990A-D175C580A18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0CCA28CB-ED90-40C0-890A-5B17C58B1C96}"/>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83378346-93AE-4487-B9D6-BE8DD72B80B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C5FB391E-972C-4088-A908-038A2BF100E7}"/>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087A80B6-31DE-46FF-B145-8B8E0307290F}"/>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Sample the message; use each value as a pulse height.</a:t>
            </a:r>
          </a:p>
        </p:txBody>
      </p:sp>
      <p:sp>
        <p:nvSpPr>
          <p:cNvPr id="16" name="result-label-1">
            <a:extLst xmlns:a="http://schemas.openxmlformats.org/drawingml/2006/main">
              <a:ext uri="{FF2B5EF4-FFF2-40B4-BE49-F238E27FC236}">
                <a16:creationId xmlns:a16="http://schemas.microsoft.com/office/drawing/2014/main" id="{ED820655-6B14-4E9D-87B4-B1F2E74F6AC8}"/>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17" name="!!review-signal-pam" descr="s(t)=\sum_n m(nT_s)h(t-nT_s)">
            <a:extLst xmlns:a="http://schemas.openxmlformats.org/drawingml/2006/main">
              <a:ext uri="{FF2B5EF4-FFF2-40B4-BE49-F238E27FC236}">
                <a16:creationId xmlns:a16="http://schemas.microsoft.com/office/drawing/2014/main" id="{59B43547-6753-45E7-B2F2-D22C3DFC3C7A}"/>
              </a:ext>
            </a:extLst>
          </p:cNvPr>
          <p:cNvPicPr>
            <a:picLocks xmlns:a="http://schemas.openxmlformats.org/drawingml/2006/main" noChangeAspect="1"/>
          </p:cNvPicPr>
          <p:nvPr/>
        </p:nvPicPr>
        <p:blipFill>
          <a:blip xmlns:r="http://schemas.openxmlformats.org/officeDocument/2006/relationships" xmlns:a="http://schemas.openxmlformats.org/drawingml/2006/main" r:embed="R0dafd2d73e034df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5003"/>
            <a:ext cx="4533900" cy="338018"/>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026F523-D820-4069-9B98-8CEEF77DDEBE}"/>
              </a:ext>
            </a:extLst>
          </p:cNvPr>
          <p:cNvPicPr>
            <a:picLocks xmlns:a="http://schemas.openxmlformats.org/drawingml/2006/main" noChangeAspect="1"/>
          </p:cNvPicPr>
          <p:nvPr/>
        </p:nvPicPr>
        <p:blipFill>
          <a:blip xmlns:r="http://schemas.openxmlformats.org/officeDocument/2006/relationships" xmlns:a="http://schemas.openxmlformats.org/drawingml/2006/main" r:embed="Rf5514b1646b942c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P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B77BA21-7578-4746-96CD-27348FA3F6F3}"/>
              </a:ext>
            </a:extLst>
          </p:cNvPr>
          <p:cNvPicPr>
            <a:picLocks xmlns:a="http://schemas.openxmlformats.org/drawingml/2006/main" noChangeAspect="1"/>
          </p:cNvPicPr>
          <p:nvPr/>
        </p:nvPicPr>
        <p:blipFill>
          <a:blip xmlns:r="http://schemas.openxmlformats.org/officeDocument/2006/relationships" xmlns:a="http://schemas.openxmlformats.org/drawingml/2006/main" r:embed="Re553778a6b594bd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64880" y="309205"/>
            <a:ext cx="1093470" cy="181689"/>
          </a:xfrm>
          <a:prstGeom xmlns:a="http://schemas.openxmlformats.org/drawingml/2006/main" prst="rect">
            <a:avLst/>
          </a:prstGeom>
        </p:spPr>
      </p:pic>
      <p:pic>
        <p:nvPicPr>
          <p:cNvPr id="20" name="operation-before-animation" descr="S(f)=M_\delta(f)H(f),\quad H(f)=Te^{-j\pi fT}\operatorname{sinc}(fT)">
            <a:extLst xmlns:a="http://schemas.openxmlformats.org/drawingml/2006/main">
              <a:ext uri="{FF2B5EF4-FFF2-40B4-BE49-F238E27FC236}">
                <a16:creationId xmlns:a16="http://schemas.microsoft.com/office/drawing/2014/main" id="{ABD0BD82-A278-4532-BFFC-4E683EEEC9B1}"/>
              </a:ext>
            </a:extLst>
          </p:cNvPr>
          <p:cNvPicPr>
            <a:picLocks xmlns:a="http://schemas.openxmlformats.org/drawingml/2006/main" noChangeAspect="1"/>
          </p:cNvPicPr>
          <p:nvPr/>
        </p:nvPicPr>
        <p:blipFill>
          <a:blip xmlns:r="http://schemas.openxmlformats.org/officeDocument/2006/relationships" xmlns:a="http://schemas.openxmlformats.org/drawingml/2006/main" r:embed="Rb89b3b5c5f354cf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35339"/>
            <a:ext cx="6076950" cy="302121"/>
          </a:xfrm>
          <a:prstGeom xmlns:a="http://schemas.openxmlformats.org/drawingml/2006/main" prst="rect">
            <a:avLst/>
          </a:prstGeom>
        </p:spPr>
      </p:pic>
      <p:pic>
        <p:nvPicPr>
          <p:cNvPr id="21" name="operation-result" descr="f=8k\pm1\ \mathrm{Hz};\quad H(1/T)=0,\quad B_T=1/T\ \text{(first null)}">
            <a:extLst xmlns:a="http://schemas.openxmlformats.org/drawingml/2006/main">
              <a:ext uri="{FF2B5EF4-FFF2-40B4-BE49-F238E27FC236}">
                <a16:creationId xmlns:a16="http://schemas.microsoft.com/office/drawing/2014/main" id="{E44E497F-DBDB-4839-9DD2-EFBC6AA07F0C}"/>
              </a:ext>
            </a:extLst>
          </p:cNvPr>
          <p:cNvPicPr>
            <a:picLocks xmlns:a="http://schemas.openxmlformats.org/drawingml/2006/main" noChangeAspect="1"/>
          </p:cNvPicPr>
          <p:nvPr/>
        </p:nvPicPr>
        <p:blipFill>
          <a:blip xmlns:r="http://schemas.openxmlformats.org/officeDocument/2006/relationships" xmlns:a="http://schemas.openxmlformats.org/drawingml/2006/main" r:embed="R0d9d6e91134f409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038"/>
            <a:ext cx="7600950" cy="285750"/>
          </a:xfrm>
          <a:prstGeom xmlns:a="http://schemas.openxmlformats.org/drawingml/2006/main" prst="rect">
            <a:avLst/>
          </a:prstGeom>
        </p:spPr>
      </p:pic>
      <p:pic>
        <p:nvPicPr>
          <p:cNvPr id="22" name="conditions" descr="1/T:\text{first-null scale, not a strict cutoff}">
            <a:extLst xmlns:a="http://schemas.openxmlformats.org/drawingml/2006/main">
              <a:ext uri="{FF2B5EF4-FFF2-40B4-BE49-F238E27FC236}">
                <a16:creationId xmlns:a16="http://schemas.microsoft.com/office/drawing/2014/main" id="{DBD13955-09BD-4227-84EC-0E60BE8428BD}"/>
              </a:ext>
            </a:extLst>
          </p:cNvPr>
          <p:cNvPicPr>
            <a:picLocks xmlns:a="http://schemas.openxmlformats.org/drawingml/2006/main" noChangeAspect="1"/>
          </p:cNvPicPr>
          <p:nvPr/>
        </p:nvPicPr>
        <p:blipFill>
          <a:blip xmlns:r="http://schemas.openxmlformats.org/officeDocument/2006/relationships" xmlns:a="http://schemas.openxmlformats.org/drawingml/2006/main" r:embed="R77dd7fb3813f4b3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01510"/>
            <a:ext cx="4271962" cy="217706"/>
          </a:xfrm>
          <a:prstGeom xmlns:a="http://schemas.openxmlformats.org/drawingml/2006/main" prst="rect">
            <a:avLst/>
          </a:prstGeom>
        </p:spPr>
      </p:pic>
      <p:pic>
        <p:nvPicPr>
          <p:cNvPr id="23" name="result-1" descr="B_T=1/T\quad\text{(pulse first-null scale, not strict support)}">
            <a:extLst xmlns:a="http://schemas.openxmlformats.org/drawingml/2006/main">
              <a:ext uri="{FF2B5EF4-FFF2-40B4-BE49-F238E27FC236}">
                <a16:creationId xmlns:a16="http://schemas.microsoft.com/office/drawing/2014/main" id="{B3B87B86-59ED-4D51-8905-33995DE27C70}"/>
              </a:ext>
            </a:extLst>
          </p:cNvPr>
          <p:cNvPicPr>
            <a:picLocks xmlns:a="http://schemas.openxmlformats.org/drawingml/2006/main" noChangeAspect="1"/>
          </p:cNvPicPr>
          <p:nvPr/>
        </p:nvPicPr>
        <p:blipFill>
          <a:blip xmlns:r="http://schemas.openxmlformats.org/officeDocument/2006/relationships" xmlns:a="http://schemas.openxmlformats.org/drawingml/2006/main" r:embed="R49f66fbaebb141f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72954"/>
            <a:ext cx="6840855" cy="255568"/>
          </a:xfrm>
          <a:prstGeom xmlns:a="http://schemas.openxmlformats.org/drawingml/2006/main" prst="rect">
            <a:avLst/>
          </a:prstGeom>
        </p:spPr>
      </p:pic>
    </p:spTree>
    <p:extLst>
      <p:ext uri="{BB962C8B-B14F-4D97-AF65-F5344CB8AC3E}">
        <p14:creationId xmlns:p14="http://schemas.microsoft.com/office/powerpoint/2010/main" val="1830285919"/>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3A49DB1-A2BB-4971-B835-B99694C1FF00}"/>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3E8D629C-CC7D-476F-8C3F-B37EBCC15B71}"/>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C5BBBDFE-83DA-4DDB-8BDE-627C1B31B3E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96636B5D-14B5-47B7-A5D6-5DA5631C3F21}"/>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C9D85DAB-E5F7-490B-A0A9-CCD86E85284F}"/>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Sample the message; use each value as a pulse height.</a:t>
            </a:r>
          </a:p>
        </p:txBody>
      </p:sp>
      <p:sp>
        <p:nvSpPr>
          <p:cNvPr id="8" name="known-result-label-1">
            <a:extLst xmlns:a="http://schemas.openxmlformats.org/drawingml/2006/main">
              <a:ext uri="{FF2B5EF4-FFF2-40B4-BE49-F238E27FC236}">
                <a16:creationId xmlns:a16="http://schemas.microsoft.com/office/drawing/2014/main" id="{89E97109-D6DE-4C8D-B0DA-F7B399D18C9E}"/>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pic>
        <p:nvPicPr>
          <p:cNvPr id="9" name="review-pa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68E1791B-EFC8-4032-A6FF-F8E72A2AEB9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a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a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a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a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a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a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a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a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a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a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a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a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a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a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a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a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pa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7B049900-9DBA-4EF2-8D21-C9F53BFF638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a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a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a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a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a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a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a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a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a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a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a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a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a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a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a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a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a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a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a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a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a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a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a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a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a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a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a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a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a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pa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pa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pa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pa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pa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pa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pa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pa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02FD7744-A23B-47E9-BC2F-F702330BE70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pa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pa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pa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pa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pa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pa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pa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pa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pa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pa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pa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pa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pa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pa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pa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pa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7E9A93DD-7C31-4B8A-9C6A-2B997C60B04F}"/>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3778C3F5-0E8E-4F35-A135-34A8C391979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7F608126-A32D-435D-A888-BF1E9FAFFB42}"/>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40D493E5-4FA6-4771-AC0F-6F5ACF2CD176}"/>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24E1745F-F3DC-4DA1-B5A4-70D1AF281C7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Sample the message; use each value as a pulse height.</a:t>
            </a:r>
          </a:p>
        </p:txBody>
      </p:sp>
      <p:sp>
        <p:nvSpPr>
          <p:cNvPr id="17" name="result-label-1">
            <a:extLst xmlns:a="http://schemas.openxmlformats.org/drawingml/2006/main">
              <a:ext uri="{FF2B5EF4-FFF2-40B4-BE49-F238E27FC236}">
                <a16:creationId xmlns:a16="http://schemas.microsoft.com/office/drawing/2014/main" id="{B7689D70-2931-4145-8612-53A4E68ABE54}"/>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Spectrum</a:t>
            </a:r>
          </a:p>
        </p:txBody>
      </p:sp>
      <p:sp>
        <p:nvSpPr>
          <p:cNvPr id="18" name="result-label-2">
            <a:extLst xmlns:a="http://schemas.openxmlformats.org/drawingml/2006/main">
              <a:ext uri="{FF2B5EF4-FFF2-40B4-BE49-F238E27FC236}">
                <a16:creationId xmlns:a16="http://schemas.microsoft.com/office/drawing/2014/main" id="{134513BF-9A0F-4916-A202-82D38F5C5E5A}"/>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pam" descr="s(t)=\sum_n m(nT_s)h(t-nT_s)">
            <a:extLst xmlns:a="http://schemas.openxmlformats.org/drawingml/2006/main">
              <a:ext uri="{FF2B5EF4-FFF2-40B4-BE49-F238E27FC236}">
                <a16:creationId xmlns:a16="http://schemas.microsoft.com/office/drawing/2014/main" id="{74E398E1-5C2D-468F-B557-4E585348A778}"/>
              </a:ext>
            </a:extLst>
          </p:cNvPr>
          <p:cNvPicPr>
            <a:picLocks xmlns:a="http://schemas.openxmlformats.org/drawingml/2006/main" noChangeAspect="1"/>
          </p:cNvPicPr>
          <p:nvPr/>
        </p:nvPicPr>
        <p:blipFill>
          <a:blip xmlns:r="http://schemas.openxmlformats.org/officeDocument/2006/relationships" xmlns:a="http://schemas.openxmlformats.org/drawingml/2006/main" r:embed="Rc76cd013a120419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5003"/>
            <a:ext cx="4533900" cy="338018"/>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1406D28-CFF2-45D7-A3CB-25D94C53E79C}"/>
              </a:ext>
            </a:extLst>
          </p:cNvPr>
          <p:cNvPicPr>
            <a:picLocks xmlns:a="http://schemas.openxmlformats.org/drawingml/2006/main" noChangeAspect="1"/>
          </p:cNvPicPr>
          <p:nvPr/>
        </p:nvPicPr>
        <p:blipFill>
          <a:blip xmlns:r="http://schemas.openxmlformats.org/officeDocument/2006/relationships" xmlns:a="http://schemas.openxmlformats.org/drawingml/2006/main" r:embed="R81c8501752ea481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P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B48EB36-CA5C-4704-8368-E6B04148D9C7}"/>
              </a:ext>
            </a:extLst>
          </p:cNvPr>
          <p:cNvPicPr>
            <a:picLocks xmlns:a="http://schemas.openxmlformats.org/drawingml/2006/main" noChangeAspect="1"/>
          </p:cNvPicPr>
          <p:nvPr/>
        </p:nvPicPr>
        <p:blipFill>
          <a:blip xmlns:r="http://schemas.openxmlformats.org/officeDocument/2006/relationships" xmlns:a="http://schemas.openxmlformats.org/drawingml/2006/main" r:embed="R28e99db656474d3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64880" y="309205"/>
            <a:ext cx="1093470" cy="181689"/>
          </a:xfrm>
          <a:prstGeom xmlns:a="http://schemas.openxmlformats.org/drawingml/2006/main" prst="rect">
            <a:avLst/>
          </a:prstGeom>
        </p:spPr>
      </p:pic>
      <p:pic>
        <p:nvPicPr>
          <p:cNvPr id="22" name="known-result-1" descr="B_T=1/T\quad\text{(pulse first-null scale, not strict support)}">
            <a:extLst xmlns:a="http://schemas.openxmlformats.org/drawingml/2006/main">
              <a:ext uri="{FF2B5EF4-FFF2-40B4-BE49-F238E27FC236}">
                <a16:creationId xmlns:a16="http://schemas.microsoft.com/office/drawing/2014/main" id="{063DE890-4107-4963-9DD7-7BBBFA9E5C22}"/>
              </a:ext>
            </a:extLst>
          </p:cNvPr>
          <p:cNvPicPr>
            <a:picLocks xmlns:a="http://schemas.openxmlformats.org/drawingml/2006/main" noChangeAspect="1"/>
          </p:cNvPicPr>
          <p:nvPr/>
        </p:nvPicPr>
        <p:blipFill>
          <a:blip xmlns:r="http://schemas.openxmlformats.org/officeDocument/2006/relationships" xmlns:a="http://schemas.openxmlformats.org/drawingml/2006/main" r:embed="R19943ae5e3a3402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72954"/>
            <a:ext cx="6840855" cy="255568"/>
          </a:xfrm>
          <a:prstGeom xmlns:a="http://schemas.openxmlformats.org/drawingml/2006/main" prst="rect">
            <a:avLst/>
          </a:prstGeom>
        </p:spPr>
      </p:pic>
      <p:pic>
        <p:nvPicPr>
          <p:cNvPr id="23" name="operation-before-animation" descr="m(nT_s)=s(nT_s+T/2)\quad\longrightarrow\quad m_\delta(t)">
            <a:extLst xmlns:a="http://schemas.openxmlformats.org/drawingml/2006/main">
              <a:ext uri="{FF2B5EF4-FFF2-40B4-BE49-F238E27FC236}">
                <a16:creationId xmlns:a16="http://schemas.microsoft.com/office/drawing/2014/main" id="{75FFBA43-7491-433B-A719-CCCFFEEFCFC7}"/>
              </a:ext>
            </a:extLst>
          </p:cNvPr>
          <p:cNvPicPr>
            <a:picLocks xmlns:a="http://schemas.openxmlformats.org/drawingml/2006/main" noChangeAspect="1"/>
          </p:cNvPicPr>
          <p:nvPr/>
        </p:nvPicPr>
        <p:blipFill>
          <a:blip xmlns:r="http://schemas.openxmlformats.org/officeDocument/2006/relationships" xmlns:a="http://schemas.openxmlformats.org/drawingml/2006/main" r:embed="Rd7ebb7dd0848423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49151"/>
            <a:ext cx="5331142" cy="274499"/>
          </a:xfrm>
          <a:prstGeom xmlns:a="http://schemas.openxmlformats.org/drawingml/2006/main" prst="rect">
            <a:avLst/>
          </a:prstGeom>
        </p:spPr>
      </p:pic>
      <p:pic>
        <p:nvPicPr>
          <p:cNvPr id="24" name="operation-result" descr="M(f)=T_sH_{\mathrm{LP}}(f)M_\delta(f)\quad\longleftrightarrow\quad m(t)">
            <a:extLst xmlns:a="http://schemas.openxmlformats.org/drawingml/2006/main">
              <a:ext uri="{FF2B5EF4-FFF2-40B4-BE49-F238E27FC236}">
                <a16:creationId xmlns:a16="http://schemas.microsoft.com/office/drawing/2014/main" id="{93455BE1-E1B3-456B-A08B-F85E87A7C77F}"/>
              </a:ext>
            </a:extLst>
          </p:cNvPr>
          <p:cNvPicPr>
            <a:picLocks xmlns:a="http://schemas.openxmlformats.org/drawingml/2006/main" noChangeAspect="1"/>
          </p:cNvPicPr>
          <p:nvPr/>
        </p:nvPicPr>
        <p:blipFill>
          <a:blip xmlns:r="http://schemas.openxmlformats.org/officeDocument/2006/relationships" xmlns:a="http://schemas.openxmlformats.org/drawingml/2006/main" r:embed="R28b56dbf1fd84152">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15930"/>
            <a:ext cx="5400675" cy="283964"/>
          </a:xfrm>
          <a:prstGeom xmlns:a="http://schemas.openxmlformats.org/drawingml/2006/main" prst="rect">
            <a:avLst/>
          </a:prstGeom>
        </p:spPr>
      </p:pic>
      <p:pic>
        <p:nvPicPr>
          <p:cNvPr id="25" name="conditions" descr="f_s&gt;2W,\quad0&lt;T&lt;T_s;\quad\text{ideal reconstruction}">
            <a:extLst xmlns:a="http://schemas.openxmlformats.org/drawingml/2006/main">
              <a:ext uri="{FF2B5EF4-FFF2-40B4-BE49-F238E27FC236}">
                <a16:creationId xmlns:a16="http://schemas.microsoft.com/office/drawing/2014/main" id="{22144D57-5CE1-4B8A-9346-5E4BE41798F8}"/>
              </a:ext>
            </a:extLst>
          </p:cNvPr>
          <p:cNvPicPr>
            <a:picLocks xmlns:a="http://schemas.openxmlformats.org/drawingml/2006/main" noChangeAspect="1"/>
          </p:cNvPicPr>
          <p:nvPr/>
        </p:nvPicPr>
        <p:blipFill>
          <a:blip xmlns:r="http://schemas.openxmlformats.org/officeDocument/2006/relationships" xmlns:a="http://schemas.openxmlformats.org/drawingml/2006/main" r:embed="R2204603ed80040f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833"/>
            <a:ext cx="5016817" cy="193060"/>
          </a:xfrm>
          <a:prstGeom xmlns:a="http://schemas.openxmlformats.org/drawingml/2006/main" prst="rect">
            <a:avLst/>
          </a:prstGeom>
        </p:spPr>
      </p:pic>
      <p:pic>
        <p:nvPicPr>
          <p:cNvPr id="26" name="result-1" descr="B_T=1/T\quad\text{(pulse first-null scale, not strict support)}">
            <a:extLst xmlns:a="http://schemas.openxmlformats.org/drawingml/2006/main">
              <a:ext uri="{FF2B5EF4-FFF2-40B4-BE49-F238E27FC236}">
                <a16:creationId xmlns:a16="http://schemas.microsoft.com/office/drawing/2014/main" id="{E0A6CF11-DBB4-4970-B3ED-F513F594F95C}"/>
              </a:ext>
            </a:extLst>
          </p:cNvPr>
          <p:cNvPicPr>
            <a:picLocks xmlns:a="http://schemas.openxmlformats.org/drawingml/2006/main" noChangeAspect="1"/>
          </p:cNvPicPr>
          <p:nvPr/>
        </p:nvPicPr>
        <p:blipFill>
          <a:blip xmlns:r="http://schemas.openxmlformats.org/officeDocument/2006/relationships" xmlns:a="http://schemas.openxmlformats.org/drawingml/2006/main" r:embed="Rb99d61bee29b4988">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72954"/>
            <a:ext cx="6840855" cy="255568"/>
          </a:xfrm>
          <a:prstGeom xmlns:a="http://schemas.openxmlformats.org/drawingml/2006/main" prst="rect">
            <a:avLst/>
          </a:prstGeom>
        </p:spPr>
      </p:pic>
      <p:pic>
        <p:nvPicPr>
          <p:cNvPr id="27" name="result-2" descr="s\ \xrightarrow{\mathrm{read\ heights}}\ m_\delta\ \xrightarrow{\ T_s\times\mathrm{LPF}\ }\ m">
            <a:extLst xmlns:a="http://schemas.openxmlformats.org/drawingml/2006/main">
              <a:ext uri="{FF2B5EF4-FFF2-40B4-BE49-F238E27FC236}">
                <a16:creationId xmlns:a16="http://schemas.microsoft.com/office/drawing/2014/main" id="{C6A90D24-6005-4BB3-AC60-79061C0C67A7}"/>
              </a:ext>
            </a:extLst>
          </p:cNvPr>
          <p:cNvPicPr>
            <a:picLocks xmlns:a="http://schemas.openxmlformats.org/drawingml/2006/main" noChangeAspect="1"/>
          </p:cNvPicPr>
          <p:nvPr/>
        </p:nvPicPr>
        <p:blipFill>
          <a:blip xmlns:r="http://schemas.openxmlformats.org/officeDocument/2006/relationships" xmlns:a="http://schemas.openxmlformats.org/drawingml/2006/main" r:embed="Rc5ea63a225c7430d">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85280"/>
            <a:ext cx="4140518" cy="326291"/>
          </a:xfrm>
          <a:prstGeom xmlns:a="http://schemas.openxmlformats.org/drawingml/2006/main" prst="rect">
            <a:avLst/>
          </a:prstGeom>
        </p:spPr>
      </p:pic>
    </p:spTree>
    <p:extLst>
      <p:ext uri="{BB962C8B-B14F-4D97-AF65-F5344CB8AC3E}">
        <p14:creationId xmlns:p14="http://schemas.microsoft.com/office/powerpoint/2010/main" val="1170738392"/>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FDM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F51FFA6-4D4F-4FCD-8791-E81D73B5C7ED}"/>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238D879-4853-4005-BB76-30086CA9DC1F}"/>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E9261F24-0C2B-4122-B222-A3965C72676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fd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5A80BA6B-381C-41AD-A3EE-7977B790409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fd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fd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fd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fd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fd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fd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fd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fd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fd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d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d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d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d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d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d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d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fd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47865A31-655F-4CF6-97E1-F8990FBF8E1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d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d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d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d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d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d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d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d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d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d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d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d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d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d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d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d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d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d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d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d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d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d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fd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F055982A-4D0F-4A9C-A137-B538EE80E0F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d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d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d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d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d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d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d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d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d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d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d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d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d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d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d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d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2267EB64-CE3A-4793-9649-64DEBAD0960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B828EFD8-022A-4EA3-B579-D808B2272843}"/>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34FC3A54-29B6-4E2C-A2BC-E56DFA2ED5F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DD84A35E-2170-4FD1-B42C-15099AD6EA4B}"/>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A3F4BB0E-2D63-464B-BE43-4E8E3F843B86}"/>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Modulate separately, then add nonoverlapping frequency bands.</a:t>
            </a:r>
          </a:p>
        </p:txBody>
      </p:sp>
      <p:pic>
        <p:nvPicPr>
          <p:cNvPr id="14" name="!!review-signal-fdm" descr="s(t)=\sum_{i=1}^N s_i(t)">
            <a:extLst xmlns:a="http://schemas.openxmlformats.org/drawingml/2006/main">
              <a:ext uri="{FF2B5EF4-FFF2-40B4-BE49-F238E27FC236}">
                <a16:creationId xmlns:a16="http://schemas.microsoft.com/office/drawing/2014/main" id="{80731D25-EF41-4441-9CC3-8813DE7D6357}"/>
              </a:ext>
            </a:extLst>
          </p:cNvPr>
          <p:cNvPicPr>
            <a:picLocks xmlns:a="http://schemas.openxmlformats.org/drawingml/2006/main" noChangeAspect="1"/>
          </p:cNvPicPr>
          <p:nvPr/>
        </p:nvPicPr>
        <p:blipFill>
          <a:blip xmlns:r="http://schemas.openxmlformats.org/officeDocument/2006/relationships" xmlns:a="http://schemas.openxmlformats.org/drawingml/2006/main" r:embed="R4572a55481a0493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5534"/>
            <a:ext cx="2623185" cy="416957"/>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F989186-5E4D-4AEB-B321-F1DC4B318B6F}"/>
              </a:ext>
            </a:extLst>
          </p:cNvPr>
          <p:cNvPicPr>
            <a:picLocks xmlns:a="http://schemas.openxmlformats.org/drawingml/2006/main" noChangeAspect="1"/>
          </p:cNvPicPr>
          <p:nvPr/>
        </p:nvPicPr>
        <p:blipFill>
          <a:blip xmlns:r="http://schemas.openxmlformats.org/officeDocument/2006/relationships" xmlns:a="http://schemas.openxmlformats.org/drawingml/2006/main" r:embed="R12a693e0bb9b458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FD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73D2A18-DBEC-4204-BD47-FCF44AE3667E}"/>
              </a:ext>
            </a:extLst>
          </p:cNvPr>
          <p:cNvPicPr>
            <a:picLocks xmlns:a="http://schemas.openxmlformats.org/drawingml/2006/main" noChangeAspect="1"/>
          </p:cNvPicPr>
          <p:nvPr/>
        </p:nvPicPr>
        <p:blipFill>
          <a:blip xmlns:r="http://schemas.openxmlformats.org/officeDocument/2006/relationships" xmlns:a="http://schemas.openxmlformats.org/drawingml/2006/main" r:embed="Rb379837cb015437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38210" y="307538"/>
            <a:ext cx="1120140" cy="185023"/>
          </a:xfrm>
          <a:prstGeom xmlns:a="http://schemas.openxmlformats.org/drawingml/2006/main" prst="rect">
            <a:avLst/>
          </a:prstGeom>
        </p:spPr>
      </p:pic>
      <p:pic>
        <p:nvPicPr>
          <p:cNvPr id="17" name="operation-before-animation" descr="s_i(t)=m_i(t)\cos(2\pi f_{c,i}t),\quad(f_{c,1},f_{c,2},f_{c,3})=(6,10,14)\ \mathrm{Hz}">
            <a:extLst xmlns:a="http://schemas.openxmlformats.org/drawingml/2006/main">
              <a:ext uri="{FF2B5EF4-FFF2-40B4-BE49-F238E27FC236}">
                <a16:creationId xmlns:a16="http://schemas.microsoft.com/office/drawing/2014/main" id="{4E7A9CDD-1B9F-4B53-B81C-0E90DF3B77D3}"/>
              </a:ext>
            </a:extLst>
          </p:cNvPr>
          <p:cNvPicPr>
            <a:picLocks xmlns:a="http://schemas.openxmlformats.org/drawingml/2006/main" noChangeAspect="1"/>
          </p:cNvPicPr>
          <p:nvPr/>
        </p:nvPicPr>
        <p:blipFill>
          <a:blip xmlns:r="http://schemas.openxmlformats.org/officeDocument/2006/relationships" xmlns:a="http://schemas.openxmlformats.org/drawingml/2006/main" r:embed="Rc266957d96fa471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3971"/>
            <a:ext cx="7734300" cy="284857"/>
          </a:xfrm>
          <a:prstGeom xmlns:a="http://schemas.openxmlformats.org/drawingml/2006/main" prst="rect">
            <a:avLst/>
          </a:prstGeom>
        </p:spPr>
      </p:pic>
      <p:pic>
        <p:nvPicPr>
          <p:cNvPr id="18" name="operation-result" descr="s(t)=s_1(t)+s_2(t)+s_3(t)">
            <a:extLst xmlns:a="http://schemas.openxmlformats.org/drawingml/2006/main">
              <a:ext uri="{FF2B5EF4-FFF2-40B4-BE49-F238E27FC236}">
                <a16:creationId xmlns:a16="http://schemas.microsoft.com/office/drawing/2014/main" id="{0E6280FA-9453-47EB-B234-551504BFAA6F}"/>
              </a:ext>
            </a:extLst>
          </p:cNvPr>
          <p:cNvPicPr>
            <a:picLocks xmlns:a="http://schemas.openxmlformats.org/drawingml/2006/main" noChangeAspect="1"/>
          </p:cNvPicPr>
          <p:nvPr/>
        </p:nvPicPr>
        <p:blipFill>
          <a:blip xmlns:r="http://schemas.openxmlformats.org/officeDocument/2006/relationships" xmlns:a="http://schemas.openxmlformats.org/drawingml/2006/main" r:embed="Rbfcda881fa67416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038"/>
            <a:ext cx="3714750" cy="285750"/>
          </a:xfrm>
          <a:prstGeom xmlns:a="http://schemas.openxmlformats.org/drawingml/2006/main" prst="rect">
            <a:avLst/>
          </a:prstGeom>
        </p:spPr>
      </p:pic>
    </p:spTree>
    <p:extLst>
      <p:ext uri="{BB962C8B-B14F-4D97-AF65-F5344CB8AC3E}">
        <p14:creationId xmlns:p14="http://schemas.microsoft.com/office/powerpoint/2010/main" val="1921571123"/>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FDM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C6BEA3C-8ABB-4CAE-A7B0-2BB7B6985497}"/>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A972797-1768-469B-A1F5-0DFC427C0996}"/>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2CE93D74-384E-460D-8069-E5504A46D552}"/>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79BC955F-A82D-4F0E-8D9D-8CEF807C97AB}"/>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D1634785-4EA9-4672-AE53-F2B376091717}"/>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Modulate separately, then add nonoverlapping frequency bands.</a:t>
            </a:r>
          </a:p>
        </p:txBody>
      </p:sp>
      <p:pic>
        <p:nvPicPr>
          <p:cNvPr id="8" name="review-fd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68AB51F2-F65A-4754-8911-CB5B2D91370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fd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fd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fd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fd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d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d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d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d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d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d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d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d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d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d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d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d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fd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CBAB60CD-4328-44C2-AAE9-DA895072E70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d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d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d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d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d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d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d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d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d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d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d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d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d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d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d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d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d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d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d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d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d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d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fd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F5CF7708-D6F4-49D4-8352-478042B8F70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d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d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d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d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d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d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d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d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d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d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d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fd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fd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fd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fd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fd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10F29C01-817D-40CD-827D-2A824C685B1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9F48D0B8-077E-4801-83D5-4F2F6D0B65CB}"/>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1DEDFC21-037B-47F4-96F5-693CA5C6C17F}"/>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1C4B9B0A-5D7F-4951-BDEF-D6D73B5C284D}"/>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8EC4B684-7561-4A75-972C-5509B3048A75}"/>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Modulate separately, then add nonoverlapping frequency bands.</a:t>
            </a:r>
          </a:p>
        </p:txBody>
      </p:sp>
      <p:sp>
        <p:nvSpPr>
          <p:cNvPr id="16" name="result-label-1">
            <a:extLst xmlns:a="http://schemas.openxmlformats.org/drawingml/2006/main">
              <a:ext uri="{FF2B5EF4-FFF2-40B4-BE49-F238E27FC236}">
                <a16:creationId xmlns:a16="http://schemas.microsoft.com/office/drawing/2014/main" id="{B11B7100-A95A-4A26-82AF-FA5B867F6E3D}"/>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Capacity</a:t>
            </a:r>
          </a:p>
        </p:txBody>
      </p:sp>
      <p:pic>
        <p:nvPicPr>
          <p:cNvPr id="17" name="!!review-signal-fdm" descr="s(t)=\sum_{i=1}^N s_i(t)">
            <a:extLst xmlns:a="http://schemas.openxmlformats.org/drawingml/2006/main">
              <a:ext uri="{FF2B5EF4-FFF2-40B4-BE49-F238E27FC236}">
                <a16:creationId xmlns:a16="http://schemas.microsoft.com/office/drawing/2014/main" id="{05637EF2-B7E6-4698-8F9A-71D10B114423}"/>
              </a:ext>
            </a:extLst>
          </p:cNvPr>
          <p:cNvPicPr>
            <a:picLocks xmlns:a="http://schemas.openxmlformats.org/drawingml/2006/main" noChangeAspect="1"/>
          </p:cNvPicPr>
          <p:nvPr/>
        </p:nvPicPr>
        <p:blipFill>
          <a:blip xmlns:r="http://schemas.openxmlformats.org/officeDocument/2006/relationships" xmlns:a="http://schemas.openxmlformats.org/drawingml/2006/main" r:embed="R433e4a6340f94b5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5534"/>
            <a:ext cx="2623185" cy="416957"/>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FFD201E-3F3B-47F7-BE02-CADC12137E02}"/>
              </a:ext>
            </a:extLst>
          </p:cNvPr>
          <p:cNvPicPr>
            <a:picLocks xmlns:a="http://schemas.openxmlformats.org/drawingml/2006/main" noChangeAspect="1"/>
          </p:cNvPicPr>
          <p:nvPr/>
        </p:nvPicPr>
        <p:blipFill>
          <a:blip xmlns:r="http://schemas.openxmlformats.org/officeDocument/2006/relationships" xmlns:a="http://schemas.openxmlformats.org/drawingml/2006/main" r:embed="R12ef3e0c8471401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FD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FC072B6-1643-426E-AE34-ED199B4DEB59}"/>
              </a:ext>
            </a:extLst>
          </p:cNvPr>
          <p:cNvPicPr>
            <a:picLocks xmlns:a="http://schemas.openxmlformats.org/drawingml/2006/main" noChangeAspect="1"/>
          </p:cNvPicPr>
          <p:nvPr/>
        </p:nvPicPr>
        <p:blipFill>
          <a:blip xmlns:r="http://schemas.openxmlformats.org/officeDocument/2006/relationships" xmlns:a="http://schemas.openxmlformats.org/drawingml/2006/main" r:embed="Rf4ac4b97bdd54f4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38210" y="307538"/>
            <a:ext cx="1120140" cy="185023"/>
          </a:xfrm>
          <a:prstGeom xmlns:a="http://schemas.openxmlformats.org/drawingml/2006/main" prst="rect">
            <a:avLst/>
          </a:prstGeom>
        </p:spPr>
      </p:pic>
      <p:pic>
        <p:nvPicPr>
          <p:cNvPr id="20" name="operation-before-animation" descr="[f_{c,i}-W,f_{c,i}+W],\quad W=1:\quad[5,7],[9,11],[13,15]\ \mathrm{Hz}">
            <a:extLst xmlns:a="http://schemas.openxmlformats.org/drawingml/2006/main">
              <a:ext uri="{FF2B5EF4-FFF2-40B4-BE49-F238E27FC236}">
                <a16:creationId xmlns:a16="http://schemas.microsoft.com/office/drawing/2014/main" id="{D88BE64B-C088-498C-8B00-3E4271BFF3DB}"/>
              </a:ext>
            </a:extLst>
          </p:cNvPr>
          <p:cNvPicPr>
            <a:picLocks xmlns:a="http://schemas.openxmlformats.org/drawingml/2006/main" noChangeAspect="1"/>
          </p:cNvPicPr>
          <p:nvPr/>
        </p:nvPicPr>
        <p:blipFill>
          <a:blip xmlns:r="http://schemas.openxmlformats.org/officeDocument/2006/relationships" xmlns:a="http://schemas.openxmlformats.org/drawingml/2006/main" r:embed="Rf10a8360c778468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3971"/>
            <a:ext cx="7568565" cy="284857"/>
          </a:xfrm>
          <a:prstGeom xmlns:a="http://schemas.openxmlformats.org/drawingml/2006/main" prst="rect">
            <a:avLst/>
          </a:prstGeom>
        </p:spPr>
      </p:pic>
      <p:pic>
        <p:nvPicPr>
          <p:cNvPr id="21" name="operation-result" descr="3B+2G=3(2)+2(2)=10\ \mathrm{Hz}\quad(B=2,\ G=2)">
            <a:extLst xmlns:a="http://schemas.openxmlformats.org/drawingml/2006/main">
              <a:ext uri="{FF2B5EF4-FFF2-40B4-BE49-F238E27FC236}">
                <a16:creationId xmlns:a16="http://schemas.microsoft.com/office/drawing/2014/main" id="{8D0C42B0-4057-4ECF-A905-565C90AD1432}"/>
              </a:ext>
            </a:extLst>
          </p:cNvPr>
          <p:cNvPicPr>
            <a:picLocks xmlns:a="http://schemas.openxmlformats.org/drawingml/2006/main" noChangeAspect="1"/>
          </p:cNvPicPr>
          <p:nvPr/>
        </p:nvPicPr>
        <p:blipFill>
          <a:blip xmlns:r="http://schemas.openxmlformats.org/officeDocument/2006/relationships" xmlns:a="http://schemas.openxmlformats.org/drawingml/2006/main" r:embed="R41bd9d0bfa35464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038"/>
            <a:ext cx="7029450" cy="285750"/>
          </a:xfrm>
          <a:prstGeom xmlns:a="http://schemas.openxmlformats.org/drawingml/2006/main" prst="rect">
            <a:avLst/>
          </a:prstGeom>
        </p:spPr>
      </p:pic>
      <p:pic>
        <p:nvPicPr>
          <p:cNvPr id="22" name="conditions" descr="B:\text{ allocated channel width};\quad G:\text{ internal guard}">
            <a:extLst xmlns:a="http://schemas.openxmlformats.org/drawingml/2006/main">
              <a:ext uri="{FF2B5EF4-FFF2-40B4-BE49-F238E27FC236}">
                <a16:creationId xmlns:a16="http://schemas.microsoft.com/office/drawing/2014/main" id="{19B346D0-4944-43B2-B22B-D15D272639F6}"/>
              </a:ext>
            </a:extLst>
          </p:cNvPr>
          <p:cNvPicPr>
            <a:picLocks xmlns:a="http://schemas.openxmlformats.org/drawingml/2006/main" noChangeAspect="1"/>
          </p:cNvPicPr>
          <p:nvPr/>
        </p:nvPicPr>
        <p:blipFill>
          <a:blip xmlns:r="http://schemas.openxmlformats.org/officeDocument/2006/relationships" xmlns:a="http://schemas.openxmlformats.org/drawingml/2006/main" r:embed="R3a7e26932898423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3148"/>
            <a:ext cx="5498783" cy="194429"/>
          </a:xfrm>
          <a:prstGeom xmlns:a="http://schemas.openxmlformats.org/drawingml/2006/main" prst="rect">
            <a:avLst/>
          </a:prstGeom>
        </p:spPr>
      </p:pic>
      <p:pic>
        <p:nvPicPr>
          <p:cNvPr id="23" name="result-1" descr="NB+(N-1)G\le B_{\mathrm{available}}">
            <a:extLst xmlns:a="http://schemas.openxmlformats.org/drawingml/2006/main">
              <a:ext uri="{FF2B5EF4-FFF2-40B4-BE49-F238E27FC236}">
                <a16:creationId xmlns:a16="http://schemas.microsoft.com/office/drawing/2014/main" id="{9020F88D-D380-4B34-8BDF-EFFCF321526C}"/>
              </a:ext>
            </a:extLst>
          </p:cNvPr>
          <p:cNvPicPr>
            <a:picLocks xmlns:a="http://schemas.openxmlformats.org/drawingml/2006/main" noChangeAspect="1"/>
          </p:cNvPicPr>
          <p:nvPr/>
        </p:nvPicPr>
        <p:blipFill>
          <a:blip xmlns:r="http://schemas.openxmlformats.org/officeDocument/2006/relationships" xmlns:a="http://schemas.openxmlformats.org/drawingml/2006/main" r:embed="R99f1e8b07abc48fa">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72954"/>
            <a:ext cx="3471863" cy="255568"/>
          </a:xfrm>
          <a:prstGeom xmlns:a="http://schemas.openxmlformats.org/drawingml/2006/main" prst="rect">
            <a:avLst/>
          </a:prstGeom>
        </p:spPr>
      </p:pic>
    </p:spTree>
    <p:extLst>
      <p:ext uri="{BB962C8B-B14F-4D97-AF65-F5344CB8AC3E}">
        <p14:creationId xmlns:p14="http://schemas.microsoft.com/office/powerpoint/2010/main" val="1356048925"/>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FDM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F52419EF-C488-4EB2-B35C-7D8BB8F9D13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766ACA22-F3F7-413A-9E08-49FB88110121}"/>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28046CEA-14A6-4F82-8B79-BB95CD2E77B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07B6B139-0E75-4F6C-90B0-DE12886D3598}"/>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E185BBE7-FBEF-4E00-BED1-43B0936725A6}"/>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Modulate separately, then add nonoverlapping frequency bands.</a:t>
            </a:r>
          </a:p>
        </p:txBody>
      </p:sp>
      <p:sp>
        <p:nvSpPr>
          <p:cNvPr id="8" name="known-result-label-1">
            <a:extLst xmlns:a="http://schemas.openxmlformats.org/drawingml/2006/main">
              <a:ext uri="{FF2B5EF4-FFF2-40B4-BE49-F238E27FC236}">
                <a16:creationId xmlns:a16="http://schemas.microsoft.com/office/drawing/2014/main" id="{D4F8859A-8E92-4D77-8C51-2B3B0423AB1E}"/>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Capacity</a:t>
            </a:r>
          </a:p>
        </p:txBody>
      </p:sp>
      <p:pic>
        <p:nvPicPr>
          <p:cNvPr id="9" name="review-fd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4804D170-19B7-42B8-B133-D0181E60051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d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d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d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d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d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d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d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d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d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d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d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d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d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d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d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d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fd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21BBEC81-A736-41B5-8C71-B16B219B972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d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d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d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d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d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d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d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d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d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d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d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d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d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d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d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d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d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d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d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d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d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d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d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d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d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d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d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d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d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fd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fd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fd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fd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fd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fd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fd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fd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5BCCC5EB-78E4-41E8-AB4D-52EC6601A11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fd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fd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fd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fd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fd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fd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fd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fd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fd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fd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fd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fd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fd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fd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fd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fd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0A17735-0BF8-4FE5-9502-429EEDEB4C0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02BF5DF3-CAE3-4709-A9D2-B913D55A12D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A7DC5FB2-202D-4330-A5C3-47528DD1CB62}"/>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B91EB8E2-1AD3-4ECC-ACEF-FABF0FCB8DCF}"/>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C06FDB10-D4B5-40C7-941C-3F93958B325D}"/>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Modulate separately, then add nonoverlapping frequency bands.</a:t>
            </a:r>
          </a:p>
        </p:txBody>
      </p:sp>
      <p:sp>
        <p:nvSpPr>
          <p:cNvPr id="17" name="result-label-1">
            <a:extLst xmlns:a="http://schemas.openxmlformats.org/drawingml/2006/main">
              <a:ext uri="{FF2B5EF4-FFF2-40B4-BE49-F238E27FC236}">
                <a16:creationId xmlns:a16="http://schemas.microsoft.com/office/drawing/2014/main" id="{A37010F9-A6A8-4706-8181-DE63D307205E}"/>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Capacity</a:t>
            </a:r>
          </a:p>
        </p:txBody>
      </p:sp>
      <p:sp>
        <p:nvSpPr>
          <p:cNvPr id="18" name="result-label-2">
            <a:extLst xmlns:a="http://schemas.openxmlformats.org/drawingml/2006/main">
              <a:ext uri="{FF2B5EF4-FFF2-40B4-BE49-F238E27FC236}">
                <a16:creationId xmlns:a16="http://schemas.microsoft.com/office/drawing/2014/main" id="{44CBBE2C-429E-428E-A458-8FF54EDCF1F6}"/>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fdm" descr="s(t)=\sum_{i=1}^N s_i(t)">
            <a:extLst xmlns:a="http://schemas.openxmlformats.org/drawingml/2006/main">
              <a:ext uri="{FF2B5EF4-FFF2-40B4-BE49-F238E27FC236}">
                <a16:creationId xmlns:a16="http://schemas.microsoft.com/office/drawing/2014/main" id="{6732C9F0-E296-4B9B-8632-66A0881C0EB5}"/>
              </a:ext>
            </a:extLst>
          </p:cNvPr>
          <p:cNvPicPr>
            <a:picLocks xmlns:a="http://schemas.openxmlformats.org/drawingml/2006/main" noChangeAspect="1"/>
          </p:cNvPicPr>
          <p:nvPr/>
        </p:nvPicPr>
        <p:blipFill>
          <a:blip xmlns:r="http://schemas.openxmlformats.org/officeDocument/2006/relationships" xmlns:a="http://schemas.openxmlformats.org/drawingml/2006/main" r:embed="R881d640fc2c64b6c">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5534"/>
            <a:ext cx="2623185" cy="416957"/>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F917460-3450-498E-9C9D-74D908797E24}"/>
              </a:ext>
            </a:extLst>
          </p:cNvPr>
          <p:cNvPicPr>
            <a:picLocks xmlns:a="http://schemas.openxmlformats.org/drawingml/2006/main" noChangeAspect="1"/>
          </p:cNvPicPr>
          <p:nvPr/>
        </p:nvPicPr>
        <p:blipFill>
          <a:blip xmlns:r="http://schemas.openxmlformats.org/officeDocument/2006/relationships" xmlns:a="http://schemas.openxmlformats.org/drawingml/2006/main" r:embed="Rcfcf371115654ba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FD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14556DA-6BFF-4F43-979D-0411CD45C1E3}"/>
              </a:ext>
            </a:extLst>
          </p:cNvPr>
          <p:cNvPicPr>
            <a:picLocks xmlns:a="http://schemas.openxmlformats.org/drawingml/2006/main" noChangeAspect="1"/>
          </p:cNvPicPr>
          <p:nvPr/>
        </p:nvPicPr>
        <p:blipFill>
          <a:blip xmlns:r="http://schemas.openxmlformats.org/officeDocument/2006/relationships" xmlns:a="http://schemas.openxmlformats.org/drawingml/2006/main" r:embed="Rf3146c4019f0479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38210" y="307538"/>
            <a:ext cx="1120140" cy="185023"/>
          </a:xfrm>
          <a:prstGeom xmlns:a="http://schemas.openxmlformats.org/drawingml/2006/main" prst="rect">
            <a:avLst/>
          </a:prstGeom>
        </p:spPr>
      </p:pic>
      <p:pic>
        <p:nvPicPr>
          <p:cNvPr id="22" name="known-result-1" descr="NB+(N-1)G\le B_{\mathrm{available}}">
            <a:extLst xmlns:a="http://schemas.openxmlformats.org/drawingml/2006/main">
              <a:ext uri="{FF2B5EF4-FFF2-40B4-BE49-F238E27FC236}">
                <a16:creationId xmlns:a16="http://schemas.microsoft.com/office/drawing/2014/main" id="{C8679259-5CBC-4394-B68B-34BFBC284538}"/>
              </a:ext>
            </a:extLst>
          </p:cNvPr>
          <p:cNvPicPr>
            <a:picLocks xmlns:a="http://schemas.openxmlformats.org/drawingml/2006/main" noChangeAspect="1"/>
          </p:cNvPicPr>
          <p:nvPr/>
        </p:nvPicPr>
        <p:blipFill>
          <a:blip xmlns:r="http://schemas.openxmlformats.org/officeDocument/2006/relationships" xmlns:a="http://schemas.openxmlformats.org/drawingml/2006/main" r:embed="Rb5e9527c0f3544f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72954"/>
            <a:ext cx="3471863" cy="255568"/>
          </a:xfrm>
          <a:prstGeom xmlns:a="http://schemas.openxmlformats.org/drawingml/2006/main" prst="rect">
            <a:avLst/>
          </a:prstGeom>
        </p:spPr>
      </p:pic>
      <p:pic>
        <p:nvPicPr>
          <p:cNvPr id="23" name="operation-before-animation" descr="\operatorname{BPF}_i\{s\}=s_i\quad\text{(keep only the selected band)}">
            <a:extLst xmlns:a="http://schemas.openxmlformats.org/drawingml/2006/main">
              <a:ext uri="{FF2B5EF4-FFF2-40B4-BE49-F238E27FC236}">
                <a16:creationId xmlns:a16="http://schemas.microsoft.com/office/drawing/2014/main" id="{6999328E-4FE4-4F1F-8501-04B468F73BE8}"/>
              </a:ext>
            </a:extLst>
          </p:cNvPr>
          <p:cNvPicPr>
            <a:picLocks xmlns:a="http://schemas.openxmlformats.org/drawingml/2006/main" noChangeAspect="1"/>
          </p:cNvPicPr>
          <p:nvPr/>
        </p:nvPicPr>
        <p:blipFill>
          <a:blip xmlns:r="http://schemas.openxmlformats.org/officeDocument/2006/relationships" xmlns:a="http://schemas.openxmlformats.org/drawingml/2006/main" r:embed="Ra6efef82c941458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48288"/>
            <a:ext cx="6215063" cy="276225"/>
          </a:xfrm>
          <a:prstGeom xmlns:a="http://schemas.openxmlformats.org/drawingml/2006/main" prst="rect">
            <a:avLst/>
          </a:prstGeom>
        </p:spPr>
      </p:pic>
      <p:pic>
        <p:nvPicPr>
          <p:cNvPr id="24" name="operation-result" descr="2s_i\cos(2\pi f_{c,i}t)=m_i(1+\cos4\pi f_{c,i}t)\quad\xrightarrow{\mathrm{LPF}}\quad m_i">
            <a:extLst xmlns:a="http://schemas.openxmlformats.org/drawingml/2006/main">
              <a:ext uri="{FF2B5EF4-FFF2-40B4-BE49-F238E27FC236}">
                <a16:creationId xmlns:a16="http://schemas.microsoft.com/office/drawing/2014/main" id="{C968E7B6-3D38-492E-A02C-23168AECBFC3}"/>
              </a:ext>
            </a:extLst>
          </p:cNvPr>
          <p:cNvPicPr>
            <a:picLocks xmlns:a="http://schemas.openxmlformats.org/drawingml/2006/main" noChangeAspect="1"/>
          </p:cNvPicPr>
          <p:nvPr/>
        </p:nvPicPr>
        <p:blipFill>
          <a:blip xmlns:r="http://schemas.openxmlformats.org/officeDocument/2006/relationships" xmlns:a="http://schemas.openxmlformats.org/drawingml/2006/main" r:embed="R7b2a961d8b51434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64138"/>
            <a:ext cx="6829425" cy="387548"/>
          </a:xfrm>
          <a:prstGeom xmlns:a="http://schemas.openxmlformats.org/drawingml/2006/main" prst="rect">
            <a:avLst/>
          </a:prstGeom>
        </p:spPr>
      </p:pic>
      <p:pic>
        <p:nvPicPr>
          <p:cNvPr id="25" name="conditions" descr="B:\text{ allocated channel width};\quad G:\text{ internal guard}">
            <a:extLst xmlns:a="http://schemas.openxmlformats.org/drawingml/2006/main">
              <a:ext uri="{FF2B5EF4-FFF2-40B4-BE49-F238E27FC236}">
                <a16:creationId xmlns:a16="http://schemas.microsoft.com/office/drawing/2014/main" id="{3DC01E91-D217-4A55-912E-A406E988407A}"/>
              </a:ext>
            </a:extLst>
          </p:cNvPr>
          <p:cNvPicPr>
            <a:picLocks xmlns:a="http://schemas.openxmlformats.org/drawingml/2006/main" noChangeAspect="1"/>
          </p:cNvPicPr>
          <p:nvPr/>
        </p:nvPicPr>
        <p:blipFill>
          <a:blip xmlns:r="http://schemas.openxmlformats.org/officeDocument/2006/relationships" xmlns:a="http://schemas.openxmlformats.org/drawingml/2006/main" r:embed="R154405880b38496e">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148"/>
            <a:ext cx="5498783" cy="194429"/>
          </a:xfrm>
          <a:prstGeom xmlns:a="http://schemas.openxmlformats.org/drawingml/2006/main" prst="rect">
            <a:avLst/>
          </a:prstGeom>
        </p:spPr>
      </p:pic>
      <p:pic>
        <p:nvPicPr>
          <p:cNvPr id="26" name="result-1" descr="NB+(N-1)G\le B_{\mathrm{available}}">
            <a:extLst xmlns:a="http://schemas.openxmlformats.org/drawingml/2006/main">
              <a:ext uri="{FF2B5EF4-FFF2-40B4-BE49-F238E27FC236}">
                <a16:creationId xmlns:a16="http://schemas.microsoft.com/office/drawing/2014/main" id="{5AEBDFB8-4B14-4794-814C-98F6FABF40FC}"/>
              </a:ext>
            </a:extLst>
          </p:cNvPr>
          <p:cNvPicPr>
            <a:picLocks xmlns:a="http://schemas.openxmlformats.org/drawingml/2006/main" noChangeAspect="1"/>
          </p:cNvPicPr>
          <p:nvPr/>
        </p:nvPicPr>
        <p:blipFill>
          <a:blip xmlns:r="http://schemas.openxmlformats.org/officeDocument/2006/relationships" xmlns:a="http://schemas.openxmlformats.org/drawingml/2006/main" r:embed="R8311fc3a22c24d0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72954"/>
            <a:ext cx="3471863" cy="255568"/>
          </a:xfrm>
          <a:prstGeom xmlns:a="http://schemas.openxmlformats.org/drawingml/2006/main" prst="rect">
            <a:avLst/>
          </a:prstGeom>
        </p:spPr>
      </p:pic>
      <p:pic>
        <p:nvPicPr>
          <p:cNvPr id="27" name="result-2" descr="s\ \xrightarrow{\mathrm{BPF}}\ s_i\ \xrightarrow{\mathrm{demodulate}}\ m_i">
            <a:extLst xmlns:a="http://schemas.openxmlformats.org/drawingml/2006/main">
              <a:ext uri="{FF2B5EF4-FFF2-40B4-BE49-F238E27FC236}">
                <a16:creationId xmlns:a16="http://schemas.microsoft.com/office/drawing/2014/main" id="{8F5007A7-500E-4FF8-9D9C-7C7CEFA92BD4}"/>
              </a:ext>
            </a:extLst>
          </p:cNvPr>
          <p:cNvPicPr>
            <a:picLocks xmlns:a="http://schemas.openxmlformats.org/drawingml/2006/main" noChangeAspect="1"/>
          </p:cNvPicPr>
          <p:nvPr/>
        </p:nvPicPr>
        <p:blipFill>
          <a:blip xmlns:r="http://schemas.openxmlformats.org/officeDocument/2006/relationships" xmlns:a="http://schemas.openxmlformats.org/drawingml/2006/main" r:embed="Rf84067bd028b433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91709"/>
            <a:ext cx="3343275" cy="313432"/>
          </a:xfrm>
          <a:prstGeom xmlns:a="http://schemas.openxmlformats.org/drawingml/2006/main" prst="rect">
            <a:avLst/>
          </a:prstGeom>
        </p:spPr>
      </p:pic>
    </p:spTree>
    <p:extLst>
      <p:ext uri="{BB962C8B-B14F-4D97-AF65-F5344CB8AC3E}">
        <p14:creationId xmlns:p14="http://schemas.microsoft.com/office/powerpoint/2010/main" val="1145466571"/>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ignal_zoom_r4_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TDM - Generate the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708DBCF-56D4-435E-AF6B-8EEB9C5AFE83}"/>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E4EC4CA-A584-4704-B58E-D8F60BEE094C}"/>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1915B9D-A7FA-4BD3-A3EC-BB71253BC856}"/>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pic>
        <p:nvPicPr>
          <p:cNvPr id="6" name="review-tdm-zoom-0-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700CB82E-6F46-4BC4-B5FD-3A597F3D3BE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tdm-zoom-0-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tdm-zoom-0-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tdm-zoom-0-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tdm-zoom-0-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tdm-zoom-0-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tdm-zoom-0-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tdm-zoom-0-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tdm-zoom-0-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tdm-zoom-0-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tdm-zoom-0-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tdm-zoom-0-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tdm-zoom-0-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tdm-zoom-0-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tdm-zoom-0-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tdm-zoom-0-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tdm-zoom-0-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 name="review-tdm-generate" descr="Actual input,operation,output develops on the same full process diagram; no static thumbnail collage.">
            <a:extLst xmlns:a="http://schemas.openxmlformats.org/drawingml/2006/main">
              <a:ext uri="{FF2B5EF4-FFF2-40B4-BE49-F238E27FC236}">
                <a16:creationId xmlns:a16="http://schemas.microsoft.com/office/drawing/2014/main" id="{19A9F93F-5A8E-4826-BEAB-A32831DD706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tdm-generate--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tdm-generate--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tdm-generate--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tdm-generate--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tdm-generate--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tdm-generate--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tdm-generate--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tdm-generate--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tdm-generate--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tdm-generate--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tdm-generate--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tdm-generate--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tdm-generate--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tdm-generate--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tdm-generate--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tdm-generate--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tdm-generate--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tdm-generate--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tdm-generate--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tdm-generate--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tdm-generate--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tdm-generate--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 name="review-tdm-zoom-0-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51771CF8-83C8-434C-8396-8E20673EE16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tdm-zoom-0-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tdm-zoom-0-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tdm-zoom-0-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tdm-zoom-0-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tdm-zoom-0-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tdm-zoom-0-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tdm-zoom-0-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tdm-zoom-0-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tdm-zoom-0-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tdm-zoom-0-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tdm-zoom-0-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tdm-zoom-0-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tdm-zoom-0-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tdm-zoom-0-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tdm-zoom-0-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tdm-zoom-0-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9"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E83A7B4E-5B97-4915-BB91-0DA95696DC68}"/>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0"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7A626CBF-8457-4548-937A-456CDD5C3B4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11"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3A17B5C0-6F35-4902-9681-8B732B02FA7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2" name="result-label-0">
            <a:extLst xmlns:a="http://schemas.openxmlformats.org/drawingml/2006/main">
              <a:ext uri="{FF2B5EF4-FFF2-40B4-BE49-F238E27FC236}">
                <a16:creationId xmlns:a16="http://schemas.microsoft.com/office/drawing/2014/main" id="{A75413A3-64C4-4D54-ABC4-34866AA4BDE0}"/>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3" name="result-0">
            <a:extLst xmlns:a="http://schemas.openxmlformats.org/drawingml/2006/main">
              <a:ext uri="{FF2B5EF4-FFF2-40B4-BE49-F238E27FC236}">
                <a16:creationId xmlns:a16="http://schemas.microsoft.com/office/drawing/2014/main" id="{A93FE1AC-C3C6-4E5B-88A3-8595B47AD1A1}"/>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Interleave sample streams into synchronized time slots.</a:t>
            </a:r>
          </a:p>
        </p:txBody>
      </p:sp>
      <p:pic>
        <p:nvPicPr>
          <p:cNvPr id="14" name="!!review-signal-tdm" descr="s(t)=\sum_{i=1}^N\sum_n m_i(t_{n,i})h(t-t_{n,i})">
            <a:extLst xmlns:a="http://schemas.openxmlformats.org/drawingml/2006/main">
              <a:ext uri="{FF2B5EF4-FFF2-40B4-BE49-F238E27FC236}">
                <a16:creationId xmlns:a16="http://schemas.microsoft.com/office/drawing/2014/main" id="{B441B9D5-0CA6-48C8-B7D1-3A6D2E2FDBB8}"/>
              </a:ext>
            </a:extLst>
          </p:cNvPr>
          <p:cNvPicPr>
            <a:picLocks xmlns:a="http://schemas.openxmlformats.org/drawingml/2006/main" noChangeAspect="1"/>
          </p:cNvPicPr>
          <p:nvPr/>
        </p:nvPicPr>
        <p:blipFill>
          <a:blip xmlns:r="http://schemas.openxmlformats.org/officeDocument/2006/relationships" xmlns:a="http://schemas.openxmlformats.org/drawingml/2006/main" r:embed="Rf845acb282df4aa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6546"/>
            <a:ext cx="5278755" cy="414933"/>
          </a:xfrm>
          <a:prstGeom xmlns:a="http://schemas.openxmlformats.org/drawingml/2006/main" prst="rect">
            <a:avLst/>
          </a:prstGeom>
        </p:spPr>
      </p:pic>
      <p:pic>
        <p:nvPicPr>
          <p:cNvPr id="15"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2C592ED-D5F8-4925-944E-594354E1E321}"/>
              </a:ext>
            </a:extLst>
          </p:cNvPr>
          <p:cNvPicPr>
            <a:picLocks xmlns:a="http://schemas.openxmlformats.org/drawingml/2006/main" noChangeAspect="1"/>
          </p:cNvPicPr>
          <p:nvPr/>
        </p:nvPicPr>
        <p:blipFill>
          <a:blip xmlns:r="http://schemas.openxmlformats.org/officeDocument/2006/relationships" xmlns:a="http://schemas.openxmlformats.org/drawingml/2006/main" r:embed="Rcd3a675b409347c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6" name="back-to-process" descr="\leftarrow \mathrm{TD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C9EA1EE-CD16-4FBC-AED4-6961AE563563}"/>
              </a:ext>
            </a:extLst>
          </p:cNvPr>
          <p:cNvPicPr>
            <a:picLocks xmlns:a="http://schemas.openxmlformats.org/drawingml/2006/main" noChangeAspect="1"/>
          </p:cNvPicPr>
          <p:nvPr/>
        </p:nvPicPr>
        <p:blipFill>
          <a:blip xmlns:r="http://schemas.openxmlformats.org/officeDocument/2006/relationships" xmlns:a="http://schemas.openxmlformats.org/drawingml/2006/main" r:embed="R1f0f39f00388430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38210" y="309205"/>
            <a:ext cx="1120140" cy="181689"/>
          </a:xfrm>
          <a:prstGeom xmlns:a="http://schemas.openxmlformats.org/drawingml/2006/main" prst="rect">
            <a:avLst/>
          </a:prstGeom>
        </p:spPr>
      </p:pic>
      <p:pic>
        <p:nvPicPr>
          <p:cNvPr id="17" name="operation-before-animation" descr="t_{n,i}=nT_s+(i-1)T_s/3,\quad T_s=0.25\ \mathrm{s}">
            <a:extLst xmlns:a="http://schemas.openxmlformats.org/drawingml/2006/main">
              <a:ext uri="{FF2B5EF4-FFF2-40B4-BE49-F238E27FC236}">
                <a16:creationId xmlns:a16="http://schemas.microsoft.com/office/drawing/2014/main" id="{10EBA29B-CF46-4795-98CD-797ADA0ECAAA}"/>
              </a:ext>
            </a:extLst>
          </p:cNvPr>
          <p:cNvPicPr>
            <a:picLocks xmlns:a="http://schemas.openxmlformats.org/drawingml/2006/main" noChangeAspect="1"/>
          </p:cNvPicPr>
          <p:nvPr/>
        </p:nvPicPr>
        <p:blipFill>
          <a:blip xmlns:r="http://schemas.openxmlformats.org/officeDocument/2006/relationships" xmlns:a="http://schemas.openxmlformats.org/drawingml/2006/main" r:embed="R424beb92b14b47b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3971"/>
            <a:ext cx="5275898" cy="284857"/>
          </a:xfrm>
          <a:prstGeom xmlns:a="http://schemas.openxmlformats.org/drawingml/2006/main" prst="rect">
            <a:avLst/>
          </a:prstGeom>
        </p:spPr>
      </p:pic>
      <p:pic>
        <p:nvPicPr>
          <p:cNvPr id="18" name="operation-result" descr="s(t)=\sum_{i=1}^3\sum_n m_i(t_{n,i})h(t-t_{n,i})">
            <a:extLst xmlns:a="http://schemas.openxmlformats.org/drawingml/2006/main">
              <a:ext uri="{FF2B5EF4-FFF2-40B4-BE49-F238E27FC236}">
                <a16:creationId xmlns:a16="http://schemas.microsoft.com/office/drawing/2014/main" id="{9160B6E9-0C33-4F8C-84F8-D4EDC97830D5}"/>
              </a:ext>
            </a:extLst>
          </p:cNvPr>
          <p:cNvPicPr>
            <a:picLocks xmlns:a="http://schemas.openxmlformats.org/drawingml/2006/main" noChangeAspect="1"/>
          </p:cNvPicPr>
          <p:nvPr/>
        </p:nvPicPr>
        <p:blipFill>
          <a:blip xmlns:r="http://schemas.openxmlformats.org/officeDocument/2006/relationships" xmlns:a="http://schemas.openxmlformats.org/drawingml/2006/main" r:embed="R168a99ac9287449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978426"/>
            <a:ext cx="4657725" cy="358973"/>
          </a:xfrm>
          <a:prstGeom xmlns:a="http://schemas.openxmlformats.org/drawingml/2006/main" prst="rect">
            <a:avLst/>
          </a:prstGeom>
        </p:spPr>
      </p:pic>
    </p:spTree>
    <p:extLst>
      <p:ext uri="{BB962C8B-B14F-4D97-AF65-F5344CB8AC3E}">
        <p14:creationId xmlns:p14="http://schemas.microsoft.com/office/powerpoint/2010/main" val="1252673307"/>
      </p:ext>
    </p:extLst>
  </p:cSld>
  <p:timing>
    <p:tnLst>
      <p:par>
        <p:cTn id="1" dur="indefinite" restart="never" nodeType="tmRoot">
          <p:childTnLst>
            <p:seq concurrent="1" nextAc="seek">
              <p:cTn id="2" dur="indefinite" nodeType="mainSeq">
                <p:childTnLst>
                  <p:par>
                    <p:cTn id="45" fill="hold" restart="never" repeatCount="1000">
                      <p:stCondLst>
                        <p:cond delay="indefinite"/>
                      </p:stCondLst>
                      <p:childTnLst>
                        <p:par>
                          <p:cTn id="46" fill="hold" dur="740">
                            <p:stCondLst>
                              <p:cond delay="0"/>
                            </p:stCondLst>
                            <p:childTnLst>
                              <p:par>
                                <p:cTn id="47" presetID="1" presetClass="entr" presetSubtype="0" fill="hold" nodeType="clickEffect" restart="never">
                                  <p:stCondLst>
                                    <p:cond delay="4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restart="never">
                                  <p:stCondLst>
                                    <p:cond delay="8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restart="never">
                                  <p:stCondLst>
                                    <p:cond delay="12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restart="never">
                                  <p:stCondLst>
                                    <p:cond delay="16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nodeType="withEffect" restart="never">
                                  <p:stCondLst>
                                    <p:cond delay="20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nodeType="withEffect" restart="never">
                                  <p:stCondLst>
                                    <p:cond delay="24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restart="never">
                                  <p:stCondLst>
                                    <p:cond delay="28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restart="never">
                                  <p:stCondLst>
                                    <p:cond delay="32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restart="never">
                                  <p:stCondLst>
                                    <p:cond delay="36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nodeType="withEffect" restart="never">
                                  <p:stCondLst>
                                    <p:cond delay="40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restart="never">
                                  <p:stCondLst>
                                    <p:cond delay="44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restart="never">
                                  <p:stCondLst>
                                    <p:cond delay="48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restart="never">
                                  <p:stCondLst>
                                    <p:cond delay="52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restart="never">
                                  <p:stCondLst>
                                    <p:cond delay="560"/>
                                  </p:stCondLst>
                                  <p:childTnLst>
                                    <p:set>
                                      <p:cBhvr>
                                        <p:cTn id="74" dur="1" fill="hold">
                                          <p:stCondLst>
                                            <p:cond delay="0"/>
                                          </p:stCondLst>
                                        </p:cTn>
                                        <p:tgtEl>
                                          <p:spTgt spid="33"/>
                                        </p:tgtEl>
                                        <p:attrNameLst>
                                          <p:attrName>style.visibility</p:attrName>
                                        </p:attrNameLst>
                                      </p:cBhvr>
                                      <p:to>
                                        <p:strVal val="visible"/>
                                      </p:to>
                                    </p:set>
                                  </p:childTnLst>
                                </p:cTn>
                              </p:par>
                              <p:par>
                                <p:cTn id="75" presetID="1" presetClass="entr" presetSubtype="0" fill="hold" nodeType="withEffect" restart="never">
                                  <p:stCondLst>
                                    <p:cond delay="60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nodeType="withEffect" restart="never">
                                  <p:stCondLst>
                                    <p:cond delay="640"/>
                                  </p:stCondLst>
                                  <p:childTnLst>
                                    <p:set>
                                      <p:cBhvr>
                                        <p:cTn id="78" dur="1" fill="hold">
                                          <p:stCondLst>
                                            <p:cond delay="0"/>
                                          </p:stCondLst>
                                        </p:cTn>
                                        <p:tgtEl>
                                          <p:spTgt spid="35"/>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35" dur="1" fill="hold">
                                          <p:stCondLst>
                                            <p:cond delay="0"/>
                                          </p:stCondLst>
                                        </p:cTn>
                                        <p:tgtEl>
                                          <p:spTgt spid="3"/>
                                        </p:tgtEl>
                                      </p:cBhvr>
                                    </p:animEffect>
                                    <p:set>
                                      <p:cBhvr>
                                        <p:cTn id="3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37" dur="1" fill="hold">
                                          <p:stCondLst>
                                            <p:cond delay="0"/>
                                          </p:stCondLst>
                                        </p:cTn>
                                        <p:tgtEl>
                                          <p:spTgt spid="4"/>
                                        </p:tgtEl>
                                      </p:cBhvr>
                                    </p:animEffect>
                                    <p:set>
                                      <p:cBhvr>
                                        <p:cTn id="3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39" dur="1" fill="hold">
                                          <p:stCondLst>
                                            <p:cond delay="0"/>
                                          </p:stCondLst>
                                        </p:cTn>
                                        <p:tgtEl>
                                          <p:spTgt spid="5"/>
                                        </p:tgtEl>
                                      </p:cBhvr>
                                    </p:animEffect>
                                    <p:set>
                                      <p:cBhvr>
                                        <p:cTn id="40" dur="1" fill="hold">
                                          <p:stCondLst>
                                            <p:cond delay="0"/>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79" fill="hold" restart="never" repeatCount="1000">
                      <p:stCondLst>
                        <p:cond delay="indefinite"/>
                      </p:stCondLst>
                      <p:childTnLst>
                        <p:par>
                          <p:cTn id="80" fill="hold" dur="3520">
                            <p:stCondLst>
                              <p:cond delay="0"/>
                            </p:stCondLst>
                            <p:childTnLst>
                              <p:par>
                                <p:cTn id="81" presetID="1" presetClass="entr" presetSubtype="0" fill="hold" nodeType="clickEffect" restart="never">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nodeType="withEffect" restart="never">
                                  <p:stCondLst>
                                    <p:cond delay="35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nodeType="withEffect" restart="never">
                                  <p:stCondLst>
                                    <p:cond delay="47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restart="never">
                                  <p:stCondLst>
                                    <p:cond delay="59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nodeType="withEffect" restart="never">
                                  <p:stCondLst>
                                    <p:cond delay="71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nodeType="withEffect" restart="never">
                                  <p:stCondLst>
                                    <p:cond delay="830"/>
                                  </p:stCondLst>
                                  <p:childTnLst>
                                    <p:set>
                                      <p:cBhvr>
                                        <p:cTn id="92" dur="1" fill="hold">
                                          <p:stCondLst>
                                            <p:cond delay="0"/>
                                          </p:stCondLst>
                                        </p:cTn>
                                        <p:tgtEl>
                                          <p:spTgt spid="40"/>
                                        </p:tgtEl>
                                        <p:attrNameLst>
                                          <p:attrName>style.visibility</p:attrName>
                                        </p:attrNameLst>
                                      </p:cBhvr>
                                      <p:to>
                                        <p:strVal val="visible"/>
                                      </p:to>
                                    </p:set>
                                  </p:childTnLst>
                                </p:cTn>
                              </p:par>
                              <p:par>
                                <p:cTn id="93" presetID="1" presetClass="entr" presetSubtype="0" fill="hold" nodeType="withEffect" restart="never">
                                  <p:stCondLst>
                                    <p:cond delay="95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nodeType="withEffect" restart="never">
                                  <p:stCondLst>
                                    <p:cond delay="1070"/>
                                  </p:stCondLst>
                                  <p:childTnLst>
                                    <p:set>
                                      <p:cBhvr>
                                        <p:cTn id="96" dur="1" fill="hold">
                                          <p:stCondLst>
                                            <p:cond delay="0"/>
                                          </p:stCondLst>
                                        </p:cTn>
                                        <p:tgtEl>
                                          <p:spTgt spid="42"/>
                                        </p:tgtEl>
                                        <p:attrNameLst>
                                          <p:attrName>style.visibility</p:attrName>
                                        </p:attrNameLst>
                                      </p:cBhvr>
                                      <p:to>
                                        <p:strVal val="visible"/>
                                      </p:to>
                                    </p:set>
                                  </p:childTnLst>
                                </p:cTn>
                              </p:par>
                              <p:par>
                                <p:cTn id="97" presetID="1" presetClass="entr" presetSubtype="0" fill="hold" nodeType="withEffect" restart="never">
                                  <p:stCondLst>
                                    <p:cond delay="119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nodeType="withEffect" restart="never">
                                  <p:stCondLst>
                                    <p:cond delay="131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restart="never">
                                  <p:stCondLst>
                                    <p:cond delay="143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ntr" presetSubtype="0" fill="hold" nodeType="withEffect" restart="never">
                                  <p:stCondLst>
                                    <p:cond delay="1550"/>
                                  </p:stCondLst>
                                  <p:childTnLst>
                                    <p:set>
                                      <p:cBhvr>
                                        <p:cTn id="104" dur="1" fill="hold">
                                          <p:stCondLst>
                                            <p:cond delay="0"/>
                                          </p:stCondLst>
                                        </p:cTn>
                                        <p:tgtEl>
                                          <p:spTgt spid="46"/>
                                        </p:tgtEl>
                                        <p:attrNameLst>
                                          <p:attrName>style.visibility</p:attrName>
                                        </p:attrNameLst>
                                      </p:cBhvr>
                                      <p:to>
                                        <p:strVal val="visible"/>
                                      </p:to>
                                    </p:set>
                                  </p:childTnLst>
                                </p:cTn>
                              </p:par>
                              <p:par>
                                <p:cTn id="105" presetID="1" presetClass="entr" presetSubtype="0" fill="hold" nodeType="withEffect" restart="never">
                                  <p:stCondLst>
                                    <p:cond delay="1670"/>
                                  </p:stCondLst>
                                  <p:childTnLst>
                                    <p:set>
                                      <p:cBhvr>
                                        <p:cTn id="106" dur="1" fill="hold">
                                          <p:stCondLst>
                                            <p:cond delay="0"/>
                                          </p:stCondLst>
                                        </p:cTn>
                                        <p:tgtEl>
                                          <p:spTgt spid="47"/>
                                        </p:tgtEl>
                                        <p:attrNameLst>
                                          <p:attrName>style.visibility</p:attrName>
                                        </p:attrNameLst>
                                      </p:cBhvr>
                                      <p:to>
                                        <p:strVal val="visible"/>
                                      </p:to>
                                    </p:set>
                                  </p:childTnLst>
                                </p:cTn>
                              </p:par>
                              <p:par>
                                <p:cTn id="107" presetID="1" presetClass="entr" presetSubtype="0" fill="hold" nodeType="withEffect" restart="never">
                                  <p:stCondLst>
                                    <p:cond delay="1790"/>
                                  </p:stCondLst>
                                  <p:childTnLst>
                                    <p:set>
                                      <p:cBhvr>
                                        <p:cTn id="108" dur="1" fill="hold">
                                          <p:stCondLst>
                                            <p:cond delay="0"/>
                                          </p:stCondLst>
                                        </p:cTn>
                                        <p:tgtEl>
                                          <p:spTgt spid="48"/>
                                        </p:tgtEl>
                                        <p:attrNameLst>
                                          <p:attrName>style.visibility</p:attrName>
                                        </p:attrNameLst>
                                      </p:cBhvr>
                                      <p:to>
                                        <p:strVal val="visible"/>
                                      </p:to>
                                    </p:set>
                                  </p:childTnLst>
                                </p:cTn>
                              </p:par>
                              <p:par>
                                <p:cTn id="109" presetID="1" presetClass="entr" presetSubtype="0" fill="hold" nodeType="withEffect" restart="never">
                                  <p:stCondLst>
                                    <p:cond delay="191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nodeType="withEffect" restart="never">
                                  <p:stCondLst>
                                    <p:cond delay="203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restart="never">
                                  <p:stCondLst>
                                    <p:cond delay="215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nodeType="withEffect" restart="never">
                                  <p:stCondLst>
                                    <p:cond delay="2270"/>
                                  </p:stCondLst>
                                  <p:childTnLst>
                                    <p:set>
                                      <p:cBhvr>
                                        <p:cTn id="116" dur="1" fill="hold">
                                          <p:stCondLst>
                                            <p:cond delay="0"/>
                                          </p:stCondLst>
                                        </p:cTn>
                                        <p:tgtEl>
                                          <p:spTgt spid="52"/>
                                        </p:tgtEl>
                                        <p:attrNameLst>
                                          <p:attrName>style.visibility</p:attrName>
                                        </p:attrNameLst>
                                      </p:cBhvr>
                                      <p:to>
                                        <p:strVal val="visible"/>
                                      </p:to>
                                    </p:set>
                                  </p:childTnLst>
                                </p:cTn>
                              </p:par>
                              <p:par>
                                <p:cTn id="117" presetID="1" presetClass="entr" presetSubtype="0" fill="hold" nodeType="withEffect" restart="never">
                                  <p:stCondLst>
                                    <p:cond delay="239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restart="never">
                                  <p:stCondLst>
                                    <p:cond delay="251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nodeType="withEffect" restart="never">
                                  <p:stCondLst>
                                    <p:cond delay="2630"/>
                                  </p:stCondLst>
                                  <p:childTnLst>
                                    <p:set>
                                      <p:cBhvr>
                                        <p:cTn id="122" dur="1" fill="hold">
                                          <p:stCondLst>
                                            <p:cond delay="0"/>
                                          </p:stCondLst>
                                        </p:cTn>
                                        <p:tgtEl>
                                          <p:spTgt spid="55"/>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56"/>
                                        </p:tgtEl>
                                        <p:attrNameLst>
                                          <p:attrName>style.visibility</p:attrName>
                                        </p:attrNameLst>
                                      </p:cBhvr>
                                      <p:to>
                                        <p:strVal val="visible"/>
                                      </p:to>
                                    </p:set>
                                  </p:childTnLst>
                                </p:cTn>
                              </p:par>
                              <p:par>
                                <p:cTn id="125" presetID="1" presetClass="entr" presetSubtype="0" fill="hold" nodeType="withEffect" restart="never">
                                  <p:stCondLst>
                                    <p:cond delay="287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childTnLst>
                    </p:cTn>
                  </p:par>
                  <p:par>
                    <p:cTn id="127" fill="hold" restart="never" repeatCount="1000">
                      <p:stCondLst>
                        <p:cond delay="indefinite"/>
                      </p:stCondLst>
                      <p:childTnLst>
                        <p:par>
                          <p:cTn id="128" fill="hold" dur="740">
                            <p:stCondLst>
                              <p:cond delay="0"/>
                            </p:stCondLst>
                            <p:childTnLst>
                              <p:par>
                                <p:cTn id="129" presetID="1" presetClass="entr" presetSubtype="0" fill="hold" nodeType="clickEffect" restart="never">
                                  <p:stCondLst>
                                    <p:cond delay="0"/>
                                  </p:stCondLst>
                                  <p:childTnLst>
                                    <p:set>
                                      <p:cBhvr>
                                        <p:cTn id="130" dur="1" fill="hold">
                                          <p:stCondLst>
                                            <p:cond delay="0"/>
                                          </p:stCondLst>
                                        </p:cTn>
                                        <p:tgtEl>
                                          <p:spTgt spid="8"/>
                                        </p:tgtEl>
                                        <p:attrNameLst>
                                          <p:attrName>style.visibility</p:attrName>
                                        </p:attrNameLst>
                                      </p:cBhvr>
                                      <p:to>
                                        <p:strVal val="visible"/>
                                      </p:to>
                                    </p:set>
                                  </p:childTnLst>
                                </p:cTn>
                              </p:par>
                              <p:par>
                                <p:cTn id="131" presetID="1" presetClass="entr" presetSubtype="0" fill="hold" nodeType="withEffect" restart="never">
                                  <p:stCondLst>
                                    <p:cond delay="40"/>
                                  </p:stCondLst>
                                  <p:childTnLst>
                                    <p:set>
                                      <p:cBhvr>
                                        <p:cTn id="132" dur="1" fill="hold">
                                          <p:stCondLst>
                                            <p:cond delay="0"/>
                                          </p:stCondLst>
                                        </p:cTn>
                                        <p:tgtEl>
                                          <p:spTgt spid="58"/>
                                        </p:tgtEl>
                                        <p:attrNameLst>
                                          <p:attrName>style.visibility</p:attrName>
                                        </p:attrNameLst>
                                      </p:cBhvr>
                                      <p:to>
                                        <p:strVal val="visible"/>
                                      </p:to>
                                    </p:set>
                                  </p:childTnLst>
                                </p:cTn>
                              </p:par>
                              <p:par>
                                <p:cTn id="133" presetID="1" presetClass="entr" presetSubtype="0" fill="hold" nodeType="withEffect" restart="never">
                                  <p:stCondLst>
                                    <p:cond delay="80"/>
                                  </p:stCondLst>
                                  <p:childTnLst>
                                    <p:set>
                                      <p:cBhvr>
                                        <p:cTn id="134" dur="1" fill="hold">
                                          <p:stCondLst>
                                            <p:cond delay="0"/>
                                          </p:stCondLst>
                                        </p:cTn>
                                        <p:tgtEl>
                                          <p:spTgt spid="59"/>
                                        </p:tgtEl>
                                        <p:attrNameLst>
                                          <p:attrName>style.visibility</p:attrName>
                                        </p:attrNameLst>
                                      </p:cBhvr>
                                      <p:to>
                                        <p:strVal val="visible"/>
                                      </p:to>
                                    </p:set>
                                  </p:childTnLst>
                                </p:cTn>
                              </p:par>
                              <p:par>
                                <p:cTn id="135" presetID="1" presetClass="entr" presetSubtype="0" fill="hold" nodeType="withEffect" restart="never">
                                  <p:stCondLst>
                                    <p:cond delay="120"/>
                                  </p:stCondLst>
                                  <p:childTnLst>
                                    <p:set>
                                      <p:cBhvr>
                                        <p:cTn id="136" dur="1" fill="hold">
                                          <p:stCondLst>
                                            <p:cond delay="0"/>
                                          </p:stCondLst>
                                        </p:cTn>
                                        <p:tgtEl>
                                          <p:spTgt spid="60"/>
                                        </p:tgtEl>
                                        <p:attrNameLst>
                                          <p:attrName>style.visibility</p:attrName>
                                        </p:attrNameLst>
                                      </p:cBhvr>
                                      <p:to>
                                        <p:strVal val="visible"/>
                                      </p:to>
                                    </p:set>
                                  </p:childTnLst>
                                </p:cTn>
                              </p:par>
                              <p:par>
                                <p:cTn id="137" presetID="1" presetClass="entr" presetSubtype="0" fill="hold" nodeType="withEffect" restart="never">
                                  <p:stCondLst>
                                    <p:cond delay="160"/>
                                  </p:stCondLst>
                                  <p:childTnLst>
                                    <p:set>
                                      <p:cBhvr>
                                        <p:cTn id="138" dur="1" fill="hold">
                                          <p:stCondLst>
                                            <p:cond delay="0"/>
                                          </p:stCondLst>
                                        </p:cTn>
                                        <p:tgtEl>
                                          <p:spTgt spid="61"/>
                                        </p:tgtEl>
                                        <p:attrNameLst>
                                          <p:attrName>style.visibility</p:attrName>
                                        </p:attrNameLst>
                                      </p:cBhvr>
                                      <p:to>
                                        <p:strVal val="visible"/>
                                      </p:to>
                                    </p:set>
                                  </p:childTnLst>
                                </p:cTn>
                              </p:par>
                              <p:par>
                                <p:cTn id="139" presetID="1" presetClass="entr" presetSubtype="0" fill="hold" nodeType="withEffect" restart="never">
                                  <p:stCondLst>
                                    <p:cond delay="20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nodeType="withEffect" restart="never">
                                  <p:stCondLst>
                                    <p:cond delay="240"/>
                                  </p:stCondLst>
                                  <p:childTnLst>
                                    <p:set>
                                      <p:cBhvr>
                                        <p:cTn id="142" dur="1" fill="hold">
                                          <p:stCondLst>
                                            <p:cond delay="0"/>
                                          </p:stCondLst>
                                        </p:cTn>
                                        <p:tgtEl>
                                          <p:spTgt spid="63"/>
                                        </p:tgtEl>
                                        <p:attrNameLst>
                                          <p:attrName>style.visibility</p:attrName>
                                        </p:attrNameLst>
                                      </p:cBhvr>
                                      <p:to>
                                        <p:strVal val="visible"/>
                                      </p:to>
                                    </p:set>
                                  </p:childTnLst>
                                </p:cTn>
                              </p:par>
                              <p:par>
                                <p:cTn id="143" presetID="1" presetClass="entr" presetSubtype="0" fill="hold" nodeType="withEffect" restart="never">
                                  <p:stCondLst>
                                    <p:cond delay="280"/>
                                  </p:stCondLst>
                                  <p:childTnLst>
                                    <p:set>
                                      <p:cBhvr>
                                        <p:cTn id="144" dur="1" fill="hold">
                                          <p:stCondLst>
                                            <p:cond delay="0"/>
                                          </p:stCondLst>
                                        </p:cTn>
                                        <p:tgtEl>
                                          <p:spTgt spid="64"/>
                                        </p:tgtEl>
                                        <p:attrNameLst>
                                          <p:attrName>style.visibility</p:attrName>
                                        </p:attrNameLst>
                                      </p:cBhvr>
                                      <p:to>
                                        <p:strVal val="visible"/>
                                      </p:to>
                                    </p:set>
                                  </p:childTnLst>
                                </p:cTn>
                              </p:par>
                              <p:par>
                                <p:cTn id="145" presetID="1" presetClass="entr" presetSubtype="0" fill="hold" nodeType="withEffect" restart="never">
                                  <p:stCondLst>
                                    <p:cond delay="320"/>
                                  </p:stCondLst>
                                  <p:childTnLst>
                                    <p:set>
                                      <p:cBhvr>
                                        <p:cTn id="146" dur="1" fill="hold">
                                          <p:stCondLst>
                                            <p:cond delay="0"/>
                                          </p:stCondLst>
                                        </p:cTn>
                                        <p:tgtEl>
                                          <p:spTgt spid="65"/>
                                        </p:tgtEl>
                                        <p:attrNameLst>
                                          <p:attrName>style.visibility</p:attrName>
                                        </p:attrNameLst>
                                      </p:cBhvr>
                                      <p:to>
                                        <p:strVal val="visible"/>
                                      </p:to>
                                    </p:set>
                                  </p:childTnLst>
                                </p:cTn>
                              </p:par>
                              <p:par>
                                <p:cTn id="147" presetID="1" presetClass="entr" presetSubtype="0" fill="hold" nodeType="withEffect" restart="never">
                                  <p:stCondLst>
                                    <p:cond delay="36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nodeType="withEffect" restart="never">
                                  <p:stCondLst>
                                    <p:cond delay="400"/>
                                  </p:stCondLst>
                                  <p:childTnLst>
                                    <p:set>
                                      <p:cBhvr>
                                        <p:cTn id="150" dur="1" fill="hold">
                                          <p:stCondLst>
                                            <p:cond delay="0"/>
                                          </p:stCondLst>
                                        </p:cTn>
                                        <p:tgtEl>
                                          <p:spTgt spid="67"/>
                                        </p:tgtEl>
                                        <p:attrNameLst>
                                          <p:attrName>style.visibility</p:attrName>
                                        </p:attrNameLst>
                                      </p:cBhvr>
                                      <p:to>
                                        <p:strVal val="visible"/>
                                      </p:to>
                                    </p:set>
                                  </p:childTnLst>
                                </p:cTn>
                              </p:par>
                              <p:par>
                                <p:cTn id="151" presetID="1" presetClass="entr" presetSubtype="0" fill="hold" nodeType="withEffect" restart="never">
                                  <p:stCondLst>
                                    <p:cond delay="440"/>
                                  </p:stCondLst>
                                  <p:childTnLst>
                                    <p:set>
                                      <p:cBhvr>
                                        <p:cTn id="152" dur="1" fill="hold">
                                          <p:stCondLst>
                                            <p:cond delay="0"/>
                                          </p:stCondLst>
                                        </p:cTn>
                                        <p:tgtEl>
                                          <p:spTgt spid="68"/>
                                        </p:tgtEl>
                                        <p:attrNameLst>
                                          <p:attrName>style.visibility</p:attrName>
                                        </p:attrNameLst>
                                      </p:cBhvr>
                                      <p:to>
                                        <p:strVal val="visible"/>
                                      </p:to>
                                    </p:set>
                                  </p:childTnLst>
                                </p:cTn>
                              </p:par>
                              <p:par>
                                <p:cTn id="153" presetID="1" presetClass="entr" presetSubtype="0" fill="hold" nodeType="withEffect" restart="never">
                                  <p:stCondLst>
                                    <p:cond delay="48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restart="never">
                                  <p:stCondLst>
                                    <p:cond delay="520"/>
                                  </p:stCondLst>
                                  <p:childTnLst>
                                    <p:set>
                                      <p:cBhvr>
                                        <p:cTn id="156" dur="1" fill="hold">
                                          <p:stCondLst>
                                            <p:cond delay="0"/>
                                          </p:stCondLst>
                                        </p:cTn>
                                        <p:tgtEl>
                                          <p:spTgt spid="70"/>
                                        </p:tgtEl>
                                        <p:attrNameLst>
                                          <p:attrName>style.visibility</p:attrName>
                                        </p:attrNameLst>
                                      </p:cBhvr>
                                      <p:to>
                                        <p:strVal val="visible"/>
                                      </p:to>
                                    </p:set>
                                  </p:childTnLst>
                                </p:cTn>
                              </p:par>
                              <p:par>
                                <p:cTn id="157" presetID="1" presetClass="entr" presetSubtype="0" fill="hold" nodeType="withEffect" restart="never">
                                  <p:stCondLst>
                                    <p:cond delay="560"/>
                                  </p:stCondLst>
                                  <p:childTnLst>
                                    <p:set>
                                      <p:cBhvr>
                                        <p:cTn id="158" dur="1" fill="hold">
                                          <p:stCondLst>
                                            <p:cond delay="0"/>
                                          </p:stCondLst>
                                        </p:cTn>
                                        <p:tgtEl>
                                          <p:spTgt spid="71"/>
                                        </p:tgtEl>
                                        <p:attrNameLst>
                                          <p:attrName>style.visibility</p:attrName>
                                        </p:attrNameLst>
                                      </p:cBhvr>
                                      <p:to>
                                        <p:strVal val="visible"/>
                                      </p:to>
                                    </p:set>
                                  </p:childTnLst>
                                </p:cTn>
                              </p:par>
                              <p:par>
                                <p:cTn id="159" presetID="1" presetClass="entr" presetSubtype="0" fill="hold" nodeType="withEffect" restart="never">
                                  <p:stCondLst>
                                    <p:cond delay="60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restart="never">
                                  <p:stCondLst>
                                    <p:cond delay="640"/>
                                  </p:stCondLst>
                                  <p:childTnLst>
                                    <p:set>
                                      <p:cBhvr>
                                        <p:cTn id="162"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10" presetClass="exit" presetSubtype="0" fill="hold" nodeType="clickEffect">
                                  <p:stCondLst>
                                    <p:cond delay="0"/>
                                  </p:stCondLst>
                                  <p:childTnLst>
                                    <p:animEffect transition="out" filter="fade">
                                      <p:cBhvr>
                                        <p:cTn id="41" dur="1" fill="hold">
                                          <p:stCondLst>
                                            <p:cond delay="0"/>
                                          </p:stCondLst>
                                        </p:cTn>
                                        <p:tgtEl>
                                          <p:spTgt spid="17"/>
                                        </p:tgtEl>
                                      </p:cBhvr>
                                    </p:animEffect>
                                    <p:set>
                                      <p:cBhvr>
                                        <p:cTn id="42" dur="1" fill="hold">
                                          <p:stCondLst>
                                            <p:cond delay="0"/>
                                          </p:stCondLst>
                                        </p:cTn>
                                        <p:tgtEl>
                                          <p:spTgt spid="17"/>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43" dur="1" fill="hold">
                                          <p:stCondLst>
                                            <p:cond delay="0"/>
                                          </p:stCondLst>
                                        </p:cTn>
                                        <p:tgtEl>
                                          <p:spTgt spid="18"/>
                                        </p:tgtEl>
                                      </p:cBhvr>
                                    </p:animEffect>
                                    <p:set>
                                      <p:cBhvr>
                                        <p:cTn id="44" dur="1" fill="hold">
                                          <p:stCondLst>
                                            <p:cond delay="0"/>
                                          </p:stCondLst>
                                        </p:cTn>
                                        <p:tgtEl>
                                          <p:spTgt spid="18"/>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ignal_zoom_r4_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TDM - Inspect the SAME signal</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6CE6473-BD1B-494A-82A3-05882372386C}"/>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6C1798A-E633-4296-94CA-04FFFE9FE5B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9139893-7E06-4C9C-8359-43AEA1624EB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A624D9A5-6B64-473A-A71F-6EA3644C8570}"/>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7C69C7F7-040E-4AD9-88E5-DA91D5F077AF}"/>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Interleave sample streams into synchronized time slots.</a:t>
            </a:r>
          </a:p>
        </p:txBody>
      </p:sp>
      <p:pic>
        <p:nvPicPr>
          <p:cNvPr id="8" name="review-tdm-zoom-1-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AF812A9D-0908-4951-8EF7-E820A973DDF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tdm-zoom-1-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tdm-zoom-1-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tdm-zoom-1-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tdm-zoom-1-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tdm-zoom-1-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tdm-zoom-1-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tdm-zoom-1-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tdm-zoom-1-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tdm-zoom-1-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tdm-zoom-1-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tdm-zoom-1-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tdm-zoom-1-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tdm-zoom-1-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tdm-zoom-1-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tdm-zoom-1-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tdm-zoom-1-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 name="review-tdm-bandwidth" descr="Actual input,operation,output develops on the same full process diagram; no static thumbnail collage.">
            <a:extLst xmlns:a="http://schemas.openxmlformats.org/drawingml/2006/main">
              <a:ext uri="{FF2B5EF4-FFF2-40B4-BE49-F238E27FC236}">
                <a16:creationId xmlns:a16="http://schemas.microsoft.com/office/drawing/2014/main" id="{AA7E1AC9-8342-4378-A047-4C9A0BAC08F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tdm-bandwidth--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tdm-bandwidth--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tdm-bandwidth--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tdm-bandwidth--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tdm-bandwidth--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tdm-bandwidth--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tdm-bandwidth--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tdm-bandwidth--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tdm-bandwidth--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tdm-bandwidth--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tdm-bandwidth--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tdm-bandwidth--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tdm-bandwidth--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tdm-bandwidth--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tdm-bandwidth--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tdm-bandwidth--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tdm-bandwidth--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tdm-bandwidth--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tdm-bandwidth--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tdm-bandwidth--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tdm-bandwidth--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tdm-bandwidth--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tdm-zoom-1-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761E6F07-7C44-4DB7-8504-4BC7F55C010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tdm-zoom-1-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tdm-zoom-1-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tdm-zoom-1-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tdm-zoom-1-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tdm-zoom-1-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tdm-zoom-1-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tdm-zoom-1-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tdm-zoom-1-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tdm-zoom-1-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tdm-zoom-1-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tdm-zoom-1-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tdm-zoom-1-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tdm-zoom-1-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tdm-zoom-1-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tdm-zoom-1-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tdm-zoom-1-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1"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F7F2F7E6-F27C-46D1-A8CB-AED2E921448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2"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30823B24-0946-4106-B078-9A96CBB0857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13"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E551C8EF-89FC-4EA1-BC0E-15BBAFB9D60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4" name="result-label-0">
            <a:extLst xmlns:a="http://schemas.openxmlformats.org/drawingml/2006/main">
              <a:ext uri="{FF2B5EF4-FFF2-40B4-BE49-F238E27FC236}">
                <a16:creationId xmlns:a16="http://schemas.microsoft.com/office/drawing/2014/main" id="{41438075-382F-4CFA-9D0C-15927D9E6119}"/>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5" name="result-0">
            <a:extLst xmlns:a="http://schemas.openxmlformats.org/drawingml/2006/main">
              <a:ext uri="{FF2B5EF4-FFF2-40B4-BE49-F238E27FC236}">
                <a16:creationId xmlns:a16="http://schemas.microsoft.com/office/drawing/2014/main" id="{983BBB58-738F-4270-B78A-C7C8850EDBCA}"/>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Interleave sample streams into synchronized time slots.</a:t>
            </a:r>
          </a:p>
        </p:txBody>
      </p:sp>
      <p:sp>
        <p:nvSpPr>
          <p:cNvPr id="16" name="result-label-1">
            <a:extLst xmlns:a="http://schemas.openxmlformats.org/drawingml/2006/main">
              <a:ext uri="{FF2B5EF4-FFF2-40B4-BE49-F238E27FC236}">
                <a16:creationId xmlns:a16="http://schemas.microsoft.com/office/drawing/2014/main" id="{EFB03E6E-D762-4CB8-A02B-9FDCDEF7290C}"/>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Rate</a:t>
            </a:r>
          </a:p>
        </p:txBody>
      </p:sp>
      <p:pic>
        <p:nvPicPr>
          <p:cNvPr id="17" name="!!review-signal-tdm" descr="s(t)=\sum_{i=1}^N\sum_n m_i(t_{n,i})h(t-t_{n,i})">
            <a:extLst xmlns:a="http://schemas.openxmlformats.org/drawingml/2006/main">
              <a:ext uri="{FF2B5EF4-FFF2-40B4-BE49-F238E27FC236}">
                <a16:creationId xmlns:a16="http://schemas.microsoft.com/office/drawing/2014/main" id="{387E0209-766E-4816-91CB-82FFC55EEEC0}"/>
              </a:ext>
            </a:extLst>
          </p:cNvPr>
          <p:cNvPicPr>
            <a:picLocks xmlns:a="http://schemas.openxmlformats.org/drawingml/2006/main" noChangeAspect="1"/>
          </p:cNvPicPr>
          <p:nvPr/>
        </p:nvPicPr>
        <p:blipFill>
          <a:blip xmlns:r="http://schemas.openxmlformats.org/officeDocument/2006/relationships" xmlns:a="http://schemas.openxmlformats.org/drawingml/2006/main" r:embed="Rf3ce185cb7c4470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6546"/>
            <a:ext cx="5278755" cy="414933"/>
          </a:xfrm>
          <a:prstGeom xmlns:a="http://schemas.openxmlformats.org/drawingml/2006/main" prst="rect">
            <a:avLst/>
          </a:prstGeom>
        </p:spPr>
      </p:pic>
      <p:pic>
        <p:nvPicPr>
          <p:cNvPr id="18"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CBAD2F0-1E41-4AEC-AF51-4786D11D3316}"/>
              </a:ext>
            </a:extLst>
          </p:cNvPr>
          <p:cNvPicPr>
            <a:picLocks xmlns:a="http://schemas.openxmlformats.org/drawingml/2006/main" noChangeAspect="1"/>
          </p:cNvPicPr>
          <p:nvPr/>
        </p:nvPicPr>
        <p:blipFill>
          <a:blip xmlns:r="http://schemas.openxmlformats.org/officeDocument/2006/relationships" xmlns:a="http://schemas.openxmlformats.org/drawingml/2006/main" r:embed="R193aaabf27b44d8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19" name="back-to-process" descr="\leftarrow \mathrm{TD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1440DD28-CFDB-4A4D-A972-89BA491DD8B2}"/>
              </a:ext>
            </a:extLst>
          </p:cNvPr>
          <p:cNvPicPr>
            <a:picLocks xmlns:a="http://schemas.openxmlformats.org/drawingml/2006/main" noChangeAspect="1"/>
          </p:cNvPicPr>
          <p:nvPr/>
        </p:nvPicPr>
        <p:blipFill>
          <a:blip xmlns:r="http://schemas.openxmlformats.org/officeDocument/2006/relationships" xmlns:a="http://schemas.openxmlformats.org/drawingml/2006/main" r:embed="Ra78f4bfb1b904f8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38210" y="309205"/>
            <a:ext cx="1120140" cy="181689"/>
          </a:xfrm>
          <a:prstGeom xmlns:a="http://schemas.openxmlformats.org/drawingml/2006/main" prst="rect">
            <a:avLst/>
          </a:prstGeom>
        </p:spPr>
      </p:pic>
      <p:pic>
        <p:nvPicPr>
          <p:cNvPr id="20" name="operation-before-animation" descr="\text{Three messages each contribute }4\ \text{samples/s}">
            <a:extLst xmlns:a="http://schemas.openxmlformats.org/drawingml/2006/main">
              <a:ext uri="{FF2B5EF4-FFF2-40B4-BE49-F238E27FC236}">
                <a16:creationId xmlns:a16="http://schemas.microsoft.com/office/drawing/2014/main" id="{0E5C447C-5333-44CF-90F5-1E30CCA24EA5}"/>
              </a:ext>
            </a:extLst>
          </p:cNvPr>
          <p:cNvPicPr>
            <a:picLocks xmlns:a="http://schemas.openxmlformats.org/drawingml/2006/main" noChangeAspect="1"/>
          </p:cNvPicPr>
          <p:nvPr/>
        </p:nvPicPr>
        <p:blipFill>
          <a:blip xmlns:r="http://schemas.openxmlformats.org/officeDocument/2006/relationships" xmlns:a="http://schemas.openxmlformats.org/drawingml/2006/main" r:embed="R9f605fc081564dc5">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49151"/>
            <a:ext cx="6132195" cy="274499"/>
          </a:xfrm>
          <a:prstGeom xmlns:a="http://schemas.openxmlformats.org/drawingml/2006/main" prst="rect">
            <a:avLst/>
          </a:prstGeom>
        </p:spPr>
      </p:pic>
      <p:pic>
        <p:nvPicPr>
          <p:cNvPr id="21" name="operation-result" descr="3\times4=12\ \text{pulses/s};\quad T=0.05&lt;T_s/3">
            <a:extLst xmlns:a="http://schemas.openxmlformats.org/drawingml/2006/main">
              <a:ext uri="{FF2B5EF4-FFF2-40B4-BE49-F238E27FC236}">
                <a16:creationId xmlns:a16="http://schemas.microsoft.com/office/drawing/2014/main" id="{110D366C-F3A1-4CB7-9827-6E480B4D0E0B}"/>
              </a:ext>
            </a:extLst>
          </p:cNvPr>
          <p:cNvPicPr>
            <a:picLocks xmlns:a="http://schemas.openxmlformats.org/drawingml/2006/main" noChangeAspect="1"/>
          </p:cNvPicPr>
          <p:nvPr/>
        </p:nvPicPr>
        <p:blipFill>
          <a:blip xmlns:r="http://schemas.openxmlformats.org/officeDocument/2006/relationships" xmlns:a="http://schemas.openxmlformats.org/drawingml/2006/main" r:embed="R046a4e1025d8423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015930"/>
            <a:ext cx="5572125" cy="283964"/>
          </a:xfrm>
          <a:prstGeom xmlns:a="http://schemas.openxmlformats.org/drawingml/2006/main" prst="rect">
            <a:avLst/>
          </a:prstGeom>
        </p:spPr>
      </p:pic>
      <p:pic>
        <p:nvPicPr>
          <p:cNvPr id="22" name="conditions" descr="f_s&gt;2W_i\ \text{for every message};\quad\text{retain slot offsets}">
            <a:extLst xmlns:a="http://schemas.openxmlformats.org/drawingml/2006/main">
              <a:ext uri="{FF2B5EF4-FFF2-40B4-BE49-F238E27FC236}">
                <a16:creationId xmlns:a16="http://schemas.microsoft.com/office/drawing/2014/main" id="{0DB33207-060F-4E5C-9841-962D633DC905}"/>
              </a:ext>
            </a:extLst>
          </p:cNvPr>
          <p:cNvPicPr>
            <a:picLocks xmlns:a="http://schemas.openxmlformats.org/drawingml/2006/main" noChangeAspect="1"/>
          </p:cNvPicPr>
          <p:nvPr/>
        </p:nvPicPr>
        <p:blipFill>
          <a:blip xmlns:r="http://schemas.openxmlformats.org/officeDocument/2006/relationships" xmlns:a="http://schemas.openxmlformats.org/drawingml/2006/main" r:embed="R7c06a0c4adf740b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613148"/>
            <a:ext cx="5235892" cy="194429"/>
          </a:xfrm>
          <a:prstGeom xmlns:a="http://schemas.openxmlformats.org/drawingml/2006/main" prst="rect">
            <a:avLst/>
          </a:prstGeom>
        </p:spPr>
      </p:pic>
      <p:pic>
        <p:nvPicPr>
          <p:cNvPr id="23" name="result-1" descr="\text{Each message: }f_s;\quad\text{shared stream: }Nf_s;\quad T&lt;T_s/N">
            <a:extLst xmlns:a="http://schemas.openxmlformats.org/drawingml/2006/main">
              <a:ext uri="{FF2B5EF4-FFF2-40B4-BE49-F238E27FC236}">
                <a16:creationId xmlns:a16="http://schemas.microsoft.com/office/drawing/2014/main" id="{9F4A8FA7-B19C-4735-8C1B-1B83C43CA542}"/>
              </a:ext>
            </a:extLst>
          </p:cNvPr>
          <p:cNvPicPr>
            <a:picLocks xmlns:a="http://schemas.openxmlformats.org/drawingml/2006/main" noChangeAspect="1"/>
          </p:cNvPicPr>
          <p:nvPr/>
        </p:nvPicPr>
        <p:blipFill>
          <a:blip xmlns:r="http://schemas.openxmlformats.org/officeDocument/2006/relationships" xmlns:a="http://schemas.openxmlformats.org/drawingml/2006/main" r:embed="R308b2ce8c2b44634">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09800" y="5772954"/>
            <a:ext cx="6763703" cy="255568"/>
          </a:xfrm>
          <a:prstGeom xmlns:a="http://schemas.openxmlformats.org/drawingml/2006/main" prst="rect">
            <a:avLst/>
          </a:prstGeom>
        </p:spPr>
      </p:pic>
    </p:spTree>
    <p:extLst>
      <p:ext uri="{BB962C8B-B14F-4D97-AF65-F5344CB8AC3E}">
        <p14:creationId xmlns:p14="http://schemas.microsoft.com/office/powerpoint/2010/main" val="1390797616"/>
      </p:ext>
    </p:extLst>
  </p:cSld>
  <p:timing>
    <p:tnLst>
      <p:par>
        <p:cTn id="1" dur="indefinite" restart="never" nodeType="tmRoot">
          <p:childTnLst>
            <p:seq concurrent="1" nextAc="seek">
              <p:cTn id="2" dur="indefinite" nodeType="mainSeq">
                <p:childTnLst>
                  <p:par>
                    <p:cTn id="63" fill="hold" restart="never" repeatCount="1000">
                      <p:stCondLst>
                        <p:cond delay="indefinite"/>
                      </p:stCondLst>
                      <p:childTnLst>
                        <p:par>
                          <p:cTn id="64" fill="hold" dur="740">
                            <p:stCondLst>
                              <p:cond delay="0"/>
                            </p:stCondLst>
                            <p:childTnLst>
                              <p:par>
                                <p:cTn id="65" presetID="1" presetClass="entr" presetSubtype="0" fill="hold" nodeType="clickEffect" restart="never">
                                  <p:stCondLst>
                                    <p:cond delay="4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8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2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6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20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24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28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32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36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40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44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48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52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56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60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64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47" dur="1" fill="hold">
                                          <p:stCondLst>
                                            <p:cond delay="0"/>
                                          </p:stCondLst>
                                        </p:cTn>
                                        <p:tgtEl>
                                          <p:spTgt spid="3"/>
                                        </p:tgtEl>
                                      </p:cBhvr>
                                    </p:animEffect>
                                    <p:set>
                                      <p:cBhvr>
                                        <p:cTn id="48"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49" dur="1" fill="hold">
                                          <p:stCondLst>
                                            <p:cond delay="0"/>
                                          </p:stCondLst>
                                        </p:cTn>
                                        <p:tgtEl>
                                          <p:spTgt spid="4"/>
                                        </p:tgtEl>
                                      </p:cBhvr>
                                    </p:animEffect>
                                    <p:set>
                                      <p:cBhvr>
                                        <p:cTn id="50"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1" dur="1" fill="hold">
                                          <p:stCondLst>
                                            <p:cond delay="0"/>
                                          </p:stCondLst>
                                        </p:cTn>
                                        <p:tgtEl>
                                          <p:spTgt spid="5"/>
                                        </p:tgtEl>
                                      </p:cBhvr>
                                    </p:animEffect>
                                    <p:set>
                                      <p:cBhvr>
                                        <p:cTn id="52"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53" dur="1" fill="hold">
                                          <p:stCondLst>
                                            <p:cond delay="0"/>
                                          </p:stCondLst>
                                        </p:cTn>
                                        <p:tgtEl>
                                          <p:spTgt spid="7"/>
                                        </p:tgtEl>
                                      </p:cBhvr>
                                    </p:animEffect>
                                    <p:set>
                                      <p:cBhvr>
                                        <p:cTn id="54"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55" dur="1" fill="hold">
                                          <p:stCondLst>
                                            <p:cond delay="0"/>
                                          </p:stCondLst>
                                        </p:cTn>
                                        <p:tgtEl>
                                          <p:spTgt spid="6"/>
                                        </p:tgtEl>
                                      </p:cBhvr>
                                    </p:animEffect>
                                    <p:set>
                                      <p:cBhvr>
                                        <p:cTn id="56" dur="1" fill="hold">
                                          <p:stCondLst>
                                            <p:cond delay="0"/>
                                          </p:stCondLst>
                                        </p:cTn>
                                        <p:tgtEl>
                                          <p:spTgt spid="6"/>
                                        </p:tgtEl>
                                        <p:attrNameLst>
                                          <p:attrName>style.visibility</p:attrName>
                                        </p:attrNameLst>
                                      </p:cBhvr>
                                      <p:to>
                                        <p:strVal val="hidden"/>
                                      </p:to>
                                    </p:set>
                                  </p:childTnLst>
                                </p:cTn>
                              </p:par>
                              <p:par>
                                <p:cTn id="10" presetID="1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145" fill="hold" restart="never" repeatCount="1000">
                      <p:stCondLst>
                        <p:cond delay="indefinite"/>
                      </p:stCondLst>
                      <p:childTnLst>
                        <p:par>
                          <p:cTn id="146" fill="hold" dur="74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0"/>
                                        </p:tgtEl>
                                        <p:attrNameLst>
                                          <p:attrName>style.visibility</p:attrName>
                                        </p:attrNameLst>
                                      </p:cBhvr>
                                      <p:to>
                                        <p:strVal val="visible"/>
                                      </p:to>
                                    </p:set>
                                  </p:childTnLst>
                                </p:cTn>
                              </p:par>
                              <p:par>
                                <p:cTn id="149" presetID="1" presetClass="entr" presetSubtype="0" fill="hold" nodeType="withEffect" restart="never">
                                  <p:stCondLst>
                                    <p:cond delay="4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8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12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16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20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24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28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2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6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40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4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8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52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56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60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640"/>
                                  </p:stCondLst>
                                  <p:childTnLst>
                                    <p:set>
                                      <p:cBhvr>
                                        <p:cTn id="180" dur="1" fill="hold">
                                          <p:stCondLst>
                                            <p:cond delay="0"/>
                                          </p:stCondLst>
                                        </p:cTn>
                                        <p:tgtEl>
                                          <p:spTgt spid="78"/>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57" dur="1" fill="hold">
                                          <p:stCondLst>
                                            <p:cond delay="0"/>
                                          </p:stCondLst>
                                        </p:cTn>
                                        <p:tgtEl>
                                          <p:spTgt spid="20"/>
                                        </p:tgtEl>
                                      </p:cBhvr>
                                    </p:animEffect>
                                    <p:set>
                                      <p:cBhvr>
                                        <p:cTn id="58" dur="1" fill="hold">
                                          <p:stCondLst>
                                            <p:cond delay="0"/>
                                          </p:stCondLst>
                                        </p:cTn>
                                        <p:tgtEl>
                                          <p:spTgt spid="2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59" dur="1" fill="hold">
                                          <p:stCondLst>
                                            <p:cond delay="0"/>
                                          </p:stCondLst>
                                        </p:cTn>
                                        <p:tgtEl>
                                          <p:spTgt spid="21"/>
                                        </p:tgtEl>
                                      </p:cBhvr>
                                    </p:animEffect>
                                    <p:set>
                                      <p:cBhvr>
                                        <p:cTn id="60" dur="1" fill="hold">
                                          <p:stCondLst>
                                            <p:cond delay="0"/>
                                          </p:stCondLst>
                                        </p:cTn>
                                        <p:tgtEl>
                                          <p:spTgt spid="21"/>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61" dur="1" fill="hold">
                                          <p:stCondLst>
                                            <p:cond delay="0"/>
                                          </p:stCondLst>
                                        </p:cTn>
                                        <p:tgtEl>
                                          <p:spTgt spid="22"/>
                                        </p:tgtEl>
                                      </p:cBhvr>
                                    </p:animEffect>
                                    <p:set>
                                      <p:cBhvr>
                                        <p:cTn id="62" dur="1" fill="hold">
                                          <p:stCondLst>
                                            <p:cond delay="0"/>
                                          </p:stCondLst>
                                        </p:cTn>
                                        <p:tgtEl>
                                          <p:spTgt spid="22"/>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11" grpId="0" animBg="1"/>
      <p:bldP spid="12" grpId="0" animBg="1"/>
      <p:bldP spid="13" grpId="0" animBg="1"/>
      <p:bldP spid="14" grpId="0" animBg="1"/>
      <p:bldP spid="15" grpId="0" animBg="1"/>
      <p:bldP spid="16" grpId="0" animBg="1"/>
    </p:bldLst>
  </p:timing>
</p:sld>
</file>

<file path=ppt/slides/signal_zoom_r4_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TDM - Recover the message</a:t>
            </a:r>
          </a:p>
        </p:txBody>
      </p:sp>
      <p:sp>
        <p:nvSpPr>
          <p:cNvPr id="3" name="process-link-0-0">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7D08E43-BE05-482D-B660-6E0C47F60CF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4" name="process-link-0-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864B8CE-2FCE-4515-8762-1296B17F317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5" name="process-link-0-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EB880BB9-8971-42D9-AB8B-02D7AADD2FB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6" name="known-result-label-0">
            <a:extLst xmlns:a="http://schemas.openxmlformats.org/drawingml/2006/main">
              <a:ext uri="{FF2B5EF4-FFF2-40B4-BE49-F238E27FC236}">
                <a16:creationId xmlns:a16="http://schemas.microsoft.com/office/drawing/2014/main" id="{737D619F-0BEB-446B-988A-C6156B5E4B2D}"/>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7" name="known-result-0">
            <a:extLst xmlns:a="http://schemas.openxmlformats.org/drawingml/2006/main">
              <a:ext uri="{FF2B5EF4-FFF2-40B4-BE49-F238E27FC236}">
                <a16:creationId xmlns:a16="http://schemas.microsoft.com/office/drawing/2014/main" id="{5EDAD3DC-32A7-4985-BF3D-6D739790C1D6}"/>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Interleave sample streams into synchronized time slots.</a:t>
            </a:r>
          </a:p>
        </p:txBody>
      </p:sp>
      <p:sp>
        <p:nvSpPr>
          <p:cNvPr id="8" name="known-result-label-1">
            <a:extLst xmlns:a="http://schemas.openxmlformats.org/drawingml/2006/main">
              <a:ext uri="{FF2B5EF4-FFF2-40B4-BE49-F238E27FC236}">
                <a16:creationId xmlns:a16="http://schemas.microsoft.com/office/drawing/2014/main" id="{16F775C0-460B-4A82-982E-A645F23FCC64}"/>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Rate</a:t>
            </a:r>
          </a:p>
        </p:txBody>
      </p:sp>
      <p:pic>
        <p:nvPicPr>
          <p:cNvPr id="9" name="review-tdm-zoom-2-in"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C3748F92-F1BE-4962-B489-8147ECC2B33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tdm-zoom-2-in--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tdm-zoom-2-in--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tdm-zoom-2-in--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tdm-zoom-2-in--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tdm-zoom-2-in--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tdm-zoom-2-in--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tdm-zoom-2-in--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tdm-zoom-2-in--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tdm-zoom-2-in--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tdm-zoom-2-in--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tdm-zoom-2-in--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tdm-zoom-2-in--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tdm-zoom-2-in--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tdm-zoom-2-in--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tdm-zoom-2-in--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tdm-zoom-2-in--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0" name="review-tdm-recover" descr="Actual input,operation,output develops on the same full process diagram; no static thumbnail collage.">
            <a:extLst xmlns:a="http://schemas.openxmlformats.org/drawingml/2006/main">
              <a:ext uri="{FF2B5EF4-FFF2-40B4-BE49-F238E27FC236}">
                <a16:creationId xmlns:a16="http://schemas.microsoft.com/office/drawing/2014/main" id="{C554E75B-4DB1-41D1-B3D1-207711E9743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tdm-recover--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tdm-recover--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tdm-recover--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tdm-recover--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tdm-recover--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tdm-recover--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tdm-recover--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tdm-recover--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tdm-recover--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tdm-recover--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tdm-recover--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tdm-recover--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tdm-recover--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tdm-recover--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tdm-recover--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tdm-recover--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tdm-recover--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tdm-recover--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tdm-recover--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tdm-recover--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tdm-recover--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tdm-recover--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tdm-recover--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tdm-recover--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tdm-recover--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tdm-recover--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tdm-recover--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tdm-recover--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tdm-recover--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tdm-recover--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tdm-recover--t4-click-frame-03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tdm-recover--t4-click-frame-03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tdm-recover--t4-click-frame-03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tdm-recover--t4-click-frame-03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tdm-recover--t4-click-frame-03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tdm-recover--t4-click-frame-03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1" name="review-tdm-zoom-2-out" descr="Focus the SAME known signal objects from a continuous process; reverse returns them to their original places.">
            <a:extLst xmlns:a="http://schemas.openxmlformats.org/drawingml/2006/main">
              <a:ext uri="{FF2B5EF4-FFF2-40B4-BE49-F238E27FC236}">
                <a16:creationId xmlns:a16="http://schemas.microsoft.com/office/drawing/2014/main" id="{B9B9CC76-5A18-40FD-9B6B-A72456BF66C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tdm-zoom-2-out--t4-click-frame-00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tdm-zoom-2-out--t4-click-frame-00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tdm-zoom-2-out--t4-click-frame-00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tdm-zoom-2-out--t4-click-frame-00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5" name="review-tdm-zoom-2-out--t4-click-frame-00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6" name="review-tdm-zoom-2-out--t4-click-frame-00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7" name="review-tdm-zoom-2-out--t4-click-frame-007"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8" name="review-tdm-zoom-2-out--t4-click-frame-008"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9" name="review-tdm-zoom-2-out--t4-click-frame-009"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0" name="review-tdm-zoom-2-out--t4-click-frame-010"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1" name="review-tdm-zoom-2-out--t4-click-frame-011"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2" name="review-tdm-zoom-2-out--t4-click-frame-012"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3" name="review-tdm-zoom-2-out--t4-click-frame-013"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4" name="review-tdm-zoom-2-out--t4-click-frame-014"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5" name="review-tdm-zoom-2-out--t4-click-frame-015"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96" name="review-tdm-zoom-2-out--t4-click-frame-016" descr="Focus the SAME known signal objects from a continuous process; reverse returns them to their original plac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sp>
        <p:nvSpPr>
          <p:cNvPr id="12" name="process-link-4-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2C1C5DE-A409-48E0-82A9-1604C3C8689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3" name="process-link-4-1">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B573CFE8-3B74-40D8-BDF5-B932177668F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14" name="process-link-4-2">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FA87F101-BAEA-4963-A74B-5D28DEFF553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15" name="result-label-0">
            <a:extLst xmlns:a="http://schemas.openxmlformats.org/drawingml/2006/main">
              <a:ext uri="{FF2B5EF4-FFF2-40B4-BE49-F238E27FC236}">
                <a16:creationId xmlns:a16="http://schemas.microsoft.com/office/drawing/2014/main" id="{2B70C5F9-D62A-4A41-9600-B50757F88933}"/>
              </a:ext>
            </a:extLst>
          </p:cNvPr>
          <p:cNvSpPr>
            <a:spLocks xmlns:a="http://schemas.openxmlformats.org/drawingml/2006/main" noGrp="1"/>
          </p:cNvSpPr>
          <p:nvPr/>
        </p:nvSpPr>
        <p:spPr>
          <a:xfrm xmlns:a="http://schemas.openxmlformats.org/drawingml/2006/main">
            <a:off x="609600" y="5238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Generate</a:t>
            </a:r>
          </a:p>
        </p:txBody>
      </p:sp>
      <p:sp>
        <p:nvSpPr>
          <p:cNvPr id="16" name="result-0">
            <a:extLst xmlns:a="http://schemas.openxmlformats.org/drawingml/2006/main">
              <a:ext uri="{FF2B5EF4-FFF2-40B4-BE49-F238E27FC236}">
                <a16:creationId xmlns:a16="http://schemas.microsoft.com/office/drawing/2014/main" id="{6DCBCC29-A1A5-4444-A794-18E99E5404D8}"/>
              </a:ext>
            </a:extLst>
          </p:cNvPr>
          <p:cNvSpPr>
            <a:spLocks xmlns:a="http://schemas.openxmlformats.org/drawingml/2006/main" noGrp="1"/>
          </p:cNvSpPr>
          <p:nvPr/>
        </p:nvSpPr>
        <p:spPr>
          <a:xfrm xmlns:a="http://schemas.openxmlformats.org/drawingml/2006/main">
            <a:off x="2209800" y="5219700"/>
            <a:ext cx="9296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Interleave sample streams into synchronized time slots.</a:t>
            </a:r>
          </a:p>
        </p:txBody>
      </p:sp>
      <p:sp>
        <p:nvSpPr>
          <p:cNvPr id="17" name="result-label-1">
            <a:extLst xmlns:a="http://schemas.openxmlformats.org/drawingml/2006/main">
              <a:ext uri="{FF2B5EF4-FFF2-40B4-BE49-F238E27FC236}">
                <a16:creationId xmlns:a16="http://schemas.microsoft.com/office/drawing/2014/main" id="{ED4EBFE4-7AF7-45E5-9491-6E1B964CFB12}"/>
              </a:ext>
            </a:extLst>
          </p:cNvPr>
          <p:cNvSpPr>
            <a:spLocks xmlns:a="http://schemas.openxmlformats.org/drawingml/2006/main" noGrp="1"/>
          </p:cNvSpPr>
          <p:nvPr/>
        </p:nvSpPr>
        <p:spPr>
          <a:xfrm xmlns:a="http://schemas.openxmlformats.org/drawingml/2006/main">
            <a:off x="609600" y="56959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Rate</a:t>
            </a:r>
          </a:p>
        </p:txBody>
      </p:sp>
      <p:sp>
        <p:nvSpPr>
          <p:cNvPr id="18" name="result-label-2">
            <a:extLst xmlns:a="http://schemas.openxmlformats.org/drawingml/2006/main">
              <a:ext uri="{FF2B5EF4-FFF2-40B4-BE49-F238E27FC236}">
                <a16:creationId xmlns:a16="http://schemas.microsoft.com/office/drawing/2014/main" id="{0BB607FA-8602-40CD-9382-7A4612ACF246}"/>
              </a:ext>
            </a:extLst>
          </p:cNvPr>
          <p:cNvSpPr>
            <a:spLocks xmlns:a="http://schemas.openxmlformats.org/drawingml/2006/main" noGrp="1"/>
          </p:cNvSpPr>
          <p:nvPr/>
        </p:nvSpPr>
        <p:spPr>
          <a:xfrm xmlns:a="http://schemas.openxmlformats.org/drawingml/2006/main">
            <a:off x="609600" y="61531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Recover</a:t>
            </a:r>
          </a:p>
        </p:txBody>
      </p:sp>
      <p:pic>
        <p:nvPicPr>
          <p:cNvPr id="19" name="!!review-signal-tdm" descr="s(t)=\sum_{i=1}^N\sum_n m_i(t_{n,i})h(t-t_{n,i})">
            <a:extLst xmlns:a="http://schemas.openxmlformats.org/drawingml/2006/main">
              <a:ext uri="{FF2B5EF4-FFF2-40B4-BE49-F238E27FC236}">
                <a16:creationId xmlns:a16="http://schemas.microsoft.com/office/drawing/2014/main" id="{463EAA08-0AD6-4A32-ACFB-C29453B977ED}"/>
              </a:ext>
            </a:extLst>
          </p:cNvPr>
          <p:cNvPicPr>
            <a:picLocks xmlns:a="http://schemas.openxmlformats.org/drawingml/2006/main" noChangeAspect="1"/>
          </p:cNvPicPr>
          <p:nvPr/>
        </p:nvPicPr>
        <p:blipFill>
          <a:blip xmlns:r="http://schemas.openxmlformats.org/officeDocument/2006/relationships" xmlns:a="http://schemas.openxmlformats.org/drawingml/2006/main" r:embed="Rffd5d91f0ebd418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6546"/>
            <a:ext cx="5278755" cy="414933"/>
          </a:xfrm>
          <a:prstGeom xmlns:a="http://schemas.openxmlformats.org/drawingml/2006/main" prst="rect">
            <a:avLst/>
          </a:prstGeom>
        </p:spPr>
      </p:pic>
      <p:pic>
        <p:nvPicPr>
          <p:cNvPr id="20"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EBE9F9A-42FF-4001-8ADE-49B041444A70}"/>
              </a:ext>
            </a:extLst>
          </p:cNvPr>
          <p:cNvPicPr>
            <a:picLocks xmlns:a="http://schemas.openxmlformats.org/drawingml/2006/main" noChangeAspect="1"/>
          </p:cNvPicPr>
          <p:nvPr/>
        </p:nvPicPr>
        <p:blipFill>
          <a:blip xmlns:r="http://schemas.openxmlformats.org/officeDocument/2006/relationships" xmlns:a="http://schemas.openxmlformats.org/drawingml/2006/main" r:embed="R48ed81dbb35f43a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pic>
        <p:nvPicPr>
          <p:cNvPr id="21" name="back-to-process" descr="\leftarrow \mathrm{TD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36778DD-1671-4209-9FA7-0E0BADF21CF3}"/>
              </a:ext>
            </a:extLst>
          </p:cNvPr>
          <p:cNvPicPr>
            <a:picLocks xmlns:a="http://schemas.openxmlformats.org/drawingml/2006/main" noChangeAspect="1"/>
          </p:cNvPicPr>
          <p:nvPr/>
        </p:nvPicPr>
        <p:blipFill>
          <a:blip xmlns:r="http://schemas.openxmlformats.org/officeDocument/2006/relationships" xmlns:a="http://schemas.openxmlformats.org/drawingml/2006/main" r:embed="Rf1196de6de81421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538210" y="309205"/>
            <a:ext cx="1120140" cy="181689"/>
          </a:xfrm>
          <a:prstGeom xmlns:a="http://schemas.openxmlformats.org/drawingml/2006/main" prst="rect">
            <a:avLst/>
          </a:prstGeom>
        </p:spPr>
      </p:pic>
      <p:pic>
        <p:nvPicPr>
          <p:cNvPr id="22" name="known-result-1" descr="\text{Each message: }f_s;\quad\text{shared stream: }Nf_s;\quad T&lt;T_s/N">
            <a:extLst xmlns:a="http://schemas.openxmlformats.org/drawingml/2006/main">
              <a:ext uri="{FF2B5EF4-FFF2-40B4-BE49-F238E27FC236}">
                <a16:creationId xmlns:a16="http://schemas.microsoft.com/office/drawing/2014/main" id="{41CB857F-52F4-499C-A659-74FE9D771A5C}"/>
              </a:ext>
            </a:extLst>
          </p:cNvPr>
          <p:cNvPicPr>
            <a:picLocks xmlns:a="http://schemas.openxmlformats.org/drawingml/2006/main" noChangeAspect="1"/>
          </p:cNvPicPr>
          <p:nvPr/>
        </p:nvPicPr>
        <p:blipFill>
          <a:blip xmlns:r="http://schemas.openxmlformats.org/officeDocument/2006/relationships" xmlns:a="http://schemas.openxmlformats.org/drawingml/2006/main" r:embed="Rfbcb110258b9440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209800" y="5772954"/>
            <a:ext cx="6763703" cy="255568"/>
          </a:xfrm>
          <a:prstGeom xmlns:a="http://schemas.openxmlformats.org/drawingml/2006/main" prst="rect">
            <a:avLst/>
          </a:prstGeom>
        </p:spPr>
      </p:pic>
      <p:pic>
        <p:nvPicPr>
          <p:cNvPr id="23" name="operation-before-animation" descr="s(t)\ \xrightarrow{\text{synchronized demux}}\ \{m_i(t_{n,i})\}">
            <a:extLst xmlns:a="http://schemas.openxmlformats.org/drawingml/2006/main">
              <a:ext uri="{FF2B5EF4-FFF2-40B4-BE49-F238E27FC236}">
                <a16:creationId xmlns:a16="http://schemas.microsoft.com/office/drawing/2014/main" id="{D3A3B7A5-1EFE-412E-9327-DB429C1D3EA5}"/>
              </a:ext>
            </a:extLst>
          </p:cNvPr>
          <p:cNvPicPr>
            <a:picLocks xmlns:a="http://schemas.openxmlformats.org/drawingml/2006/main" noChangeAspect="1"/>
          </p:cNvPicPr>
          <p:nvPr/>
        </p:nvPicPr>
        <p:blipFill>
          <a:blip xmlns:r="http://schemas.openxmlformats.org/officeDocument/2006/relationships" xmlns:a="http://schemas.openxmlformats.org/drawingml/2006/main" r:embed="R385272a1f04b40e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92179"/>
            <a:ext cx="4612958" cy="388441"/>
          </a:xfrm>
          <a:prstGeom xmlns:a="http://schemas.openxmlformats.org/drawingml/2006/main" prst="rect">
            <a:avLst/>
          </a:prstGeom>
        </p:spPr>
      </p:pic>
      <p:pic>
        <p:nvPicPr>
          <p:cNvPr id="24" name="operation-result" descr="m_i(t)=\sum_n m_i(t_{n,i})\operatorname{sinc}\!\left(\frac{t-t_{n,i}}{T_s}\right)">
            <a:extLst xmlns:a="http://schemas.openxmlformats.org/drawingml/2006/main">
              <a:ext uri="{FF2B5EF4-FFF2-40B4-BE49-F238E27FC236}">
                <a16:creationId xmlns:a16="http://schemas.microsoft.com/office/drawing/2014/main" id="{94A0076B-548C-40A7-873E-1022B9510CA7}"/>
              </a:ext>
            </a:extLst>
          </p:cNvPr>
          <p:cNvPicPr>
            <a:picLocks xmlns:a="http://schemas.openxmlformats.org/drawingml/2006/main" noChangeAspect="1"/>
          </p:cNvPicPr>
          <p:nvPr/>
        </p:nvPicPr>
        <p:blipFill>
          <a:blip xmlns:r="http://schemas.openxmlformats.org/officeDocument/2006/relationships" xmlns:a="http://schemas.openxmlformats.org/drawingml/2006/main" r:embed="Re061f34537e1463d">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902523"/>
            <a:ext cx="4400550" cy="510778"/>
          </a:xfrm>
          <a:prstGeom xmlns:a="http://schemas.openxmlformats.org/drawingml/2006/main" prst="rect">
            <a:avLst/>
          </a:prstGeom>
        </p:spPr>
      </p:pic>
      <p:pic>
        <p:nvPicPr>
          <p:cNvPr id="25" name="conditions" descr="f_s&gt;2W_i\ \text{for every message};\quad\text{retain slot offsets}">
            <a:extLst xmlns:a="http://schemas.openxmlformats.org/drawingml/2006/main">
              <a:ext uri="{FF2B5EF4-FFF2-40B4-BE49-F238E27FC236}">
                <a16:creationId xmlns:a16="http://schemas.microsoft.com/office/drawing/2014/main" id="{7E1A4B06-9E3C-4C21-86EA-FF1C4B6D62A5}"/>
              </a:ext>
            </a:extLst>
          </p:cNvPr>
          <p:cNvPicPr>
            <a:picLocks xmlns:a="http://schemas.openxmlformats.org/drawingml/2006/main" noChangeAspect="1"/>
          </p:cNvPicPr>
          <p:nvPr/>
        </p:nvPicPr>
        <p:blipFill>
          <a:blip xmlns:r="http://schemas.openxmlformats.org/officeDocument/2006/relationships" xmlns:a="http://schemas.openxmlformats.org/drawingml/2006/main" r:embed="R8da41ec0c7ab42e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613148"/>
            <a:ext cx="5235892" cy="194429"/>
          </a:xfrm>
          <a:prstGeom xmlns:a="http://schemas.openxmlformats.org/drawingml/2006/main" prst="rect">
            <a:avLst/>
          </a:prstGeom>
        </p:spPr>
      </p:pic>
      <p:pic>
        <p:nvPicPr>
          <p:cNvPr id="26" name="result-1" descr="\text{Each message: }f_s;\quad\text{shared stream: }Nf_s;\quad T&lt;T_s/N">
            <a:extLst xmlns:a="http://schemas.openxmlformats.org/drawingml/2006/main">
              <a:ext uri="{FF2B5EF4-FFF2-40B4-BE49-F238E27FC236}">
                <a16:creationId xmlns:a16="http://schemas.microsoft.com/office/drawing/2014/main" id="{73C0721A-13A3-4FD8-868C-968C1B37053F}"/>
              </a:ext>
            </a:extLst>
          </p:cNvPr>
          <p:cNvPicPr>
            <a:picLocks xmlns:a="http://schemas.openxmlformats.org/drawingml/2006/main" noChangeAspect="1"/>
          </p:cNvPicPr>
          <p:nvPr/>
        </p:nvPicPr>
        <p:blipFill>
          <a:blip xmlns:r="http://schemas.openxmlformats.org/officeDocument/2006/relationships" xmlns:a="http://schemas.openxmlformats.org/drawingml/2006/main" r:embed="R97a479d744c24414">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09800" y="5772954"/>
            <a:ext cx="6763703" cy="255568"/>
          </a:xfrm>
          <a:prstGeom xmlns:a="http://schemas.openxmlformats.org/drawingml/2006/main" prst="rect">
            <a:avLst/>
          </a:prstGeom>
        </p:spPr>
      </p:pic>
      <p:pic>
        <p:nvPicPr>
          <p:cNvPr id="27" name="result-2" descr="s\ \xrightarrow{\mathrm{synchronized\ demux}}\ \{\text{sample streams}\}\ \xrightarrow{\mathrm{reconstruct}}\ \{m_i\}">
            <a:extLst xmlns:a="http://schemas.openxmlformats.org/drawingml/2006/main">
              <a:ext uri="{FF2B5EF4-FFF2-40B4-BE49-F238E27FC236}">
                <a16:creationId xmlns:a16="http://schemas.microsoft.com/office/drawing/2014/main" id="{78D2451F-8D41-440C-ABBF-8C2EA538E5D2}"/>
              </a:ext>
            </a:extLst>
          </p:cNvPr>
          <p:cNvPicPr>
            <a:picLocks xmlns:a="http://schemas.openxmlformats.org/drawingml/2006/main" noChangeAspect="1"/>
          </p:cNvPicPr>
          <p:nvPr/>
        </p:nvPicPr>
        <p:blipFill>
          <a:blip xmlns:r="http://schemas.openxmlformats.org/officeDocument/2006/relationships" xmlns:a="http://schemas.openxmlformats.org/drawingml/2006/main" r:embed="Ra4647aed2a7247e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209800" y="6272421"/>
            <a:ext cx="7329488" cy="352008"/>
          </a:xfrm>
          <a:prstGeom xmlns:a="http://schemas.openxmlformats.org/drawingml/2006/main" prst="rect">
            <a:avLst/>
          </a:prstGeom>
        </p:spPr>
      </p:pic>
    </p:spTree>
    <p:extLst>
      <p:ext uri="{BB962C8B-B14F-4D97-AF65-F5344CB8AC3E}">
        <p14:creationId xmlns:p14="http://schemas.microsoft.com/office/powerpoint/2010/main" val="769349994"/>
      </p:ext>
    </p:extLst>
  </p:cSld>
  <p:timing>
    <p:tnLst>
      <p:par>
        <p:cTn id="1" dur="indefinite" restart="never" nodeType="tmRoot">
          <p:childTnLst>
            <p:seq concurrent="1" nextAc="seek">
              <p:cTn id="2" dur="indefinite" nodeType="mainSeq">
                <p:childTnLst>
                  <p:par>
                    <p:cTn id="75" fill="hold" restart="never" repeatCount="1000">
                      <p:stCondLst>
                        <p:cond delay="indefinite"/>
                      </p:stCondLst>
                      <p:childTnLst>
                        <p:par>
                          <p:cTn id="76" fill="hold" dur="740">
                            <p:stCondLst>
                              <p:cond delay="0"/>
                            </p:stCondLst>
                            <p:childTnLst>
                              <p:par>
                                <p:cTn id="77" presetID="1" presetClass="entr" presetSubtype="0" fill="hold" nodeType="clickEffect" restart="never">
                                  <p:stCondLst>
                                    <p:cond delay="4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nodeType="withEffect" restart="never">
                                  <p:stCondLst>
                                    <p:cond delay="8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nodeType="withEffect" restart="never">
                                  <p:stCondLst>
                                    <p:cond delay="12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restart="never">
                                  <p:stCondLst>
                                    <p:cond delay="160"/>
                                  </p:stCondLst>
                                  <p:childTnLst>
                                    <p:set>
                                      <p:cBhvr>
                                        <p:cTn id="84" dur="1" fill="hold">
                                          <p:stCondLst>
                                            <p:cond delay="0"/>
                                          </p:stCondLst>
                                        </p:cTn>
                                        <p:tgtEl>
                                          <p:spTgt spid="32"/>
                                        </p:tgtEl>
                                        <p:attrNameLst>
                                          <p:attrName>style.visibility</p:attrName>
                                        </p:attrNameLst>
                                      </p:cBhvr>
                                      <p:to>
                                        <p:strVal val="visible"/>
                                      </p:to>
                                    </p:set>
                                  </p:childTnLst>
                                </p:cTn>
                              </p:par>
                              <p:par>
                                <p:cTn id="85" presetID="1" presetClass="entr" presetSubtype="0" fill="hold" nodeType="withEffect" restart="never">
                                  <p:stCondLst>
                                    <p:cond delay="20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restart="never">
                                  <p:stCondLst>
                                    <p:cond delay="24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restart="never">
                                  <p:stCondLst>
                                    <p:cond delay="280"/>
                                  </p:stCondLst>
                                  <p:childTnLst>
                                    <p:set>
                                      <p:cBhvr>
                                        <p:cTn id="90" dur="1" fill="hold">
                                          <p:stCondLst>
                                            <p:cond delay="0"/>
                                          </p:stCondLst>
                                        </p:cTn>
                                        <p:tgtEl>
                                          <p:spTgt spid="35"/>
                                        </p:tgtEl>
                                        <p:attrNameLst>
                                          <p:attrName>style.visibility</p:attrName>
                                        </p:attrNameLst>
                                      </p:cBhvr>
                                      <p:to>
                                        <p:strVal val="visible"/>
                                      </p:to>
                                    </p:set>
                                  </p:childTnLst>
                                </p:cTn>
                              </p:par>
                              <p:par>
                                <p:cTn id="91" presetID="1" presetClass="entr" presetSubtype="0" fill="hold" nodeType="withEffect" restart="never">
                                  <p:stCondLst>
                                    <p:cond delay="320"/>
                                  </p:stCondLst>
                                  <p:childTnLst>
                                    <p:set>
                                      <p:cBhvr>
                                        <p:cTn id="92" dur="1" fill="hold">
                                          <p:stCondLst>
                                            <p:cond delay="0"/>
                                          </p:stCondLst>
                                        </p:cTn>
                                        <p:tgtEl>
                                          <p:spTgt spid="36"/>
                                        </p:tgtEl>
                                        <p:attrNameLst>
                                          <p:attrName>style.visibility</p:attrName>
                                        </p:attrNameLst>
                                      </p:cBhvr>
                                      <p:to>
                                        <p:strVal val="visible"/>
                                      </p:to>
                                    </p:set>
                                  </p:childTnLst>
                                </p:cTn>
                              </p:par>
                              <p:par>
                                <p:cTn id="93" presetID="1" presetClass="entr" presetSubtype="0" fill="hold" nodeType="withEffect" restart="never">
                                  <p:stCondLst>
                                    <p:cond delay="36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ntr" presetSubtype="0" fill="hold" nodeType="withEffect" restart="never">
                                  <p:stCondLst>
                                    <p:cond delay="40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nodeType="withEffect" restart="never">
                                  <p:stCondLst>
                                    <p:cond delay="44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nodeType="withEffect" restart="never">
                                  <p:stCondLst>
                                    <p:cond delay="48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restart="never">
                                  <p:stCondLst>
                                    <p:cond delay="52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56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60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640"/>
                                  </p:stCondLst>
                                  <p:childTnLst>
                                    <p:set>
                                      <p:cBhvr>
                                        <p:cTn id="108" dur="1" fill="hold">
                                          <p:stCondLst>
                                            <p:cond delay="0"/>
                                          </p:stCondLst>
                                        </p:cTn>
                                        <p:tgtEl>
                                          <p:spTgt spid="44"/>
                                        </p:tgtEl>
                                        <p:attrNameLst>
                                          <p:attrName>style.visibility</p:attrName>
                                        </p:attrNameLst>
                                      </p:cBhvr>
                                      <p:to>
                                        <p:strVal val="visible"/>
                                      </p:to>
                                    </p:set>
                                  </p:childTnLst>
                                </p:cTn>
                              </p:par>
                            </p:childTnLst>
                          </p:cTn>
                        </p:par>
                        <p:par>
                          <p:cTn id="4" fill="hold">
                            <p:stCondLst>
                              <p:cond delay="0"/>
                            </p:stCondLst>
                            <p:childTnLst>
                              <p:par>
                                <p:cTn id="5" presetID="10" presetClass="exit" presetSubtype="0" fill="hold" nodeType="clickEffect">
                                  <p:stCondLst>
                                    <p:cond delay="0"/>
                                  </p:stCondLst>
                                  <p:childTnLst>
                                    <p:animEffect transition="out" filter="fade">
                                      <p:cBhvr>
                                        <p:cTn id="55" dur="1" fill="hold">
                                          <p:stCondLst>
                                            <p:cond delay="0"/>
                                          </p:stCondLst>
                                        </p:cTn>
                                        <p:tgtEl>
                                          <p:spTgt spid="3"/>
                                        </p:tgtEl>
                                      </p:cBhvr>
                                    </p:animEffect>
                                    <p:set>
                                      <p:cBhvr>
                                        <p:cTn id="56" dur="1" fill="hold">
                                          <p:stCondLst>
                                            <p:cond delay="0"/>
                                          </p:stCondLst>
                                        </p:cTn>
                                        <p:tgtEl>
                                          <p:spTgt spid="3"/>
                                        </p:tgtEl>
                                        <p:attrNameLst>
                                          <p:attrName>style.visibility</p:attrName>
                                        </p:attrNameLst>
                                      </p:cBhvr>
                                      <p:to>
                                        <p:strVal val="hidden"/>
                                      </p:to>
                                    </p:set>
                                  </p:childTnLst>
                                </p:cTn>
                              </p:par>
                              <p:par>
                                <p:cTn id="6" presetID="10" presetClass="exit" presetSubtype="0" fill="hold" nodeType="withEffect">
                                  <p:stCondLst>
                                    <p:cond delay="0"/>
                                  </p:stCondLst>
                                  <p:childTnLst>
                                    <p:animEffect transition="out" filter="fade">
                                      <p:cBhvr>
                                        <p:cTn id="57" dur="1" fill="hold">
                                          <p:stCondLst>
                                            <p:cond delay="0"/>
                                          </p:stCondLst>
                                        </p:cTn>
                                        <p:tgtEl>
                                          <p:spTgt spid="4"/>
                                        </p:tgtEl>
                                      </p:cBhvr>
                                    </p:animEffect>
                                    <p:set>
                                      <p:cBhvr>
                                        <p:cTn id="58" dur="1" fill="hold">
                                          <p:stCondLst>
                                            <p:cond delay="0"/>
                                          </p:stCondLst>
                                        </p:cTn>
                                        <p:tgtEl>
                                          <p:spTgt spid="4"/>
                                        </p:tgtEl>
                                        <p:attrNameLst>
                                          <p:attrName>style.visibility</p:attrName>
                                        </p:attrNameLst>
                                      </p:cBhvr>
                                      <p:to>
                                        <p:strVal val="hidden"/>
                                      </p:to>
                                    </p:set>
                                  </p:childTnLst>
                                </p:cTn>
                              </p:par>
                              <p:par>
                                <p:cTn id="7" presetID="10" presetClass="exit" presetSubtype="0" fill="hold" nodeType="withEffect">
                                  <p:stCondLst>
                                    <p:cond delay="0"/>
                                  </p:stCondLst>
                                  <p:childTnLst>
                                    <p:animEffect transition="out" filter="fade">
                                      <p:cBhvr>
                                        <p:cTn id="59" dur="1" fill="hold">
                                          <p:stCondLst>
                                            <p:cond delay="0"/>
                                          </p:stCondLst>
                                        </p:cTn>
                                        <p:tgtEl>
                                          <p:spTgt spid="5"/>
                                        </p:tgtEl>
                                      </p:cBhvr>
                                    </p:animEffect>
                                    <p:set>
                                      <p:cBhvr>
                                        <p:cTn id="60" dur="1" fill="hold">
                                          <p:stCondLst>
                                            <p:cond delay="0"/>
                                          </p:stCondLst>
                                        </p:cTn>
                                        <p:tgtEl>
                                          <p:spTgt spid="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61" dur="1" fill="hold">
                                          <p:stCondLst>
                                            <p:cond delay="0"/>
                                          </p:stCondLst>
                                        </p:cTn>
                                        <p:tgtEl>
                                          <p:spTgt spid="7"/>
                                        </p:tgtEl>
                                      </p:cBhvr>
                                    </p:animEffect>
                                    <p:set>
                                      <p:cBhvr>
                                        <p:cTn id="62" dur="1" fill="hold">
                                          <p:stCondLst>
                                            <p:cond delay="0"/>
                                          </p:stCondLst>
                                        </p:cTn>
                                        <p:tgtEl>
                                          <p:spTgt spid="7"/>
                                        </p:tgtEl>
                                        <p:attrNameLst>
                                          <p:attrName>style.visibility</p:attrName>
                                        </p:attrNameLst>
                                      </p:cBhvr>
                                      <p:to>
                                        <p:strVal val="hidden"/>
                                      </p:to>
                                    </p:set>
                                  </p:childTnLst>
                                </p:cTn>
                              </p:par>
                              <p:par>
                                <p:cTn id="9" presetID="10" presetClass="exit" presetSubtype="0" fill="hold" nodeType="withEffect">
                                  <p:stCondLst>
                                    <p:cond delay="0"/>
                                  </p:stCondLst>
                                  <p:childTnLst>
                                    <p:animEffect transition="out" filter="fade">
                                      <p:cBhvr>
                                        <p:cTn id="63" dur="1" fill="hold">
                                          <p:stCondLst>
                                            <p:cond delay="0"/>
                                          </p:stCondLst>
                                        </p:cTn>
                                        <p:tgtEl>
                                          <p:spTgt spid="6"/>
                                        </p:tgtEl>
                                      </p:cBhvr>
                                    </p:animEffect>
                                    <p:set>
                                      <p:cBhvr>
                                        <p:cTn id="64" dur="1" fill="hold">
                                          <p:stCondLst>
                                            <p:cond delay="0"/>
                                          </p:stCondLst>
                                        </p:cTn>
                                        <p:tgtEl>
                                          <p:spTgt spid="6"/>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65" dur="1" fill="hold">
                                          <p:stCondLst>
                                            <p:cond delay="0"/>
                                          </p:stCondLst>
                                        </p:cTn>
                                        <p:tgtEl>
                                          <p:spTgt spid="22"/>
                                        </p:tgtEl>
                                      </p:cBhvr>
                                    </p:animEffect>
                                    <p:set>
                                      <p:cBhvr>
                                        <p:cTn id="66" dur="1" fill="hold">
                                          <p:stCondLst>
                                            <p:cond delay="0"/>
                                          </p:stCondLst>
                                        </p:cTn>
                                        <p:tgtEl>
                                          <p:spTgt spid="22"/>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67" dur="1" fill="hold">
                                          <p:stCondLst>
                                            <p:cond delay="0"/>
                                          </p:stCondLst>
                                        </p:cTn>
                                        <p:tgtEl>
                                          <p:spTgt spid="8"/>
                                        </p:tgtEl>
                                      </p:cBhvr>
                                    </p:animEffect>
                                    <p:set>
                                      <p:cBhvr>
                                        <p:cTn id="68" dur="1" fill="hold">
                                          <p:stCondLst>
                                            <p:cond delay="0"/>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109" fill="hold" restart="never" repeatCount="1000">
                      <p:stCondLst>
                        <p:cond delay="indefinite"/>
                      </p:stCondLst>
                      <p:childTnLst>
                        <p:par>
                          <p:cTn id="110" fill="hold" dur="558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10"/>
                                        </p:tgtEl>
                                        <p:attrNameLst>
                                          <p:attrName>style.visibility</p:attrName>
                                        </p:attrNameLst>
                                      </p:cBhvr>
                                      <p:to>
                                        <p:strVal val="visible"/>
                                      </p:to>
                                    </p:set>
                                  </p:childTnLst>
                                </p:cTn>
                              </p:par>
                              <p:par>
                                <p:cTn id="113" presetID="1" presetClass="entr" presetSubtype="0" fill="hold" nodeType="withEffect" restart="never">
                                  <p:stCondLst>
                                    <p:cond delay="35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nodeType="withEffect" restart="never">
                                  <p:stCondLst>
                                    <p:cond delay="470"/>
                                  </p:stCondLst>
                                  <p:childTnLst>
                                    <p:set>
                                      <p:cBhvr>
                                        <p:cTn id="116" dur="1" fill="hold">
                                          <p:stCondLst>
                                            <p:cond delay="0"/>
                                          </p:stCondLst>
                                        </p:cTn>
                                        <p:tgtEl>
                                          <p:spTgt spid="46"/>
                                        </p:tgtEl>
                                        <p:attrNameLst>
                                          <p:attrName>style.visibility</p:attrName>
                                        </p:attrNameLst>
                                      </p:cBhvr>
                                      <p:to>
                                        <p:strVal val="visible"/>
                                      </p:to>
                                    </p:set>
                                  </p:childTnLst>
                                </p:cTn>
                              </p:par>
                              <p:par>
                                <p:cTn id="117" presetID="1" presetClass="entr" presetSubtype="0" fill="hold" nodeType="withEffect" restart="never">
                                  <p:stCondLst>
                                    <p:cond delay="590"/>
                                  </p:stCondLst>
                                  <p:childTnLst>
                                    <p:set>
                                      <p:cBhvr>
                                        <p:cTn id="118" dur="1" fill="hold">
                                          <p:stCondLst>
                                            <p:cond delay="0"/>
                                          </p:stCondLst>
                                        </p:cTn>
                                        <p:tgtEl>
                                          <p:spTgt spid="47"/>
                                        </p:tgtEl>
                                        <p:attrNameLst>
                                          <p:attrName>style.visibility</p:attrName>
                                        </p:attrNameLst>
                                      </p:cBhvr>
                                      <p:to>
                                        <p:strVal val="visible"/>
                                      </p:to>
                                    </p:set>
                                  </p:childTnLst>
                                </p:cTn>
                              </p:par>
                              <p:par>
                                <p:cTn id="119" presetID="1" presetClass="entr" presetSubtype="0" fill="hold" nodeType="withEffect" restart="never">
                                  <p:stCondLst>
                                    <p:cond delay="71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restart="never">
                                  <p:stCondLst>
                                    <p:cond delay="83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restart="never">
                                  <p:stCondLst>
                                    <p:cond delay="95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restart="never">
                                  <p:stCondLst>
                                    <p:cond delay="107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nodeType="withEffect" restart="never">
                                  <p:stCondLst>
                                    <p:cond delay="119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nodeType="withEffect" restart="never">
                                  <p:stCondLst>
                                    <p:cond delay="1310"/>
                                  </p:stCondLst>
                                  <p:childTnLst>
                                    <p:set>
                                      <p:cBhvr>
                                        <p:cTn id="130" dur="1" fill="hold">
                                          <p:stCondLst>
                                            <p:cond delay="0"/>
                                          </p:stCondLst>
                                        </p:cTn>
                                        <p:tgtEl>
                                          <p:spTgt spid="53"/>
                                        </p:tgtEl>
                                        <p:attrNameLst>
                                          <p:attrName>style.visibility</p:attrName>
                                        </p:attrNameLst>
                                      </p:cBhvr>
                                      <p:to>
                                        <p:strVal val="visible"/>
                                      </p:to>
                                    </p:set>
                                  </p:childTnLst>
                                </p:cTn>
                              </p:par>
                              <p:par>
                                <p:cTn id="131" presetID="1" presetClass="entr" presetSubtype="0" fill="hold" nodeType="withEffect" restart="never">
                                  <p:stCondLst>
                                    <p:cond delay="1430"/>
                                  </p:stCondLst>
                                  <p:childTnLst>
                                    <p:set>
                                      <p:cBhvr>
                                        <p:cTn id="132" dur="1" fill="hold">
                                          <p:stCondLst>
                                            <p:cond delay="0"/>
                                          </p:stCondLst>
                                        </p:cTn>
                                        <p:tgtEl>
                                          <p:spTgt spid="54"/>
                                        </p:tgtEl>
                                        <p:attrNameLst>
                                          <p:attrName>style.visibility</p:attrName>
                                        </p:attrNameLst>
                                      </p:cBhvr>
                                      <p:to>
                                        <p:strVal val="visible"/>
                                      </p:to>
                                    </p:set>
                                  </p:childTnLst>
                                </p:cTn>
                              </p:par>
                              <p:par>
                                <p:cTn id="133" presetID="1" presetClass="entr" presetSubtype="0" fill="hold" nodeType="withEffect" restart="never">
                                  <p:stCondLst>
                                    <p:cond delay="1550"/>
                                  </p:stCondLst>
                                  <p:childTnLst>
                                    <p:set>
                                      <p:cBhvr>
                                        <p:cTn id="134" dur="1" fill="hold">
                                          <p:stCondLst>
                                            <p:cond delay="0"/>
                                          </p:stCondLst>
                                        </p:cTn>
                                        <p:tgtEl>
                                          <p:spTgt spid="55"/>
                                        </p:tgtEl>
                                        <p:attrNameLst>
                                          <p:attrName>style.visibility</p:attrName>
                                        </p:attrNameLst>
                                      </p:cBhvr>
                                      <p:to>
                                        <p:strVal val="visible"/>
                                      </p:to>
                                    </p:set>
                                  </p:childTnLst>
                                </p:cTn>
                              </p:par>
                              <p:par>
                                <p:cTn id="135" presetID="1" presetClass="entr" presetSubtype="0" fill="hold" nodeType="withEffect" restart="never">
                                  <p:stCondLst>
                                    <p:cond delay="1670"/>
                                  </p:stCondLst>
                                  <p:childTnLst>
                                    <p:set>
                                      <p:cBhvr>
                                        <p:cTn id="136" dur="1" fill="hold">
                                          <p:stCondLst>
                                            <p:cond delay="0"/>
                                          </p:stCondLst>
                                        </p:cTn>
                                        <p:tgtEl>
                                          <p:spTgt spid="56"/>
                                        </p:tgtEl>
                                        <p:attrNameLst>
                                          <p:attrName>style.visibility</p:attrName>
                                        </p:attrNameLst>
                                      </p:cBhvr>
                                      <p:to>
                                        <p:strVal val="visible"/>
                                      </p:to>
                                    </p:set>
                                  </p:childTnLst>
                                </p:cTn>
                              </p:par>
                              <p:par>
                                <p:cTn id="137" presetID="1" presetClass="entr" presetSubtype="0" fill="hold" nodeType="withEffect" restart="never">
                                  <p:stCondLst>
                                    <p:cond delay="1790"/>
                                  </p:stCondLst>
                                  <p:childTnLst>
                                    <p:set>
                                      <p:cBhvr>
                                        <p:cTn id="138" dur="1" fill="hold">
                                          <p:stCondLst>
                                            <p:cond delay="0"/>
                                          </p:stCondLst>
                                        </p:cTn>
                                        <p:tgtEl>
                                          <p:spTgt spid="57"/>
                                        </p:tgtEl>
                                        <p:attrNameLst>
                                          <p:attrName>style.visibility</p:attrName>
                                        </p:attrNameLst>
                                      </p:cBhvr>
                                      <p:to>
                                        <p:strVal val="visible"/>
                                      </p:to>
                                    </p:set>
                                  </p:childTnLst>
                                </p:cTn>
                              </p:par>
                              <p:par>
                                <p:cTn id="139" presetID="1" presetClass="entr" presetSubtype="0" fill="hold" nodeType="withEffect" restart="never">
                                  <p:stCondLst>
                                    <p:cond delay="1910"/>
                                  </p:stCondLst>
                                  <p:childTnLst>
                                    <p:set>
                                      <p:cBhvr>
                                        <p:cTn id="140" dur="1" fill="hold">
                                          <p:stCondLst>
                                            <p:cond delay="0"/>
                                          </p:stCondLst>
                                        </p:cTn>
                                        <p:tgtEl>
                                          <p:spTgt spid="58"/>
                                        </p:tgtEl>
                                        <p:attrNameLst>
                                          <p:attrName>style.visibility</p:attrName>
                                        </p:attrNameLst>
                                      </p:cBhvr>
                                      <p:to>
                                        <p:strVal val="visible"/>
                                      </p:to>
                                    </p:set>
                                  </p:childTnLst>
                                </p:cTn>
                              </p:par>
                              <p:par>
                                <p:cTn id="141" presetID="1" presetClass="entr" presetSubtype="0" fill="hold" nodeType="withEffect" restart="never">
                                  <p:stCondLst>
                                    <p:cond delay="203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nodeType="withEffect" restart="never">
                                  <p:stCondLst>
                                    <p:cond delay="215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nodeType="withEffect" restart="never">
                                  <p:stCondLst>
                                    <p:cond delay="227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nodeType="withEffect" restart="never">
                                  <p:stCondLst>
                                    <p:cond delay="239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restart="never">
                                  <p:stCondLst>
                                    <p:cond delay="289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301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313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325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337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349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361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373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385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397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409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421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433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445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457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469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481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4930"/>
                                  </p:stCondLst>
                                  <p:childTnLst>
                                    <p:set>
                                      <p:cBhvr>
                                        <p:cTn id="18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185" fill="hold" restart="never" repeatCount="1000">
                      <p:stCondLst>
                        <p:cond delay="indefinite"/>
                      </p:stCondLst>
                      <p:childTnLst>
                        <p:par>
                          <p:cTn id="186" fill="hold" dur="740">
                            <p:stCondLst>
                              <p:cond delay="0"/>
                            </p:stCondLst>
                            <p:childTnLst>
                              <p:par>
                                <p:cTn id="187" presetID="1" presetClass="entr" presetSubtype="0" fill="hold" nodeType="clickEffect" restart="never">
                                  <p:stCondLst>
                                    <p:cond delay="0"/>
                                  </p:stCondLst>
                                  <p:childTnLst>
                                    <p:set>
                                      <p:cBhvr>
                                        <p:cTn id="188" dur="1" fill="hold">
                                          <p:stCondLst>
                                            <p:cond delay="0"/>
                                          </p:stCondLst>
                                        </p:cTn>
                                        <p:tgtEl>
                                          <p:spTgt spid="11"/>
                                        </p:tgtEl>
                                        <p:attrNameLst>
                                          <p:attrName>style.visibility</p:attrName>
                                        </p:attrNameLst>
                                      </p:cBhvr>
                                      <p:to>
                                        <p:strVal val="visible"/>
                                      </p:to>
                                    </p:set>
                                  </p:childTnLst>
                                </p:cTn>
                              </p:par>
                              <p:par>
                                <p:cTn id="189" presetID="1" presetClass="entr" presetSubtype="0" fill="hold" nodeType="withEffect" restart="never">
                                  <p:stCondLst>
                                    <p:cond delay="40"/>
                                  </p:stCondLst>
                                  <p:childTnLst>
                                    <p:set>
                                      <p:cBhvr>
                                        <p:cTn id="190" dur="1" fill="hold">
                                          <p:stCondLst>
                                            <p:cond delay="0"/>
                                          </p:stCondLst>
                                        </p:cTn>
                                        <p:tgtEl>
                                          <p:spTgt spid="81"/>
                                        </p:tgtEl>
                                        <p:attrNameLst>
                                          <p:attrName>style.visibility</p:attrName>
                                        </p:attrNameLst>
                                      </p:cBhvr>
                                      <p:to>
                                        <p:strVal val="visible"/>
                                      </p:to>
                                    </p:set>
                                  </p:childTnLst>
                                </p:cTn>
                              </p:par>
                              <p:par>
                                <p:cTn id="191" presetID="1" presetClass="entr" presetSubtype="0" fill="hold" nodeType="withEffect" restart="never">
                                  <p:stCondLst>
                                    <p:cond delay="80"/>
                                  </p:stCondLst>
                                  <p:childTnLst>
                                    <p:set>
                                      <p:cBhvr>
                                        <p:cTn id="192" dur="1" fill="hold">
                                          <p:stCondLst>
                                            <p:cond delay="0"/>
                                          </p:stCondLst>
                                        </p:cTn>
                                        <p:tgtEl>
                                          <p:spTgt spid="82"/>
                                        </p:tgtEl>
                                        <p:attrNameLst>
                                          <p:attrName>style.visibility</p:attrName>
                                        </p:attrNameLst>
                                      </p:cBhvr>
                                      <p:to>
                                        <p:strVal val="visible"/>
                                      </p:to>
                                    </p:set>
                                  </p:childTnLst>
                                </p:cTn>
                              </p:par>
                              <p:par>
                                <p:cTn id="193" presetID="1" presetClass="entr" presetSubtype="0" fill="hold" nodeType="withEffect" restart="never">
                                  <p:stCondLst>
                                    <p:cond delay="120"/>
                                  </p:stCondLst>
                                  <p:childTnLst>
                                    <p:set>
                                      <p:cBhvr>
                                        <p:cTn id="194" dur="1" fill="hold">
                                          <p:stCondLst>
                                            <p:cond delay="0"/>
                                          </p:stCondLst>
                                        </p:cTn>
                                        <p:tgtEl>
                                          <p:spTgt spid="83"/>
                                        </p:tgtEl>
                                        <p:attrNameLst>
                                          <p:attrName>style.visibility</p:attrName>
                                        </p:attrNameLst>
                                      </p:cBhvr>
                                      <p:to>
                                        <p:strVal val="visible"/>
                                      </p:to>
                                    </p:set>
                                  </p:childTnLst>
                                </p:cTn>
                              </p:par>
                              <p:par>
                                <p:cTn id="195" presetID="1" presetClass="entr" presetSubtype="0" fill="hold" nodeType="withEffect" restart="never">
                                  <p:stCondLst>
                                    <p:cond delay="16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restart="never">
                                  <p:stCondLst>
                                    <p:cond delay="20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ntr" presetSubtype="0" fill="hold" nodeType="withEffect" restart="never">
                                  <p:stCondLst>
                                    <p:cond delay="240"/>
                                  </p:stCondLst>
                                  <p:childTnLst>
                                    <p:set>
                                      <p:cBhvr>
                                        <p:cTn id="200" dur="1" fill="hold">
                                          <p:stCondLst>
                                            <p:cond delay="0"/>
                                          </p:stCondLst>
                                        </p:cTn>
                                        <p:tgtEl>
                                          <p:spTgt spid="86"/>
                                        </p:tgtEl>
                                        <p:attrNameLst>
                                          <p:attrName>style.visibility</p:attrName>
                                        </p:attrNameLst>
                                      </p:cBhvr>
                                      <p:to>
                                        <p:strVal val="visible"/>
                                      </p:to>
                                    </p:set>
                                  </p:childTnLst>
                                </p:cTn>
                              </p:par>
                              <p:par>
                                <p:cTn id="201" presetID="1" presetClass="entr" presetSubtype="0" fill="hold" nodeType="withEffect" restart="never">
                                  <p:stCondLst>
                                    <p:cond delay="280"/>
                                  </p:stCondLst>
                                  <p:childTnLst>
                                    <p:set>
                                      <p:cBhvr>
                                        <p:cTn id="202" dur="1" fill="hold">
                                          <p:stCondLst>
                                            <p:cond delay="0"/>
                                          </p:stCondLst>
                                        </p:cTn>
                                        <p:tgtEl>
                                          <p:spTgt spid="87"/>
                                        </p:tgtEl>
                                        <p:attrNameLst>
                                          <p:attrName>style.visibility</p:attrName>
                                        </p:attrNameLst>
                                      </p:cBhvr>
                                      <p:to>
                                        <p:strVal val="visible"/>
                                      </p:to>
                                    </p:set>
                                  </p:childTnLst>
                                </p:cTn>
                              </p:par>
                              <p:par>
                                <p:cTn id="203" presetID="1" presetClass="entr" presetSubtype="0" fill="hold" nodeType="withEffect" restart="never">
                                  <p:stCondLst>
                                    <p:cond delay="320"/>
                                  </p:stCondLst>
                                  <p:childTnLst>
                                    <p:set>
                                      <p:cBhvr>
                                        <p:cTn id="204" dur="1" fill="hold">
                                          <p:stCondLst>
                                            <p:cond delay="0"/>
                                          </p:stCondLst>
                                        </p:cTn>
                                        <p:tgtEl>
                                          <p:spTgt spid="88"/>
                                        </p:tgtEl>
                                        <p:attrNameLst>
                                          <p:attrName>style.visibility</p:attrName>
                                        </p:attrNameLst>
                                      </p:cBhvr>
                                      <p:to>
                                        <p:strVal val="visible"/>
                                      </p:to>
                                    </p:set>
                                  </p:childTnLst>
                                </p:cTn>
                              </p:par>
                              <p:par>
                                <p:cTn id="205" presetID="1" presetClass="entr" presetSubtype="0" fill="hold" nodeType="withEffect" restart="never">
                                  <p:stCondLst>
                                    <p:cond delay="360"/>
                                  </p:stCondLst>
                                  <p:childTnLst>
                                    <p:set>
                                      <p:cBhvr>
                                        <p:cTn id="206" dur="1" fill="hold">
                                          <p:stCondLst>
                                            <p:cond delay="0"/>
                                          </p:stCondLst>
                                        </p:cTn>
                                        <p:tgtEl>
                                          <p:spTgt spid="89"/>
                                        </p:tgtEl>
                                        <p:attrNameLst>
                                          <p:attrName>style.visibility</p:attrName>
                                        </p:attrNameLst>
                                      </p:cBhvr>
                                      <p:to>
                                        <p:strVal val="visible"/>
                                      </p:to>
                                    </p:set>
                                  </p:childTnLst>
                                </p:cTn>
                              </p:par>
                              <p:par>
                                <p:cTn id="207" presetID="1" presetClass="entr" presetSubtype="0" fill="hold" nodeType="withEffect" restart="never">
                                  <p:stCondLst>
                                    <p:cond delay="400"/>
                                  </p:stCondLst>
                                  <p:childTnLst>
                                    <p:set>
                                      <p:cBhvr>
                                        <p:cTn id="208" dur="1" fill="hold">
                                          <p:stCondLst>
                                            <p:cond delay="0"/>
                                          </p:stCondLst>
                                        </p:cTn>
                                        <p:tgtEl>
                                          <p:spTgt spid="90"/>
                                        </p:tgtEl>
                                        <p:attrNameLst>
                                          <p:attrName>style.visibility</p:attrName>
                                        </p:attrNameLst>
                                      </p:cBhvr>
                                      <p:to>
                                        <p:strVal val="visible"/>
                                      </p:to>
                                    </p:set>
                                  </p:childTnLst>
                                </p:cTn>
                              </p:par>
                              <p:par>
                                <p:cTn id="209" presetID="1" presetClass="entr" presetSubtype="0" fill="hold" nodeType="withEffect" restart="never">
                                  <p:stCondLst>
                                    <p:cond delay="440"/>
                                  </p:stCondLst>
                                  <p:childTnLst>
                                    <p:set>
                                      <p:cBhvr>
                                        <p:cTn id="210" dur="1" fill="hold">
                                          <p:stCondLst>
                                            <p:cond delay="0"/>
                                          </p:stCondLst>
                                        </p:cTn>
                                        <p:tgtEl>
                                          <p:spTgt spid="91"/>
                                        </p:tgtEl>
                                        <p:attrNameLst>
                                          <p:attrName>style.visibility</p:attrName>
                                        </p:attrNameLst>
                                      </p:cBhvr>
                                      <p:to>
                                        <p:strVal val="visible"/>
                                      </p:to>
                                    </p:set>
                                  </p:childTnLst>
                                </p:cTn>
                              </p:par>
                              <p:par>
                                <p:cTn id="211" presetID="1" presetClass="entr" presetSubtype="0" fill="hold" nodeType="withEffect" restart="never">
                                  <p:stCondLst>
                                    <p:cond delay="480"/>
                                  </p:stCondLst>
                                  <p:childTnLst>
                                    <p:set>
                                      <p:cBhvr>
                                        <p:cTn id="212" dur="1" fill="hold">
                                          <p:stCondLst>
                                            <p:cond delay="0"/>
                                          </p:stCondLst>
                                        </p:cTn>
                                        <p:tgtEl>
                                          <p:spTgt spid="92"/>
                                        </p:tgtEl>
                                        <p:attrNameLst>
                                          <p:attrName>style.visibility</p:attrName>
                                        </p:attrNameLst>
                                      </p:cBhvr>
                                      <p:to>
                                        <p:strVal val="visible"/>
                                      </p:to>
                                    </p:set>
                                  </p:childTnLst>
                                </p:cTn>
                              </p:par>
                              <p:par>
                                <p:cTn id="213" presetID="1" presetClass="entr" presetSubtype="0" fill="hold" nodeType="withEffect" restart="never">
                                  <p:stCondLst>
                                    <p:cond delay="52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nodeType="withEffect" restart="never">
                                  <p:stCondLst>
                                    <p:cond delay="560"/>
                                  </p:stCondLst>
                                  <p:childTnLst>
                                    <p:set>
                                      <p:cBhvr>
                                        <p:cTn id="216" dur="1" fill="hold">
                                          <p:stCondLst>
                                            <p:cond delay="0"/>
                                          </p:stCondLst>
                                        </p:cTn>
                                        <p:tgtEl>
                                          <p:spTgt spid="94"/>
                                        </p:tgtEl>
                                        <p:attrNameLst>
                                          <p:attrName>style.visibility</p:attrName>
                                        </p:attrNameLst>
                                      </p:cBhvr>
                                      <p:to>
                                        <p:strVal val="visible"/>
                                      </p:to>
                                    </p:set>
                                  </p:childTnLst>
                                </p:cTn>
                              </p:par>
                              <p:par>
                                <p:cTn id="217" presetID="1" presetClass="entr" presetSubtype="0" fill="hold" nodeType="withEffect" restart="never">
                                  <p:stCondLst>
                                    <p:cond delay="600"/>
                                  </p:stCondLst>
                                  <p:childTnLst>
                                    <p:set>
                                      <p:cBhvr>
                                        <p:cTn id="218" dur="1" fill="hold">
                                          <p:stCondLst>
                                            <p:cond delay="0"/>
                                          </p:stCondLst>
                                        </p:cTn>
                                        <p:tgtEl>
                                          <p:spTgt spid="95"/>
                                        </p:tgtEl>
                                        <p:attrNameLst>
                                          <p:attrName>style.visibility</p:attrName>
                                        </p:attrNameLst>
                                      </p:cBhvr>
                                      <p:to>
                                        <p:strVal val="visible"/>
                                      </p:to>
                                    </p:set>
                                  </p:childTnLst>
                                </p:cTn>
                              </p:par>
                              <p:par>
                                <p:cTn id="219" presetID="1" presetClass="entr" presetSubtype="0" fill="hold" nodeType="withEffect" restart="never">
                                  <p:stCondLst>
                                    <p:cond delay="640"/>
                                  </p:stCondLst>
                                  <p:childTnLst>
                                    <p:set>
                                      <p:cBhvr>
                                        <p:cTn id="220" dur="1" fill="hold">
                                          <p:stCondLst>
                                            <p:cond delay="0"/>
                                          </p:stCondLst>
                                        </p:cTn>
                                        <p:tgtEl>
                                          <p:spTgt spid="96"/>
                                        </p:tgtEl>
                                        <p:attrNameLst>
                                          <p:attrName>style.visibility</p:attrName>
                                        </p:attrNameLst>
                                      </p:cBhvr>
                                      <p:to>
                                        <p:strVal val="visible"/>
                                      </p:to>
                                    </p:set>
                                  </p:childTnLst>
                                </p:cTn>
                              </p:par>
                            </p:childTnLst>
                          </p:cTn>
                        </p:par>
                        <p:par>
                          <p:cTn id="24" fill="hold">
                            <p:stCondLst>
                              <p:cond delay="0"/>
                            </p:stCondLst>
                            <p:childTnLst>
                              <p:par>
                                <p:cTn id="25" presetID="10" presetClass="exit" presetSubtype="0" fill="hold" nodeType="clickEffect">
                                  <p:stCondLst>
                                    <p:cond delay="0"/>
                                  </p:stCondLst>
                                  <p:childTnLst>
                                    <p:animEffect transition="out" filter="fade">
                                      <p:cBhvr>
                                        <p:cTn id="69" dur="1" fill="hold">
                                          <p:stCondLst>
                                            <p:cond delay="0"/>
                                          </p:stCondLst>
                                        </p:cTn>
                                        <p:tgtEl>
                                          <p:spTgt spid="23"/>
                                        </p:tgtEl>
                                      </p:cBhvr>
                                    </p:animEffect>
                                    <p:set>
                                      <p:cBhvr>
                                        <p:cTn id="70" dur="1" fill="hold">
                                          <p:stCondLst>
                                            <p:cond delay="0"/>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71" dur="1" fill="hold">
                                          <p:stCondLst>
                                            <p:cond delay="0"/>
                                          </p:stCondLst>
                                        </p:cTn>
                                        <p:tgtEl>
                                          <p:spTgt spid="24"/>
                                        </p:tgtEl>
                                      </p:cBhvr>
                                    </p:animEffect>
                                    <p:set>
                                      <p:cBhvr>
                                        <p:cTn id="72" dur="1" fill="hold">
                                          <p:stCondLst>
                                            <p:cond delay="0"/>
                                          </p:stCondLst>
                                        </p:cTn>
                                        <p:tgtEl>
                                          <p:spTgt spid="2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3" dur="1" fill="hold">
                                          <p:stCondLst>
                                            <p:cond delay="0"/>
                                          </p:stCondLst>
                                        </p:cTn>
                                        <p:tgtEl>
                                          <p:spTgt spid="25"/>
                                        </p:tgtEl>
                                      </p:cBhvr>
                                    </p:animEffect>
                                    <p:set>
                                      <p:cBhvr>
                                        <p:cTn id="74" dur="1" fill="hold">
                                          <p:stCondLst>
                                            <p:cond delay="0"/>
                                          </p:stCondLst>
                                        </p:cTn>
                                        <p:tgtEl>
                                          <p:spTgt spid="25"/>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6" grpId="0" animBg="1"/>
      <p:bldP spid="8" grpId="0" animBg="1"/>
      <p:bldP spid="12" grpId="0" animBg="1"/>
      <p:bldP spid="13" grpId="0" animBg="1"/>
      <p:bldP spid="14" grpId="0" animBg="1"/>
      <p:bldP spid="15" grpId="0" animBg="1"/>
      <p:bldP spid="16" grpId="0" animBg="1"/>
      <p:bldP spid="17" grpId="0" animBg="1"/>
      <p:bldP spid="18" grpId="0" animBg="1"/>
    </p:bldLst>
  </p:timing>
</p:sld>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rse">
            <a:extLst xmlns:a="http://schemas.openxmlformats.org/drawingml/2006/main">
              <a:ext uri="{FF2B5EF4-FFF2-40B4-BE49-F238E27FC236}">
                <a16:creationId xmlns:a16="http://schemas.microsoft.com/office/drawing/2014/main" id="{36F4319B-77BE-428C-9461-DD855B8FDA84}"/>
              </a:ext>
            </a:extLst>
          </p:cNvPr>
          <p:cNvSpPr>
            <a:spLocks xmlns:a="http://schemas.openxmlformats.org/drawingml/2006/main" noGrp="1"/>
          </p:cNvSpPr>
          <p:nvPr/>
        </p:nvSpPr>
        <p:spPr>
          <a:xfrm xmlns:a="http://schemas.openxmlformats.org/drawingml/2006/main">
            <a:off x="952500" y="20002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ELEG2310B</a:t>
            </a:r>
          </a:p>
        </p:txBody>
      </p:sp>
      <p:sp>
        <p:nvSpPr>
          <p:cNvPr id="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28D3C849-FCDB-4A5C-AC30-6B5F6579C048}"/>
              </a:ext>
            </a:extLst>
          </p:cNvPr>
          <p:cNvSpPr>
            <a:spLocks xmlns:a="http://schemas.openxmlformats.org/drawingml/2006/main" noGrp="1"/>
          </p:cNvSpPr>
          <p:nvPr/>
        </p:nvSpPr>
        <p:spPr>
          <a:xfrm xmlns:a="http://schemas.openxmlformats.org/drawingml/2006/main">
            <a:off x="952500" y="27146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Tutorial 5</a:t>
            </a:r>
          </a:p>
        </p:txBody>
      </p:sp>
      <p:sp>
        <p:nvSpPr>
          <p:cNvPr id="4" name="topic">
            <a:extLst xmlns:a="http://schemas.openxmlformats.org/drawingml/2006/main">
              <a:ext uri="{FF2B5EF4-FFF2-40B4-BE49-F238E27FC236}">
                <a16:creationId xmlns:a16="http://schemas.microsoft.com/office/drawing/2014/main" id="{ED522314-16FE-43F8-A857-27433F8972CD}"/>
              </a:ext>
            </a:extLst>
          </p:cNvPr>
          <p:cNvSpPr>
            <a:spLocks xmlns:a="http://schemas.openxmlformats.org/drawingml/2006/main" noGrp="1"/>
          </p:cNvSpPr>
          <p:nvPr/>
        </p:nvSpPr>
        <p:spPr>
          <a:xfrm xmlns:a="http://schemas.openxmlformats.org/drawingml/2006/main">
            <a:off x="952500" y="3619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i="0">
                <a:solidFill>
                  <a:srgbClr val="202020"/>
                </a:solidFill>
                <a:latin typeface="Times New Roman"/>
                <a:ea typeface="Times New Roman"/>
                <a:cs typeface="Times New Roman"/>
              </a:defRPr>
            </a:pPr>
            <a:r>
              <a:rPr sz="2550" b="0" i="0">
                <a:solidFill>
                  <a:srgbClr val="202020"/>
                </a:solidFill>
                <a:latin typeface="Times New Roman"/>
                <a:ea typeface="Times New Roman"/>
                <a:cs typeface="Times New Roman"/>
              </a:rPr>
              <a:t>Pulse Modulation, Review and Exercises</a:t>
            </a:r>
          </a:p>
        </p:txBody>
      </p:sp>
      <p:sp>
        <p:nvSpPr>
          <p:cNvPr id="5" name="assistants">
            <a:extLst xmlns:a="http://schemas.openxmlformats.org/drawingml/2006/main">
              <a:ext uri="{FF2B5EF4-FFF2-40B4-BE49-F238E27FC236}">
                <a16:creationId xmlns:a16="http://schemas.microsoft.com/office/drawing/2014/main" id="{4A45DBF1-C355-4601-B41A-C731E05988CD}"/>
              </a:ext>
            </a:extLst>
          </p:cNvPr>
          <p:cNvSpPr>
            <a:spLocks xmlns:a="http://schemas.openxmlformats.org/drawingml/2006/main" noGrp="1"/>
          </p:cNvSpPr>
          <p:nvPr/>
        </p:nvSpPr>
        <p:spPr>
          <a:xfrm xmlns:a="http://schemas.openxmlformats.org/drawingml/2006/main">
            <a:off x="952500" y="4667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Teaching Assistants: WANG, Runbang; TIAN, Feng</a:t>
            </a:r>
          </a:p>
        </p:txBody>
      </p:sp>
      <p:sp>
        <p:nvSpPr>
          <p:cNvPr id="6" name="email">
            <a:extLst xmlns:a="http://schemas.openxmlformats.org/drawingml/2006/main">
              <a:ext uri="{FF2B5EF4-FFF2-40B4-BE49-F238E27FC236}">
                <a16:creationId xmlns:a16="http://schemas.microsoft.com/office/drawing/2014/main" id="{D1888DB4-5417-4A8A-A2BA-5C01069F68B2}"/>
              </a:ext>
            </a:extLst>
          </p:cNvPr>
          <p:cNvSpPr>
            <a:spLocks xmlns:a="http://schemas.openxmlformats.org/drawingml/2006/main" noGrp="1"/>
          </p:cNvSpPr>
          <p:nvPr/>
        </p:nvSpPr>
        <p:spPr>
          <a:xfrm xmlns:a="http://schemas.openxmlformats.org/drawingml/2006/main">
            <a:off x="952500" y="51435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818014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4925c9d800124bea">
            <a:extLst>
              <a:ext uri="{96DAC541-7B7A-43D3-8B79-37D633B846F1}">
                <asvg:svgBlip xmlns:asvg="http://schemas.microsoft.com/office/drawing/2016/SVG/main" r:embed="rIdLatex21"/>
              </a:ext>
            </a:extLst>
          </a:blip>
          <a:stretch xmlns:a="http://schemas.openxmlformats.org/drawingml/2006/main"/>
        </p:blipFill>
        <p:spPr>
          <a:xfrm xmlns:a="http://schemas.openxmlformats.org/drawingml/2006/main">
            <a:off x="83724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92919328109b4ee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43005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bb79f116db4448ec">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69665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13a354839d804482">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1017174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07A2A795-5D68-4292-A836-0BAB9A9ADAA1}"/>
              </a:ext>
            </a:extLst>
          </p:cNvPr>
          <p:cNvSpPr>
            <a:spLocks xmlns:a="http://schemas.openxmlformats.org/drawingml/2006/main" noGrp="1"/>
          </p:cNvSpPr>
          <p:nvPr/>
        </p:nvSpPr>
        <p:spPr>
          <a:xfrm xmlns:a="http://schemas.openxmlformats.org/drawingml/2006/main">
            <a:off x="22383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0755AA5A-86FC-4B1E-B249-69F49048F7DB}"/>
              </a:ext>
            </a:extLst>
          </p:cNvPr>
          <p:cNvSpPr>
            <a:spLocks xmlns:a="http://schemas.openxmlformats.org/drawingml/2006/main" noGrp="1"/>
          </p:cNvSpPr>
          <p:nvPr/>
        </p:nvSpPr>
        <p:spPr>
          <a:xfrm xmlns:a="http://schemas.openxmlformats.org/drawingml/2006/main" rot="5400000">
            <a:off x="3924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channel_shaft">
            <a:extLst xmlns:a="http://schemas.openxmlformats.org/drawingml/2006/main">
              <a:ext uri="{FF2B5EF4-FFF2-40B4-BE49-F238E27FC236}">
                <a16:creationId xmlns:a16="http://schemas.microsoft.com/office/drawing/2014/main" id="{F11663F5-0720-4FBC-BDB7-D4C8B9945B00}"/>
              </a:ext>
            </a:extLst>
          </p:cNvPr>
          <p:cNvSpPr>
            <a:spLocks xmlns:a="http://schemas.openxmlformats.org/drawingml/2006/main" noGrp="1"/>
          </p:cNvSpPr>
          <p:nvPr/>
        </p:nvSpPr>
        <p:spPr>
          <a:xfrm xmlns:a="http://schemas.openxmlformats.org/drawingml/2006/main">
            <a:off x="5505450" y="3429000"/>
            <a:ext cx="111442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channel_head">
            <a:extLst xmlns:a="http://schemas.openxmlformats.org/drawingml/2006/main">
              <a:ext uri="{FF2B5EF4-FFF2-40B4-BE49-F238E27FC236}">
                <a16:creationId xmlns:a16="http://schemas.microsoft.com/office/drawing/2014/main" id="{4AD32299-6BF7-4F88-8D9D-93ADE87DA39A}"/>
              </a:ext>
            </a:extLst>
          </p:cNvPr>
          <p:cNvSpPr>
            <a:spLocks xmlns:a="http://schemas.openxmlformats.org/drawingml/2006/main" noGrp="1"/>
          </p:cNvSpPr>
          <p:nvPr/>
        </p:nvSpPr>
        <p:spPr>
          <a:xfrm xmlns:a="http://schemas.openxmlformats.org/drawingml/2006/main" rot="5400000">
            <a:off x="6591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9" name="!!rx_shaft">
            <a:extLst xmlns:a="http://schemas.openxmlformats.org/drawingml/2006/main">
              <a:ext uri="{FF2B5EF4-FFF2-40B4-BE49-F238E27FC236}">
                <a16:creationId xmlns:a16="http://schemas.microsoft.com/office/drawing/2014/main" id="{BF99EAC6-D117-405F-8E1A-1B346F2FD8E5}"/>
              </a:ext>
            </a:extLst>
          </p:cNvPr>
          <p:cNvSpPr>
            <a:spLocks xmlns:a="http://schemas.openxmlformats.org/drawingml/2006/main" noGrp="1"/>
          </p:cNvSpPr>
          <p:nvPr/>
        </p:nvSpPr>
        <p:spPr>
          <a:xfrm xmlns:a="http://schemas.openxmlformats.org/drawingml/2006/main">
            <a:off x="81438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rx_head">
            <a:extLst xmlns:a="http://schemas.openxmlformats.org/drawingml/2006/main">
              <a:ext uri="{FF2B5EF4-FFF2-40B4-BE49-F238E27FC236}">
                <a16:creationId xmlns:a16="http://schemas.microsoft.com/office/drawing/2014/main" id="{8A4AE472-FB5C-4206-A34C-797EE16DCC26}"/>
              </a:ext>
            </a:extLst>
          </p:cNvPr>
          <p:cNvSpPr>
            <a:spLocks xmlns:a="http://schemas.openxmlformats.org/drawingml/2006/main" noGrp="1"/>
          </p:cNvSpPr>
          <p:nvPr/>
        </p:nvSpPr>
        <p:spPr>
          <a:xfrm xmlns:a="http://schemas.openxmlformats.org/drawingml/2006/main" rot="5400000">
            <a:off x="98298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11" name="!!tx_label">
            <a:extLst xmlns:a="http://schemas.openxmlformats.org/drawingml/2006/main">
              <a:ext uri="{FF2B5EF4-FFF2-40B4-BE49-F238E27FC236}">
                <a16:creationId xmlns:a16="http://schemas.microsoft.com/office/drawing/2014/main" id="{21C29262-F7AE-48E7-8C56-E72BE80A75A2}"/>
              </a:ext>
            </a:extLst>
          </p:cNvPr>
          <p:cNvSpPr>
            <a:spLocks xmlns:a="http://schemas.openxmlformats.org/drawingml/2006/main" noGrp="1"/>
          </p:cNvSpPr>
          <p:nvPr/>
        </p:nvSpPr>
        <p:spPr>
          <a:xfrm xmlns:a="http://schemas.openxmlformats.org/drawingml/2006/main">
            <a:off x="21526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Modulation</a:t>
            </a:r>
          </a:p>
        </p:txBody>
      </p:sp>
      <p:sp>
        <p:nvSpPr>
          <p:cNvPr id="12" name="!!channel_label">
            <a:extLst xmlns:a="http://schemas.openxmlformats.org/drawingml/2006/main">
              <a:ext uri="{FF2B5EF4-FFF2-40B4-BE49-F238E27FC236}">
                <a16:creationId xmlns:a16="http://schemas.microsoft.com/office/drawing/2014/main" id="{5C8C049F-B5EE-474F-A508-1D6310D7F25A}"/>
              </a:ext>
            </a:extLst>
          </p:cNvPr>
          <p:cNvSpPr>
            <a:spLocks xmlns:a="http://schemas.openxmlformats.org/drawingml/2006/main" noGrp="1"/>
          </p:cNvSpPr>
          <p:nvPr/>
        </p:nvSpPr>
        <p:spPr>
          <a:xfrm xmlns:a="http://schemas.openxmlformats.org/drawingml/2006/main">
            <a:off x="5219700" y="2600325"/>
            <a:ext cx="176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Transmission</a:t>
            </a:r>
          </a:p>
        </p:txBody>
      </p:sp>
      <p:sp>
        <p:nvSpPr>
          <p:cNvPr id="13" name="!!rx_label">
            <a:extLst xmlns:a="http://schemas.openxmlformats.org/drawingml/2006/main">
              <a:ext uri="{FF2B5EF4-FFF2-40B4-BE49-F238E27FC236}">
                <a16:creationId xmlns:a16="http://schemas.microsoft.com/office/drawing/2014/main" id="{7674CE2B-C67A-428B-86B2-0DE07245DF50}"/>
              </a:ext>
            </a:extLst>
          </p:cNvPr>
          <p:cNvSpPr>
            <a:spLocks xmlns:a="http://schemas.openxmlformats.org/drawingml/2006/main" noGrp="1"/>
          </p:cNvSpPr>
          <p:nvPr/>
        </p:nvSpPr>
        <p:spPr>
          <a:xfrm xmlns:a="http://schemas.openxmlformats.org/drawingml/2006/main">
            <a:off x="80581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Demodulation</a:t>
            </a:r>
          </a:p>
        </p:txBody>
      </p:sp>
      <p:sp>
        <p:nvSpPr>
          <p:cNvPr id="14" name="!!ideal_label">
            <a:extLst xmlns:a="http://schemas.openxmlformats.org/drawingml/2006/main">
              <a:ext uri="{FF2B5EF4-FFF2-40B4-BE49-F238E27FC236}">
                <a16:creationId xmlns:a16="http://schemas.microsoft.com/office/drawing/2014/main" id="{79178F8B-48AA-443D-AD59-E9CF61B4241C}"/>
              </a:ext>
            </a:extLst>
          </p:cNvPr>
          <p:cNvSpPr>
            <a:spLocks xmlns:a="http://schemas.openxmlformats.org/drawingml/2006/main" noGrp="1"/>
          </p:cNvSpPr>
          <p:nvPr/>
        </p:nvSpPr>
        <p:spPr>
          <a:xfrm xmlns:a="http://schemas.openxmlformats.org/drawingml/2006/main">
            <a:off x="4667250" y="42195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Ideal channel</a:t>
            </a:r>
          </a:p>
        </p:txBody>
      </p:sp>
      <p:pic>
        <p:nvPicPr>
          <p:cNvPr id="15" name="!!ideal_equation" descr="LaTeX formula: !!ideal_equation"/>
          <p:cNvPicPr>
            <a:picLocks xmlns:a="http://schemas.openxmlformats.org/drawingml/2006/main" noChangeAspect="1"/>
          </p:cNvPicPr>
          <p:nvPr/>
        </p:nvPicPr>
        <p:blipFill>
          <a:blip xmlns:r="http://schemas.openxmlformats.org/officeDocument/2006/relationships" xmlns:a="http://schemas.openxmlformats.org/drawingml/2006/main" r:embed="Rc8fa9ac29cd84330">
            <a:extLst>
              <a:ext uri="{96DAC541-7B7A-43D3-8B79-37D633B846F1}">
                <asvg:svgBlip xmlns:asvg="http://schemas.microsoft.com/office/drawing/2016/SVG/main" r:embed="rIdLatex15"/>
              </a:ext>
            </a:extLst>
          </a:blip>
          <a:stretch xmlns:a="http://schemas.openxmlformats.org/drawingml/2006/main"/>
        </p:blipFill>
        <p:spPr>
          <a:xfrm xmlns:a="http://schemas.openxmlformats.org/drawingml/2006/main">
            <a:off x="5075873" y="4745222"/>
            <a:ext cx="2040255" cy="396506"/>
          </a:xfrm>
          <a:prstGeom xmlns:a="http://schemas.openxmlformats.org/drawingml/2006/main" prst="rect">
            <a:avLst/>
          </a:prstGeom>
        </p:spPr>
      </p:pic>
    </p:spTree>
    <p:extLst>
      <p:ext uri="{BB962C8B-B14F-4D97-AF65-F5344CB8AC3E}">
        <p14:creationId xmlns:p14="http://schemas.microsoft.com/office/powerpoint/2010/main" val="8904054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b951595dc83247cb">
            <a:extLst>
              <a:ext uri="{96DAC541-7B7A-43D3-8B79-37D633B846F1}">
                <asvg:svgBlip xmlns:asvg="http://schemas.microsoft.com/office/drawing/2016/SVG/main" r:embed="rIdLatex13"/>
              </a:ext>
            </a:extLst>
          </a:blip>
          <a:stretch xmlns:a="http://schemas.openxmlformats.org/drawingml/2006/main"/>
        </p:blipFill>
        <p:spPr>
          <a:xfrm xmlns:a="http://schemas.openxmlformats.org/drawingml/2006/main">
            <a:off x="169449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6cc5d1d750464093">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6340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8716de019fca4a98">
            <a:alphaModFix amt="0"/>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56330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9494b625df204dcf">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931449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D6D6CE0B-934C-4A3C-9CA9-CDC2400B2F24}"/>
              </a:ext>
            </a:extLst>
          </p:cNvPr>
          <p:cNvSpPr>
            <a:spLocks xmlns:a="http://schemas.openxmlformats.org/drawingml/2006/main" noGrp="1"/>
          </p:cNvSpPr>
          <p:nvPr/>
        </p:nvSpPr>
        <p:spPr>
          <a:xfrm xmlns:a="http://schemas.openxmlformats.org/drawingml/2006/main">
            <a:off x="309562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D592AABA-8118-454C-BF87-5C140D2362D2}"/>
              </a:ext>
            </a:extLst>
          </p:cNvPr>
          <p:cNvSpPr>
            <a:spLocks xmlns:a="http://schemas.openxmlformats.org/drawingml/2006/main" noGrp="1"/>
          </p:cNvSpPr>
          <p:nvPr/>
        </p:nvSpPr>
        <p:spPr>
          <a:xfrm xmlns:a="http://schemas.openxmlformats.org/drawingml/2006/main" rot="5400000">
            <a:off x="526732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rx_shaft">
            <a:extLst xmlns:a="http://schemas.openxmlformats.org/drawingml/2006/main">
              <a:ext uri="{FF2B5EF4-FFF2-40B4-BE49-F238E27FC236}">
                <a16:creationId xmlns:a16="http://schemas.microsoft.com/office/drawing/2014/main" id="{60EA3A3E-A2F5-4E04-BD05-FD6380B6F14F}"/>
              </a:ext>
            </a:extLst>
          </p:cNvPr>
          <p:cNvSpPr>
            <a:spLocks xmlns:a="http://schemas.openxmlformats.org/drawingml/2006/main" noGrp="1"/>
          </p:cNvSpPr>
          <p:nvPr/>
        </p:nvSpPr>
        <p:spPr>
          <a:xfrm xmlns:a="http://schemas.openxmlformats.org/drawingml/2006/main">
            <a:off x="681037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rx_head">
            <a:extLst xmlns:a="http://schemas.openxmlformats.org/drawingml/2006/main">
              <a:ext uri="{FF2B5EF4-FFF2-40B4-BE49-F238E27FC236}">
                <a16:creationId xmlns:a16="http://schemas.microsoft.com/office/drawing/2014/main" id="{14A9C521-E2AB-4017-959F-779B72D9D31F}"/>
              </a:ext>
            </a:extLst>
          </p:cNvPr>
          <p:cNvSpPr>
            <a:spLocks xmlns:a="http://schemas.openxmlformats.org/drawingml/2006/main" noGrp="1"/>
          </p:cNvSpPr>
          <p:nvPr/>
        </p:nvSpPr>
        <p:spPr>
          <a:xfrm xmlns:a="http://schemas.openxmlformats.org/drawingml/2006/main" rot="5400000">
            <a:off x="898207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705811190"/>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AM schemes</a:t>
            </a:r>
          </a:p>
        </p:txBody>
      </p:sp>
      <p:pic>
        <p:nvPicPr>
          <p:cNvPr id="2" name="!!signal" descr="LaTeX formula: !!signal">
            <ns0:hlinkClick xmlns:ns0="http://schemas.openxmlformats.org/drawingml/2006/main" xmlns:ns1="http://schemas.openxmlformats.org/officeDocument/2006/relationships" ns1:id="rIdNav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s(t)=\sum_n m(nT_s)h(t-nT_s)">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4FA831B-8CD3-4CB7-9992-D4663507CA8D}"/>
              </a:ext>
            </a:extLst>
          </p:cNvPr>
          <p:cNvPicPr>
            <a:picLocks xmlns:a="http://schemas.openxmlformats.org/drawingml/2006/main" noChangeAspect="1"/>
          </p:cNvPicPr>
          <p:nvPr/>
        </p:nvPicPr>
        <p:blipFill>
          <a:blip xmlns:r="http://schemas.openxmlformats.org/officeDocument/2006/relationships" xmlns:a="http://schemas.openxmlformats.org/drawingml/2006/main" r:embed="rIdNote7Pulse13">
            <a:extLst>
              <a:ext uri="{96DAC541-7B7A-43D3-8B79-37D633B846F1}">
                <ns0:svgBlip xmlns:ns0="http://schemas.microsoft.com/office/drawing/2016/SVG/main" r:embed="rIdNote7Pulse14"/>
              </a:ext>
            </a:extLst>
          </a:blip>
          <a:stretch xmlns:a="http://schemas.openxmlformats.org/drawingml/2006/main"/>
        </p:blipFill>
        <p:spPr>
          <a:xfrm xmlns:a="http://schemas.openxmlformats.org/drawingml/2006/main">
            <a:off x="3257550" y="4627810"/>
            <a:ext cx="5734050" cy="427494"/>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Pulse 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a:t>
            </a:r>
          </a:p>
        </p:txBody>
      </p:sp>
      <p:sp>
        <p:nvSpPr>
          <p:cNvPr id="3" name="route-arrow-0-shaft">
            <a:extLst xmlns:a="http://schemas.openxmlformats.org/drawingml/2006/main">
              <a:ext uri="{FF2B5EF4-FFF2-40B4-BE49-F238E27FC236}">
                <a16:creationId xmlns:a16="http://schemas.microsoft.com/office/drawing/2014/main" id="{63F8E018-EEBC-4777-890F-D05A3FF16AB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9BD8F4A-E712-4A6E-B80F-32E8721F4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A0C7AAA-2FF1-4347-A27A-5C8352435B8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9DB87AD-6B35-4778-97D8-331CC58CB77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C5CFA631-71CC-41BE-88E5-A24A8FADD8E4}"/>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B51BDB3D-5E85-4E00-AE92-86033A20BED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operation">
            <a:extLst xmlns:a="http://schemas.openxmlformats.org/drawingml/2006/main">
              <a:ext uri="{FF2B5EF4-FFF2-40B4-BE49-F238E27FC236}">
                <a16:creationId xmlns:a16="http://schemas.microsoft.com/office/drawing/2014/main" id="{18A69B96-3AA1-4AFC-947D-72056DAF5E1D}"/>
              </a:ext>
            </a:extLst>
          </p:cNvPr>
          <p:cNvSpPr>
            <a:spLocks xmlns:a="http://schemas.openxmlformats.org/drawingml/2006/main" noGrp="1"/>
          </p:cNvSpPr>
          <p:nvPr/>
        </p:nvSpPr>
        <p:spPr>
          <a:xfrm xmlns:a="http://schemas.openxmlformats.org/drawingml/2006/main">
            <a:off x="609600" y="20764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One sample: change height, width, or position</a:t>
            </a:r>
          </a:p>
        </p:txBody>
      </p:sp>
      <p:pic>
        <p:nvPicPr>
          <p:cNvPr id="10" name="pulse-types" descr="Note 7: pulse types. Static entry; click once; final state retained.">
            <a:extLst xmlns:a="http://schemas.openxmlformats.org/drawingml/2006/main">
              <a:ext uri="{FF2B5EF4-FFF2-40B4-BE49-F238E27FC236}">
                <a16:creationId xmlns:a16="http://schemas.microsoft.com/office/drawing/2014/main" id="{71290E67-8D60-420E-81E8-1658E53A582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7" name="pulse-types--t4-click-frame-00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8" name="pulse-types--t4-click-frame-00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9" name="pulse-types--t4-click-frame-00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0" name="pulse-types--t4-click-frame-00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1" name="pulse-types--t4-click-frame-00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2" name="pulse-types--t4-click-frame-00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3" name="pulse-types--t4-click-frame-00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4" name="pulse-types--t4-click-frame-00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5" name="pulse-types--t4-click-frame-009"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6" name="pulse-types--t4-click-frame-010"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7" name="pulse-types--t4-click-frame-01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8" name="pulse-types--t4-click-frame-01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9" name="pulse-types--t4-click-frame-01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0" name="pulse-types--t4-click-frame-01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1" name="pulse-types--t4-click-frame-01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2" name="pulse-types--t4-click-frame-01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3" name="pulse-types--t4-click-frame-01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4" name="pulse-types--t4-click-frame-01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5" name="pulse-types--t4-click-frame-019"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6" name="pulse-types--t4-click-frame-020"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7" name="pulse-types--t4-click-frame-02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8" name="pulse-types--t4-click-frame-02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9" name="pulse-types--t4-click-frame-02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0" name="pulse-types--t4-click-frame-02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1" name="pulse-types--t4-click-frame-02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2" name="pulse-types--t4-click-frame-02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3" name="pulse-types--t4-click-frame-02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4" name="pulse-types--t4-click-frame-02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sp>
        <p:nvSpPr>
          <p:cNvPr id="11" name="choose-pam">
            <a:extLst xmlns:a="http://schemas.openxmlformats.org/drawingml/2006/main">
              <a:ext uri="{FF2B5EF4-FFF2-40B4-BE49-F238E27FC236}">
                <a16:creationId xmlns:a16="http://schemas.microsoft.com/office/drawing/2014/main" id="{55D52495-C39B-427D-B9A2-5C4B3E5116AF}"/>
              </a:ext>
            </a:extLst>
          </p:cNvPr>
          <p:cNvSpPr>
            <a:spLocks xmlns:a="http://schemas.openxmlformats.org/drawingml/2006/main" noGrp="1"/>
          </p:cNvSpPr>
          <p:nvPr/>
        </p:nvSpPr>
        <p:spPr>
          <a:xfrm xmlns:a="http://schemas.openxmlformats.org/drawingml/2006/main">
            <a:off x="609600" y="55626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PAM: the sample value sets the pulse height.</a:t>
            </a:r>
          </a:p>
        </p:txBody>
      </p:sp>
      <p:sp>
        <p:nvSpPr>
          <p:cNvPr id="12" name="choose-pam-underline">
            <a:extLst xmlns:a="http://schemas.openxmlformats.org/drawingml/2006/main">
              <a:ext uri="{FF2B5EF4-FFF2-40B4-BE49-F238E27FC236}">
                <a16:creationId xmlns:a16="http://schemas.microsoft.com/office/drawing/2014/main" id="{54CAE444-E4BE-487C-B9D0-D32955FF587C}"/>
              </a:ext>
            </a:extLst>
          </p:cNvPr>
          <p:cNvSpPr>
            <a:spLocks xmlns:a="http://schemas.openxmlformats.org/drawingml/2006/main" noGrp="1"/>
          </p:cNvSpPr>
          <p:nvPr/>
        </p:nvSpPr>
        <p:spPr>
          <a:xfrm xmlns:a="http://schemas.openxmlformats.org/drawingml/2006/main">
            <a:off x="609600" y="6048375"/>
            <a:ext cx="108585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EBBA681-14E3-4CBF-ACF9-A1615CA8F4F4}"/>
              </a:ext>
            </a:extLst>
          </p:cNvPr>
          <p:cNvPicPr>
            <a:picLocks xmlns:a="http://schemas.openxmlformats.org/drawingml/2006/main" noChangeAspect="1"/>
          </p:cNvPicPr>
          <p:nvPr/>
        </p:nvPicPr>
        <p:blipFill>
          <a:blip xmlns:r="http://schemas.openxmlformats.org/officeDocument/2006/relationships" xmlns:a="http://schemas.openxmlformats.org/drawingml/2006/main" r:embed="R4513d848b5cc465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D33319B-C6AC-40C1-A3B6-8EA0F4863CEE}"/>
              </a:ext>
            </a:extLst>
          </p:cNvPr>
          <p:cNvPicPr>
            <a:picLocks xmlns:a="http://schemas.openxmlformats.org/drawingml/2006/main" noChangeAspect="1"/>
          </p:cNvPicPr>
          <p:nvPr/>
        </p:nvPicPr>
        <p:blipFill>
          <a:blip xmlns:r="http://schemas.openxmlformats.org/officeDocument/2006/relationships" xmlns:a="http://schemas.openxmlformats.org/drawingml/2006/main" r:embed="R4ace19bdae154f9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EFC464A-D4F4-4EBC-98B8-1954116DC952}"/>
              </a:ext>
            </a:extLst>
          </p:cNvPr>
          <p:cNvPicPr>
            <a:picLocks xmlns:a="http://schemas.openxmlformats.org/drawingml/2006/main" noChangeAspect="1"/>
          </p:cNvPicPr>
          <p:nvPr/>
        </p:nvPicPr>
        <p:blipFill>
          <a:blip xmlns:r="http://schemas.openxmlformats.org/officeDocument/2006/relationships" xmlns:a="http://schemas.openxmlformats.org/drawingml/2006/main" r:embed="R64fd6c870f2342f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68743943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592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Take samples, then form pulses</a:t>
            </a:r>
          </a:p>
        </p:txBody>
      </p:sp>
      <p:sp>
        <p:nvSpPr>
          <p:cNvPr id="3" name="route-a-shaft">
            <a:extLst xmlns:a="http://schemas.openxmlformats.org/drawingml/2006/main">
              <a:ext uri="{FF2B5EF4-FFF2-40B4-BE49-F238E27FC236}">
                <a16:creationId xmlns:a16="http://schemas.microsoft.com/office/drawing/2014/main" id="{AB563DFA-7229-4A4C-8527-E653CB2A974D}"/>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9221401D-EBC8-48C9-9E4F-2538553B8EBD}"/>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3FFA56EF-E48A-43FC-A12A-0241C5603C4B}"/>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A029E203-8FD6-4D65-B038-8913718E93F3}"/>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6A1AD88D-FA67-4E5E-83FC-91060E9856E1}"/>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sp>
        <p:nvSpPr>
          <p:cNvPr id="8" name="continue-mainline">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E0E75909-9E42-4574-B1B1-190D477AA6C2}"/>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pic>
        <p:nvPicPr>
          <p:cNvPr id="9" name="formation-samples" descr="One actual shift, scaling, sum or measurement on a known signal; once, click-start and hold.">
            <a:extLst xmlns:a="http://schemas.openxmlformats.org/drawingml/2006/main">
              <a:ext uri="{FF2B5EF4-FFF2-40B4-BE49-F238E27FC236}">
                <a16:creationId xmlns:a16="http://schemas.microsoft.com/office/drawing/2014/main" id="{52088DB7-E4B0-42E3-AE92-E5032C1A736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2" name="formation-samples--t4-click-frame-00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3" name="formation-samples--t4-click-frame-00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4" name="formation-samples--t4-click-frame-00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5" name="formation-samples--t4-click-frame-00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6" name="formation-samples--t4-click-frame-00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7" name="formation-samples--t4-click-frame-00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8" name="formation-samples--t4-click-frame-00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29" name="formation-samples--t4-click-frame-00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0" name="formation-samples--t4-click-frame-00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1" name="formation-samples--t4-click-frame-01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2" name="formation-samples--t4-click-frame-01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3" name="formation-samples--t4-click-frame-01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4" name="formation-samples--t4-click-frame-01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5" name="formation-samples--t4-click-frame-01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6" name="formation-samples--t4-click-frame-01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7" name="formation-samples--t4-click-frame-01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8" name="formation-samples--t4-click-frame-01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39" name="formation-samples--t4-click-frame-01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0" name="formation-samples--t4-click-frame-01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1" name="formation-samples--t4-click-frame-02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2" name="formation-samples--t4-click-frame-02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3" name="formation-samples--t4-click-frame-02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4" name="formation-samples--t4-click-frame-02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5" name="formation-samples--t4-click-frame-02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6" name="formation-samples--t4-click-frame-02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 name="formation-shift" descr="One actual shift, scaling, sum or measurement on a known signal; once, click-start and hold.">
            <a:extLst xmlns:a="http://schemas.openxmlformats.org/drawingml/2006/main">
              <a:ext uri="{FF2B5EF4-FFF2-40B4-BE49-F238E27FC236}">
                <a16:creationId xmlns:a16="http://schemas.microsoft.com/office/drawing/2014/main" id="{C77E6376-C3EF-4868-82AB-65CA4888EB5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7" name="formation-shift--t4-click-frame-00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8" name="formation-shift--t4-click-frame-00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49" name="formation-shift--t4-click-frame-00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0" name="formation-shift--t4-click-frame-00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1" name="formation-shift--t4-click-frame-00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2" name="formation-shift--t4-click-frame-00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3" name="formation-shift--t4-click-frame-00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4" name="formation-shift--t4-click-frame-00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5" name="formation-shift--t4-click-frame-00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6" name="formation-shift--t4-click-frame-01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7" name="formation-shift--t4-click-frame-01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8" name="formation-shift--t4-click-frame-01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59" name="formation-shift--t4-click-frame-01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0" name="formation-shift--t4-click-frame-01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1" name="formation-shift--t4-click-frame-01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2" name="formation-shift--t4-click-frame-01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3" name="formation-shift--t4-click-frame-01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4" name="formation-shift--t4-click-frame-01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5" name="formation-shift--t4-click-frame-01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6" name="formation-shift--t4-click-frame-02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7" name="formation-shift--t4-click-frame-02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8" name="formation-shift--t4-click-frame-02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69" name="formation-shift--t4-click-frame-02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0" name="formation-shift--t4-click-frame-02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1" name="formation-shift--t4-click-frame-02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2" name="formation-shift--t4-click-frame-02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3" name="formation-shift--t4-click-frame-02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4" name="formation-shift--t4-click-frame-02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5" name="formation-shift--t4-click-frame-02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6" name="formation-shift--t4-click-frame-03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7" name="formation-shift--t4-click-frame-03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8" name="formation-shift--t4-click-frame-03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79" name="formation-shift--t4-click-frame-03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1" name="formation-add" descr="One actual shift, scaling, sum or measurement on a known signal; once, click-start and hold.">
            <a:extLst xmlns:a="http://schemas.openxmlformats.org/drawingml/2006/main">
              <a:ext uri="{FF2B5EF4-FFF2-40B4-BE49-F238E27FC236}">
                <a16:creationId xmlns:a16="http://schemas.microsoft.com/office/drawing/2014/main" id="{7C545CAA-FDDA-4B94-9522-AD2205FEAE8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0" name="formation-add--t4-click-frame-00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1" name="formation-add--t4-click-frame-00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2" name="formation-add--t4-click-frame-00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3" name="formation-add--t4-click-frame-00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4" name="formation-add--t4-click-frame-00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5" name="formation-add--t4-click-frame-00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6" name="formation-add--t4-click-frame-00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7" name="formation-add--t4-click-frame-00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8" name="formation-add--t4-click-frame-00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89" name="formation-add--t4-click-frame-01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0" name="formation-add--t4-click-frame-01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1" name="formation-add--t4-click-frame-01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2" name="formation-add--t4-click-frame-01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3" name="formation-add--t4-click-frame-01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4" name="formation-add--t4-click-frame-01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5" name="formation-add--t4-click-frame-01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6" name="formation-add--t4-click-frame-01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7" name="formation-add--t4-click-frame-01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8" name="formation-add--t4-click-frame-01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99" name="formation-add--t4-click-frame-020"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1"/>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0" name="formation-add--t4-click-frame-021"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2"/>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1" name="formation-add--t4-click-frame-022"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3"/>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2" name="formation-add--t4-click-frame-023"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4"/>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3" name="formation-add--t4-click-frame-024"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5"/>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4" name="formation-add--t4-click-frame-025"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6"/>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5" name="formation-add--t4-click-frame-026"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7"/>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6" name="formation-add--t4-click-frame-027"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8"/>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7" name="formation-add--t4-click-frame-028"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9"/>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pic>
        <p:nvPicPr>
          <p:cNvPr id="108" name="formation-add--t4-click-frame-029" descr="One actual shift, scaling, sum or measurement on a known signal; once, click-start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90"/>
          <a:stretch xmlns:a="http://schemas.openxmlformats.org/drawingml/2006/main"/>
        </p:blipFill>
        <p:spPr>
          <a:xfrm xmlns:a="http://schemas.openxmlformats.org/drawingml/2006/main">
            <a:off x="666750" y="2571750"/>
            <a:ext cx="10668000" cy="2476500"/>
          </a:xfrm>
          <a:prstGeom xmlns:a="http://schemas.openxmlformats.org/drawingml/2006/main" prst="rect">
            <a:avLst/>
          </a:prstGeom>
        </p:spPr>
      </p:pic>
      <p:sp>
        <p:nvSpPr>
          <p:cNvPr id="12" name="formed-signal-line">
            <a:extLst xmlns:a="http://schemas.openxmlformats.org/drawingml/2006/main">
              <a:ext uri="{FF2B5EF4-FFF2-40B4-BE49-F238E27FC236}">
                <a16:creationId xmlns:a16="http://schemas.microsoft.com/office/drawing/2014/main" id="{CFC3828B-FD6C-4408-84C4-DB25B5306CEE}"/>
              </a:ext>
            </a:extLst>
          </p:cNvPr>
          <p:cNvSpPr>
            <a:spLocks xmlns:a="http://schemas.openxmlformats.org/drawingml/2006/main" noGrp="1"/>
          </p:cNvSpPr>
          <p:nvPr/>
        </p:nvSpPr>
        <p:spPr>
          <a:xfrm xmlns:a="http://schemas.openxmlformats.org/drawingml/2006/main">
            <a:off x="609600" y="67056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FB34C84-14F6-4080-B76D-47C9945FF4CE}"/>
              </a:ext>
            </a:extLst>
          </p:cNvPr>
          <p:cNvPicPr>
            <a:picLocks xmlns:a="http://schemas.openxmlformats.org/drawingml/2006/main" noChangeAspect="1"/>
          </p:cNvPicPr>
          <p:nvPr/>
        </p:nvPicPr>
        <p:blipFill>
          <a:blip xmlns:r="http://schemas.openxmlformats.org/officeDocument/2006/relationships" xmlns:a="http://schemas.openxmlformats.org/drawingml/2006/main" r:embed="Rc77ed23f5599460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33500"/>
            <a:ext cx="701040" cy="30480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7935202-6CBB-4EF0-9977-96B4807B8753}"/>
              </a:ext>
            </a:extLst>
          </p:cNvPr>
          <p:cNvPicPr>
            <a:picLocks xmlns:a="http://schemas.openxmlformats.org/drawingml/2006/main" noChangeAspect="1"/>
          </p:cNvPicPr>
          <p:nvPr/>
        </p:nvPicPr>
        <p:blipFill>
          <a:blip xmlns:r="http://schemas.openxmlformats.org/officeDocument/2006/relationships" xmlns:a="http://schemas.openxmlformats.org/drawingml/2006/main" r:embed="R9100d760d7364c40">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5"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75DF5F0-3BA3-4403-9F8A-49F337227EF9}"/>
              </a:ext>
            </a:extLst>
          </p:cNvPr>
          <p:cNvPicPr>
            <a:picLocks xmlns:a="http://schemas.openxmlformats.org/drawingml/2006/main" noChangeAspect="1"/>
          </p:cNvPicPr>
          <p:nvPr/>
        </p:nvPicPr>
        <p:blipFill>
          <a:blip xmlns:r="http://schemas.openxmlformats.org/officeDocument/2006/relationships" xmlns:a="http://schemas.openxmlformats.org/drawingml/2006/main" r:embed="R4cd8e36b6116466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6" name="representation-pair" descr="\longleftrightarrow">
            <a:extLst xmlns:a="http://schemas.openxmlformats.org/drawingml/2006/main">
              <a:ext uri="{FF2B5EF4-FFF2-40B4-BE49-F238E27FC236}">
                <a16:creationId xmlns:a16="http://schemas.microsoft.com/office/drawing/2014/main" id="{428D8026-51F0-4C59-9578-12F8FEC34DCF}"/>
              </a:ext>
            </a:extLst>
          </p:cNvPr>
          <p:cNvPicPr>
            <a:picLocks xmlns:a="http://schemas.openxmlformats.org/drawingml/2006/main" noChangeAspect="1"/>
          </p:cNvPicPr>
          <p:nvPr/>
        </p:nvPicPr>
        <p:blipFill>
          <a:blip xmlns:r="http://schemas.openxmlformats.org/officeDocument/2006/relationships" xmlns:a="http://schemas.openxmlformats.org/drawingml/2006/main" r:embed="Rb13254a33176484d">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7"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7BFE8316-A9B7-497F-B1D9-B8EFD567B3F1}"/>
              </a:ext>
            </a:extLst>
          </p:cNvPr>
          <p:cNvPicPr>
            <a:picLocks xmlns:a="http://schemas.openxmlformats.org/drawingml/2006/main" noChangeAspect="1"/>
          </p:cNvPicPr>
          <p:nvPr/>
        </p:nvPicPr>
        <p:blipFill>
          <a:blip xmlns:r="http://schemas.openxmlformats.org/officeDocument/2006/relationships" xmlns:a="http://schemas.openxmlformats.org/drawingml/2006/main" r:embed="R31c75baacd464d7f">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8" name="samples-definition" descr="m_\delta(t)=\sum_n m(nT_s)\delta(t-nT_s)">
            <a:extLst xmlns:a="http://schemas.openxmlformats.org/drawingml/2006/main">
              <a:ext uri="{FF2B5EF4-FFF2-40B4-BE49-F238E27FC236}">
                <a16:creationId xmlns:a16="http://schemas.microsoft.com/office/drawing/2014/main" id="{4C28A496-6EB3-4F81-A695-F06DB5283140}"/>
              </a:ext>
            </a:extLst>
          </p:cNvPr>
          <p:cNvPicPr>
            <a:picLocks xmlns:a="http://schemas.openxmlformats.org/drawingml/2006/main" noChangeAspect="1"/>
          </p:cNvPicPr>
          <p:nvPr/>
        </p:nvPicPr>
        <p:blipFill>
          <a:blip xmlns:r="http://schemas.openxmlformats.org/officeDocument/2006/relationships" xmlns:a="http://schemas.openxmlformats.org/drawingml/2006/main" r:embed="R487172ddcbf4434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203716"/>
            <a:ext cx="4429125" cy="308193"/>
          </a:xfrm>
          <a:prstGeom xmlns:a="http://schemas.openxmlformats.org/drawingml/2006/main" prst="rect">
            <a:avLst/>
          </a:prstGeom>
        </p:spPr>
      </p:pic>
      <p:pic>
        <p:nvPicPr>
          <p:cNvPr id="19" name="pulse-definition-separated" descr="h(t)=1\ (0&lt;t&lt;T),\quad0\ \text{otherwise};\quad0&lt;T&lt;T_s">
            <a:extLst xmlns:a="http://schemas.openxmlformats.org/drawingml/2006/main">
              <a:ext uri="{FF2B5EF4-FFF2-40B4-BE49-F238E27FC236}">
                <a16:creationId xmlns:a16="http://schemas.microsoft.com/office/drawing/2014/main" id="{419ED4D8-CA6B-4726-95D9-8D4CB62FA84D}"/>
              </a:ext>
            </a:extLst>
          </p:cNvPr>
          <p:cNvPicPr>
            <a:picLocks xmlns:a="http://schemas.openxmlformats.org/drawingml/2006/main" noChangeAspect="1"/>
          </p:cNvPicPr>
          <p:nvPr/>
        </p:nvPicPr>
        <p:blipFill>
          <a:blip xmlns:r="http://schemas.openxmlformats.org/officeDocument/2006/relationships" xmlns:a="http://schemas.openxmlformats.org/drawingml/2006/main" r:embed="Rb6f106466f254236">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5715863"/>
            <a:ext cx="6850380" cy="274499"/>
          </a:xfrm>
          <a:prstGeom xmlns:a="http://schemas.openxmlformats.org/drawingml/2006/main" prst="rect">
            <a:avLst/>
          </a:prstGeom>
        </p:spPr>
      </p:pic>
      <p:pic>
        <p:nvPicPr>
          <p:cNvPr id="20" name="formed-signal" descr="s(t)=(m_\delta*h)(t)=\sum_n m(nT_s)h(t-nT_s)">
            <a:extLst xmlns:a="http://schemas.openxmlformats.org/drawingml/2006/main">
              <a:ext uri="{FF2B5EF4-FFF2-40B4-BE49-F238E27FC236}">
                <a16:creationId xmlns:a16="http://schemas.microsoft.com/office/drawing/2014/main" id="{54B69950-473B-49E6-848F-03B3D7F54B3E}"/>
              </a:ext>
            </a:extLst>
          </p:cNvPr>
          <p:cNvPicPr>
            <a:picLocks xmlns:a="http://schemas.openxmlformats.org/drawingml/2006/main" noChangeAspect="1"/>
          </p:cNvPicPr>
          <p:nvPr/>
        </p:nvPicPr>
        <p:blipFill>
          <a:blip xmlns:r="http://schemas.openxmlformats.org/officeDocument/2006/relationships" xmlns:a="http://schemas.openxmlformats.org/drawingml/2006/main" r:embed="R72eb5d0a9242480b">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6250067"/>
            <a:ext cx="6600825" cy="330041"/>
          </a:xfrm>
          <a:prstGeom xmlns:a="http://schemas.openxmlformats.org/drawingml/2006/main" prst="rect">
            <a:avLst/>
          </a:prstGeom>
        </p:spPr>
      </p:pic>
    </p:spTree>
    <p:extLst>
      <p:ext uri="{BB962C8B-B14F-4D97-AF65-F5344CB8AC3E}">
        <p14:creationId xmlns:p14="http://schemas.microsoft.com/office/powerpoint/2010/main" val="1216512014"/>
      </p:ext>
    </p:extLst>
  </p:cSld>
  <p:timing>
    <p:tnLst>
      <p:par>
        <p:cTn id="1" dur="indefinite" restart="never" nodeType="tmRoot">
          <p:childTnLst>
            <p:seq concurrent="1" nextAc="seek">
              <p:cTn id="2" dur="indefinite" nodeType="mainSeq">
                <p:childTnLst>
                  <p:par>
                    <p:cTn id="19" fill="hold" restart="never" repeatCount="1000">
                      <p:stCondLst>
                        <p:cond delay="indefinite"/>
                      </p:stCondLst>
                      <p:childTnLst>
                        <p:par>
                          <p:cTn id="20" fill="hold" dur="3450">
                            <p:stCondLst>
                              <p:cond delay="0"/>
                            </p:stCondLst>
                            <p:childTnLst>
                              <p:par>
                                <p:cTn id="21" presetID="1" presetClass="entr" presetSubtype="0" fill="hold" nodeType="clickEffect" restart="never">
                                  <p:stCondLst>
                                    <p:cond delay="35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restart="never">
                                  <p:stCondLst>
                                    <p:cond delay="45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restart="never">
                                  <p:stCondLst>
                                    <p:cond delay="55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restart="never">
                                  <p:stCondLst>
                                    <p:cond delay="65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restart="never">
                                  <p:stCondLst>
                                    <p:cond delay="75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restart="never">
                                  <p:stCondLst>
                                    <p:cond delay="85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restart="never">
                                  <p:stCondLst>
                                    <p:cond delay="95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restart="never">
                                  <p:stCondLst>
                                    <p:cond delay="105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restart="never">
                                  <p:stCondLst>
                                    <p:cond delay="115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restart="never">
                                  <p:stCondLst>
                                    <p:cond delay="125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restart="never">
                                  <p:stCondLst>
                                    <p:cond delay="135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restart="never">
                                  <p:stCondLst>
                                    <p:cond delay="145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restart="never">
                                  <p:stCondLst>
                                    <p:cond delay="155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restart="never">
                                  <p:stCondLst>
                                    <p:cond delay="165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restart="never">
                                  <p:stCondLst>
                                    <p:cond delay="175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restart="never">
                                  <p:stCondLst>
                                    <p:cond delay="185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restart="never">
                                  <p:stCondLst>
                                    <p:cond delay="195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restart="never">
                                  <p:stCondLst>
                                    <p:cond delay="205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restart="never">
                                  <p:stCondLst>
                                    <p:cond delay="215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restart="never">
                                  <p:stCondLst>
                                    <p:cond delay="225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restart="never">
                                  <p:stCondLst>
                                    <p:cond delay="235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restart="never">
                                  <p:stCondLst>
                                    <p:cond delay="245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restart="never">
                                  <p:stCondLst>
                                    <p:cond delay="255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restart="never">
                                  <p:stCondLst>
                                    <p:cond delay="265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nodeType="withEffect" restart="never">
                                  <p:stCondLst>
                                    <p:cond delay="275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71" fill="hold" restart="never" repeatCount="1000">
                      <p:stCondLst>
                        <p:cond delay="indefinite"/>
                      </p:stCondLst>
                      <p:childTnLst>
                        <p:par>
                          <p:cTn id="72" fill="hold" dur="4250">
                            <p:stCondLst>
                              <p:cond delay="0"/>
                            </p:stCondLst>
                            <p:childTnLst>
                              <p:par>
                                <p:cTn id="73" presetID="1" presetClass="entr" presetSubtype="0" fill="hold" nodeType="clickEffect" restart="never">
                                  <p:stCondLst>
                                    <p:cond delay="0"/>
                                  </p:stCondLst>
                                  <p:childTnLst>
                                    <p:set>
                                      <p:cBhvr>
                                        <p:cTn id="74" dur="1" fill="hold">
                                          <p:stCondLst>
                                            <p:cond delay="0"/>
                                          </p:stCondLst>
                                        </p:cTn>
                                        <p:tgtEl>
                                          <p:spTgt spid="10"/>
                                        </p:tgtEl>
                                        <p:attrNameLst>
                                          <p:attrName>style.visibility</p:attrName>
                                        </p:attrNameLst>
                                      </p:cBhvr>
                                      <p:to>
                                        <p:strVal val="visible"/>
                                      </p:to>
                                    </p:set>
                                  </p:childTnLst>
                                </p:cTn>
                              </p:par>
                              <p:par>
                                <p:cTn id="75" presetID="1" presetClass="entr" presetSubtype="0" fill="hold" nodeType="withEffect" restart="never">
                                  <p:stCondLst>
                                    <p:cond delay="350"/>
                                  </p:stCondLst>
                                  <p:childTnLst>
                                    <p:set>
                                      <p:cBhvr>
                                        <p:cTn id="76" dur="1" fill="hold">
                                          <p:stCondLst>
                                            <p:cond delay="0"/>
                                          </p:stCondLst>
                                        </p:cTn>
                                        <p:tgtEl>
                                          <p:spTgt spid="47"/>
                                        </p:tgtEl>
                                        <p:attrNameLst>
                                          <p:attrName>style.visibility</p:attrName>
                                        </p:attrNameLst>
                                      </p:cBhvr>
                                      <p:to>
                                        <p:strVal val="visible"/>
                                      </p:to>
                                    </p:set>
                                  </p:childTnLst>
                                </p:cTn>
                              </p:par>
                              <p:par>
                                <p:cTn id="77" presetID="1" presetClass="entr" presetSubtype="0" fill="hold" nodeType="withEffect" restart="never">
                                  <p:stCondLst>
                                    <p:cond delay="45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ntr" presetSubtype="0" fill="hold" nodeType="withEffect" restart="never">
                                  <p:stCondLst>
                                    <p:cond delay="550"/>
                                  </p:stCondLst>
                                  <p:childTnLst>
                                    <p:set>
                                      <p:cBhvr>
                                        <p:cTn id="80" dur="1" fill="hold">
                                          <p:stCondLst>
                                            <p:cond delay="0"/>
                                          </p:stCondLst>
                                        </p:cTn>
                                        <p:tgtEl>
                                          <p:spTgt spid="49"/>
                                        </p:tgtEl>
                                        <p:attrNameLst>
                                          <p:attrName>style.visibility</p:attrName>
                                        </p:attrNameLst>
                                      </p:cBhvr>
                                      <p:to>
                                        <p:strVal val="visible"/>
                                      </p:to>
                                    </p:set>
                                  </p:childTnLst>
                                </p:cTn>
                              </p:par>
                              <p:par>
                                <p:cTn id="81" presetID="1" presetClass="entr" presetSubtype="0" fill="hold" nodeType="withEffect" restart="never">
                                  <p:stCondLst>
                                    <p:cond delay="650"/>
                                  </p:stCondLst>
                                  <p:childTnLst>
                                    <p:set>
                                      <p:cBhvr>
                                        <p:cTn id="82" dur="1" fill="hold">
                                          <p:stCondLst>
                                            <p:cond delay="0"/>
                                          </p:stCondLst>
                                        </p:cTn>
                                        <p:tgtEl>
                                          <p:spTgt spid="50"/>
                                        </p:tgtEl>
                                        <p:attrNameLst>
                                          <p:attrName>style.visibility</p:attrName>
                                        </p:attrNameLst>
                                      </p:cBhvr>
                                      <p:to>
                                        <p:strVal val="visible"/>
                                      </p:to>
                                    </p:set>
                                  </p:childTnLst>
                                </p:cTn>
                              </p:par>
                              <p:par>
                                <p:cTn id="83" presetID="1" presetClass="entr" presetSubtype="0" fill="hold" nodeType="withEffect" restart="never">
                                  <p:stCondLst>
                                    <p:cond delay="750"/>
                                  </p:stCondLst>
                                  <p:childTnLst>
                                    <p:set>
                                      <p:cBhvr>
                                        <p:cTn id="84" dur="1" fill="hold">
                                          <p:stCondLst>
                                            <p:cond delay="0"/>
                                          </p:stCondLst>
                                        </p:cTn>
                                        <p:tgtEl>
                                          <p:spTgt spid="51"/>
                                        </p:tgtEl>
                                        <p:attrNameLst>
                                          <p:attrName>style.visibility</p:attrName>
                                        </p:attrNameLst>
                                      </p:cBhvr>
                                      <p:to>
                                        <p:strVal val="visible"/>
                                      </p:to>
                                    </p:set>
                                  </p:childTnLst>
                                </p:cTn>
                              </p:par>
                              <p:par>
                                <p:cTn id="85" presetID="1" presetClass="entr" presetSubtype="0" fill="hold" nodeType="withEffect" restart="never">
                                  <p:stCondLst>
                                    <p:cond delay="850"/>
                                  </p:stCondLst>
                                  <p:childTnLst>
                                    <p:set>
                                      <p:cBhvr>
                                        <p:cTn id="86" dur="1" fill="hold">
                                          <p:stCondLst>
                                            <p:cond delay="0"/>
                                          </p:stCondLst>
                                        </p:cTn>
                                        <p:tgtEl>
                                          <p:spTgt spid="52"/>
                                        </p:tgtEl>
                                        <p:attrNameLst>
                                          <p:attrName>style.visibility</p:attrName>
                                        </p:attrNameLst>
                                      </p:cBhvr>
                                      <p:to>
                                        <p:strVal val="visible"/>
                                      </p:to>
                                    </p:set>
                                  </p:childTnLst>
                                </p:cTn>
                              </p:par>
                              <p:par>
                                <p:cTn id="87" presetID="1" presetClass="entr" presetSubtype="0" fill="hold" nodeType="withEffect" restart="never">
                                  <p:stCondLst>
                                    <p:cond delay="950"/>
                                  </p:stCondLst>
                                  <p:childTnLst>
                                    <p:set>
                                      <p:cBhvr>
                                        <p:cTn id="88" dur="1" fill="hold">
                                          <p:stCondLst>
                                            <p:cond delay="0"/>
                                          </p:stCondLst>
                                        </p:cTn>
                                        <p:tgtEl>
                                          <p:spTgt spid="53"/>
                                        </p:tgtEl>
                                        <p:attrNameLst>
                                          <p:attrName>style.visibility</p:attrName>
                                        </p:attrNameLst>
                                      </p:cBhvr>
                                      <p:to>
                                        <p:strVal val="visible"/>
                                      </p:to>
                                    </p:set>
                                  </p:childTnLst>
                                </p:cTn>
                              </p:par>
                              <p:par>
                                <p:cTn id="89" presetID="1" presetClass="entr" presetSubtype="0" fill="hold" nodeType="withEffect" restart="never">
                                  <p:stCondLst>
                                    <p:cond delay="1050"/>
                                  </p:stCondLst>
                                  <p:childTnLst>
                                    <p:set>
                                      <p:cBhvr>
                                        <p:cTn id="90" dur="1" fill="hold">
                                          <p:stCondLst>
                                            <p:cond delay="0"/>
                                          </p:stCondLst>
                                        </p:cTn>
                                        <p:tgtEl>
                                          <p:spTgt spid="54"/>
                                        </p:tgtEl>
                                        <p:attrNameLst>
                                          <p:attrName>style.visibility</p:attrName>
                                        </p:attrNameLst>
                                      </p:cBhvr>
                                      <p:to>
                                        <p:strVal val="visible"/>
                                      </p:to>
                                    </p:set>
                                  </p:childTnLst>
                                </p:cTn>
                              </p:par>
                              <p:par>
                                <p:cTn id="91" presetID="1" presetClass="entr" presetSubtype="0" fill="hold" nodeType="withEffect" restart="never">
                                  <p:stCondLst>
                                    <p:cond delay="1150"/>
                                  </p:stCondLst>
                                  <p:childTnLst>
                                    <p:set>
                                      <p:cBhvr>
                                        <p:cTn id="92" dur="1" fill="hold">
                                          <p:stCondLst>
                                            <p:cond delay="0"/>
                                          </p:stCondLst>
                                        </p:cTn>
                                        <p:tgtEl>
                                          <p:spTgt spid="55"/>
                                        </p:tgtEl>
                                        <p:attrNameLst>
                                          <p:attrName>style.visibility</p:attrName>
                                        </p:attrNameLst>
                                      </p:cBhvr>
                                      <p:to>
                                        <p:strVal val="visible"/>
                                      </p:to>
                                    </p:set>
                                  </p:childTnLst>
                                </p:cTn>
                              </p:par>
                              <p:par>
                                <p:cTn id="93" presetID="1" presetClass="entr" presetSubtype="0" fill="hold" nodeType="withEffect" restart="never">
                                  <p:stCondLst>
                                    <p:cond delay="125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ntr" presetSubtype="0" fill="hold" nodeType="withEffect" restart="never">
                                  <p:stCondLst>
                                    <p:cond delay="1350"/>
                                  </p:stCondLst>
                                  <p:childTnLst>
                                    <p:set>
                                      <p:cBhvr>
                                        <p:cTn id="96" dur="1" fill="hold">
                                          <p:stCondLst>
                                            <p:cond delay="0"/>
                                          </p:stCondLst>
                                        </p:cTn>
                                        <p:tgtEl>
                                          <p:spTgt spid="57"/>
                                        </p:tgtEl>
                                        <p:attrNameLst>
                                          <p:attrName>style.visibility</p:attrName>
                                        </p:attrNameLst>
                                      </p:cBhvr>
                                      <p:to>
                                        <p:strVal val="visible"/>
                                      </p:to>
                                    </p:set>
                                  </p:childTnLst>
                                </p:cTn>
                              </p:par>
                              <p:par>
                                <p:cTn id="97" presetID="1" presetClass="entr" presetSubtype="0" fill="hold" nodeType="withEffect" restart="never">
                                  <p:stCondLst>
                                    <p:cond delay="1450"/>
                                  </p:stCondLst>
                                  <p:childTnLst>
                                    <p:set>
                                      <p:cBhvr>
                                        <p:cTn id="98" dur="1" fill="hold">
                                          <p:stCondLst>
                                            <p:cond delay="0"/>
                                          </p:stCondLst>
                                        </p:cTn>
                                        <p:tgtEl>
                                          <p:spTgt spid="58"/>
                                        </p:tgtEl>
                                        <p:attrNameLst>
                                          <p:attrName>style.visibility</p:attrName>
                                        </p:attrNameLst>
                                      </p:cBhvr>
                                      <p:to>
                                        <p:strVal val="visible"/>
                                      </p:to>
                                    </p:set>
                                  </p:childTnLst>
                                </p:cTn>
                              </p:par>
                              <p:par>
                                <p:cTn id="99" presetID="1" presetClass="entr" presetSubtype="0" fill="hold" nodeType="withEffect" restart="never">
                                  <p:stCondLst>
                                    <p:cond delay="1550"/>
                                  </p:stCondLst>
                                  <p:childTnLst>
                                    <p:set>
                                      <p:cBhvr>
                                        <p:cTn id="100" dur="1" fill="hold">
                                          <p:stCondLst>
                                            <p:cond delay="0"/>
                                          </p:stCondLst>
                                        </p:cTn>
                                        <p:tgtEl>
                                          <p:spTgt spid="59"/>
                                        </p:tgtEl>
                                        <p:attrNameLst>
                                          <p:attrName>style.visibility</p:attrName>
                                        </p:attrNameLst>
                                      </p:cBhvr>
                                      <p:to>
                                        <p:strVal val="visible"/>
                                      </p:to>
                                    </p:set>
                                  </p:childTnLst>
                                </p:cTn>
                              </p:par>
                              <p:par>
                                <p:cTn id="101" presetID="1" presetClass="entr" presetSubtype="0" fill="hold" nodeType="withEffect" restart="never">
                                  <p:stCondLst>
                                    <p:cond delay="1650"/>
                                  </p:stCondLst>
                                  <p:childTnLst>
                                    <p:set>
                                      <p:cBhvr>
                                        <p:cTn id="102" dur="1" fill="hold">
                                          <p:stCondLst>
                                            <p:cond delay="0"/>
                                          </p:stCondLst>
                                        </p:cTn>
                                        <p:tgtEl>
                                          <p:spTgt spid="60"/>
                                        </p:tgtEl>
                                        <p:attrNameLst>
                                          <p:attrName>style.visibility</p:attrName>
                                        </p:attrNameLst>
                                      </p:cBhvr>
                                      <p:to>
                                        <p:strVal val="visible"/>
                                      </p:to>
                                    </p:set>
                                  </p:childTnLst>
                                </p:cTn>
                              </p:par>
                              <p:par>
                                <p:cTn id="103" presetID="1" presetClass="entr" presetSubtype="0" fill="hold" nodeType="withEffect" restart="never">
                                  <p:stCondLst>
                                    <p:cond delay="1750"/>
                                  </p:stCondLst>
                                  <p:childTnLst>
                                    <p:set>
                                      <p:cBhvr>
                                        <p:cTn id="104" dur="1" fill="hold">
                                          <p:stCondLst>
                                            <p:cond delay="0"/>
                                          </p:stCondLst>
                                        </p:cTn>
                                        <p:tgtEl>
                                          <p:spTgt spid="61"/>
                                        </p:tgtEl>
                                        <p:attrNameLst>
                                          <p:attrName>style.visibility</p:attrName>
                                        </p:attrNameLst>
                                      </p:cBhvr>
                                      <p:to>
                                        <p:strVal val="visible"/>
                                      </p:to>
                                    </p:set>
                                  </p:childTnLst>
                                </p:cTn>
                              </p:par>
                              <p:par>
                                <p:cTn id="105" presetID="1" presetClass="entr" presetSubtype="0" fill="hold" nodeType="withEffect" restart="never">
                                  <p:stCondLst>
                                    <p:cond delay="1850"/>
                                  </p:stCondLst>
                                  <p:childTnLst>
                                    <p:set>
                                      <p:cBhvr>
                                        <p:cTn id="106" dur="1" fill="hold">
                                          <p:stCondLst>
                                            <p:cond delay="0"/>
                                          </p:stCondLst>
                                        </p:cTn>
                                        <p:tgtEl>
                                          <p:spTgt spid="62"/>
                                        </p:tgtEl>
                                        <p:attrNameLst>
                                          <p:attrName>style.visibility</p:attrName>
                                        </p:attrNameLst>
                                      </p:cBhvr>
                                      <p:to>
                                        <p:strVal val="visible"/>
                                      </p:to>
                                    </p:set>
                                  </p:childTnLst>
                                </p:cTn>
                              </p:par>
                              <p:par>
                                <p:cTn id="107" presetID="1" presetClass="entr" presetSubtype="0" fill="hold" nodeType="withEffect" restart="never">
                                  <p:stCondLst>
                                    <p:cond delay="1950"/>
                                  </p:stCondLst>
                                  <p:childTnLst>
                                    <p:set>
                                      <p:cBhvr>
                                        <p:cTn id="108" dur="1" fill="hold">
                                          <p:stCondLst>
                                            <p:cond delay="0"/>
                                          </p:stCondLst>
                                        </p:cTn>
                                        <p:tgtEl>
                                          <p:spTgt spid="63"/>
                                        </p:tgtEl>
                                        <p:attrNameLst>
                                          <p:attrName>style.visibility</p:attrName>
                                        </p:attrNameLst>
                                      </p:cBhvr>
                                      <p:to>
                                        <p:strVal val="visible"/>
                                      </p:to>
                                    </p:set>
                                  </p:childTnLst>
                                </p:cTn>
                              </p:par>
                              <p:par>
                                <p:cTn id="109" presetID="1" presetClass="entr" presetSubtype="0" fill="hold" nodeType="withEffect" restart="never">
                                  <p:stCondLst>
                                    <p:cond delay="2050"/>
                                  </p:stCondLst>
                                  <p:childTnLst>
                                    <p:set>
                                      <p:cBhvr>
                                        <p:cTn id="110" dur="1" fill="hold">
                                          <p:stCondLst>
                                            <p:cond delay="0"/>
                                          </p:stCondLst>
                                        </p:cTn>
                                        <p:tgtEl>
                                          <p:spTgt spid="64"/>
                                        </p:tgtEl>
                                        <p:attrNameLst>
                                          <p:attrName>style.visibility</p:attrName>
                                        </p:attrNameLst>
                                      </p:cBhvr>
                                      <p:to>
                                        <p:strVal val="visible"/>
                                      </p:to>
                                    </p:set>
                                  </p:childTnLst>
                                </p:cTn>
                              </p:par>
                              <p:par>
                                <p:cTn id="111" presetID="1" presetClass="entr" presetSubtype="0" fill="hold" nodeType="withEffect" restart="never">
                                  <p:stCondLst>
                                    <p:cond delay="2150"/>
                                  </p:stCondLst>
                                  <p:childTnLst>
                                    <p:set>
                                      <p:cBhvr>
                                        <p:cTn id="112" dur="1" fill="hold">
                                          <p:stCondLst>
                                            <p:cond delay="0"/>
                                          </p:stCondLst>
                                        </p:cTn>
                                        <p:tgtEl>
                                          <p:spTgt spid="65"/>
                                        </p:tgtEl>
                                        <p:attrNameLst>
                                          <p:attrName>style.visibility</p:attrName>
                                        </p:attrNameLst>
                                      </p:cBhvr>
                                      <p:to>
                                        <p:strVal val="visible"/>
                                      </p:to>
                                    </p:set>
                                  </p:childTnLst>
                                </p:cTn>
                              </p:par>
                              <p:par>
                                <p:cTn id="113" presetID="1" presetClass="entr" presetSubtype="0" fill="hold" nodeType="withEffect" restart="never">
                                  <p:stCondLst>
                                    <p:cond delay="2250"/>
                                  </p:stCondLst>
                                  <p:childTnLst>
                                    <p:set>
                                      <p:cBhvr>
                                        <p:cTn id="114" dur="1" fill="hold">
                                          <p:stCondLst>
                                            <p:cond delay="0"/>
                                          </p:stCondLst>
                                        </p:cTn>
                                        <p:tgtEl>
                                          <p:spTgt spid="66"/>
                                        </p:tgtEl>
                                        <p:attrNameLst>
                                          <p:attrName>style.visibility</p:attrName>
                                        </p:attrNameLst>
                                      </p:cBhvr>
                                      <p:to>
                                        <p:strVal val="visible"/>
                                      </p:to>
                                    </p:set>
                                  </p:childTnLst>
                                </p:cTn>
                              </p:par>
                              <p:par>
                                <p:cTn id="115" presetID="1" presetClass="entr" presetSubtype="0" fill="hold" nodeType="withEffect" restart="never">
                                  <p:stCondLst>
                                    <p:cond delay="2350"/>
                                  </p:stCondLst>
                                  <p:childTnLst>
                                    <p:set>
                                      <p:cBhvr>
                                        <p:cTn id="116" dur="1" fill="hold">
                                          <p:stCondLst>
                                            <p:cond delay="0"/>
                                          </p:stCondLst>
                                        </p:cTn>
                                        <p:tgtEl>
                                          <p:spTgt spid="67"/>
                                        </p:tgtEl>
                                        <p:attrNameLst>
                                          <p:attrName>style.visibility</p:attrName>
                                        </p:attrNameLst>
                                      </p:cBhvr>
                                      <p:to>
                                        <p:strVal val="visible"/>
                                      </p:to>
                                    </p:set>
                                  </p:childTnLst>
                                </p:cTn>
                              </p:par>
                              <p:par>
                                <p:cTn id="117" presetID="1" presetClass="entr" presetSubtype="0" fill="hold" nodeType="withEffect" restart="never">
                                  <p:stCondLst>
                                    <p:cond delay="2450"/>
                                  </p:stCondLst>
                                  <p:childTnLst>
                                    <p:set>
                                      <p:cBhvr>
                                        <p:cTn id="118" dur="1" fill="hold">
                                          <p:stCondLst>
                                            <p:cond delay="0"/>
                                          </p:stCondLst>
                                        </p:cTn>
                                        <p:tgtEl>
                                          <p:spTgt spid="68"/>
                                        </p:tgtEl>
                                        <p:attrNameLst>
                                          <p:attrName>style.visibility</p:attrName>
                                        </p:attrNameLst>
                                      </p:cBhvr>
                                      <p:to>
                                        <p:strVal val="visible"/>
                                      </p:to>
                                    </p:set>
                                  </p:childTnLst>
                                </p:cTn>
                              </p:par>
                              <p:par>
                                <p:cTn id="119" presetID="1" presetClass="entr" presetSubtype="0" fill="hold" nodeType="withEffect" restart="never">
                                  <p:stCondLst>
                                    <p:cond delay="2550"/>
                                  </p:stCondLst>
                                  <p:childTnLst>
                                    <p:set>
                                      <p:cBhvr>
                                        <p:cTn id="120" dur="1" fill="hold">
                                          <p:stCondLst>
                                            <p:cond delay="0"/>
                                          </p:stCondLst>
                                        </p:cTn>
                                        <p:tgtEl>
                                          <p:spTgt spid="69"/>
                                        </p:tgtEl>
                                        <p:attrNameLst>
                                          <p:attrName>style.visibility</p:attrName>
                                        </p:attrNameLst>
                                      </p:cBhvr>
                                      <p:to>
                                        <p:strVal val="visible"/>
                                      </p:to>
                                    </p:set>
                                  </p:childTnLst>
                                </p:cTn>
                              </p:par>
                              <p:par>
                                <p:cTn id="121" presetID="1" presetClass="entr" presetSubtype="0" fill="hold" nodeType="withEffect" restart="never">
                                  <p:stCondLst>
                                    <p:cond delay="2650"/>
                                  </p:stCondLst>
                                  <p:childTnLst>
                                    <p:set>
                                      <p:cBhvr>
                                        <p:cTn id="122" dur="1" fill="hold">
                                          <p:stCondLst>
                                            <p:cond delay="0"/>
                                          </p:stCondLst>
                                        </p:cTn>
                                        <p:tgtEl>
                                          <p:spTgt spid="70"/>
                                        </p:tgtEl>
                                        <p:attrNameLst>
                                          <p:attrName>style.visibility</p:attrName>
                                        </p:attrNameLst>
                                      </p:cBhvr>
                                      <p:to>
                                        <p:strVal val="visible"/>
                                      </p:to>
                                    </p:set>
                                  </p:childTnLst>
                                </p:cTn>
                              </p:par>
                              <p:par>
                                <p:cTn id="123" presetID="1" presetClass="entr" presetSubtype="0" fill="hold" nodeType="withEffect" restart="never">
                                  <p:stCondLst>
                                    <p:cond delay="2750"/>
                                  </p:stCondLst>
                                  <p:childTnLst>
                                    <p:set>
                                      <p:cBhvr>
                                        <p:cTn id="124" dur="1" fill="hold">
                                          <p:stCondLst>
                                            <p:cond delay="0"/>
                                          </p:stCondLst>
                                        </p:cTn>
                                        <p:tgtEl>
                                          <p:spTgt spid="71"/>
                                        </p:tgtEl>
                                        <p:attrNameLst>
                                          <p:attrName>style.visibility</p:attrName>
                                        </p:attrNameLst>
                                      </p:cBhvr>
                                      <p:to>
                                        <p:strVal val="visible"/>
                                      </p:to>
                                    </p:set>
                                  </p:childTnLst>
                                </p:cTn>
                              </p:par>
                              <p:par>
                                <p:cTn id="125" presetID="1" presetClass="entr" presetSubtype="0" fill="hold" nodeType="withEffect" restart="never">
                                  <p:stCondLst>
                                    <p:cond delay="2850"/>
                                  </p:stCondLst>
                                  <p:childTnLst>
                                    <p:set>
                                      <p:cBhvr>
                                        <p:cTn id="126" dur="1" fill="hold">
                                          <p:stCondLst>
                                            <p:cond delay="0"/>
                                          </p:stCondLst>
                                        </p:cTn>
                                        <p:tgtEl>
                                          <p:spTgt spid="72"/>
                                        </p:tgtEl>
                                        <p:attrNameLst>
                                          <p:attrName>style.visibility</p:attrName>
                                        </p:attrNameLst>
                                      </p:cBhvr>
                                      <p:to>
                                        <p:strVal val="visible"/>
                                      </p:to>
                                    </p:set>
                                  </p:childTnLst>
                                </p:cTn>
                              </p:par>
                              <p:par>
                                <p:cTn id="127" presetID="1" presetClass="entr" presetSubtype="0" fill="hold" nodeType="withEffect" restart="never">
                                  <p:stCondLst>
                                    <p:cond delay="2950"/>
                                  </p:stCondLst>
                                  <p:childTnLst>
                                    <p:set>
                                      <p:cBhvr>
                                        <p:cTn id="128" dur="1" fill="hold">
                                          <p:stCondLst>
                                            <p:cond delay="0"/>
                                          </p:stCondLst>
                                        </p:cTn>
                                        <p:tgtEl>
                                          <p:spTgt spid="73"/>
                                        </p:tgtEl>
                                        <p:attrNameLst>
                                          <p:attrName>style.visibility</p:attrName>
                                        </p:attrNameLst>
                                      </p:cBhvr>
                                      <p:to>
                                        <p:strVal val="visible"/>
                                      </p:to>
                                    </p:set>
                                  </p:childTnLst>
                                </p:cTn>
                              </p:par>
                              <p:par>
                                <p:cTn id="129" presetID="1" presetClass="entr" presetSubtype="0" fill="hold" nodeType="withEffect" restart="never">
                                  <p:stCondLst>
                                    <p:cond delay="3050"/>
                                  </p:stCondLst>
                                  <p:childTnLst>
                                    <p:set>
                                      <p:cBhvr>
                                        <p:cTn id="130" dur="1" fill="hold">
                                          <p:stCondLst>
                                            <p:cond delay="0"/>
                                          </p:stCondLst>
                                        </p:cTn>
                                        <p:tgtEl>
                                          <p:spTgt spid="74"/>
                                        </p:tgtEl>
                                        <p:attrNameLst>
                                          <p:attrName>style.visibility</p:attrName>
                                        </p:attrNameLst>
                                      </p:cBhvr>
                                      <p:to>
                                        <p:strVal val="visible"/>
                                      </p:to>
                                    </p:set>
                                  </p:childTnLst>
                                </p:cTn>
                              </p:par>
                              <p:par>
                                <p:cTn id="131" presetID="1" presetClass="entr" presetSubtype="0" fill="hold" nodeType="withEffect" restart="never">
                                  <p:stCondLst>
                                    <p:cond delay="3150"/>
                                  </p:stCondLst>
                                  <p:childTnLst>
                                    <p:set>
                                      <p:cBhvr>
                                        <p:cTn id="132" dur="1" fill="hold">
                                          <p:stCondLst>
                                            <p:cond delay="0"/>
                                          </p:stCondLst>
                                        </p:cTn>
                                        <p:tgtEl>
                                          <p:spTgt spid="75"/>
                                        </p:tgtEl>
                                        <p:attrNameLst>
                                          <p:attrName>style.visibility</p:attrName>
                                        </p:attrNameLst>
                                      </p:cBhvr>
                                      <p:to>
                                        <p:strVal val="visible"/>
                                      </p:to>
                                    </p:set>
                                  </p:childTnLst>
                                </p:cTn>
                              </p:par>
                              <p:par>
                                <p:cTn id="133" presetID="1" presetClass="entr" presetSubtype="0" fill="hold" nodeType="withEffect" restart="never">
                                  <p:stCondLst>
                                    <p:cond delay="3250"/>
                                  </p:stCondLst>
                                  <p:childTnLst>
                                    <p:set>
                                      <p:cBhvr>
                                        <p:cTn id="134" dur="1" fill="hold">
                                          <p:stCondLst>
                                            <p:cond delay="0"/>
                                          </p:stCondLst>
                                        </p:cTn>
                                        <p:tgtEl>
                                          <p:spTgt spid="76"/>
                                        </p:tgtEl>
                                        <p:attrNameLst>
                                          <p:attrName>style.visibility</p:attrName>
                                        </p:attrNameLst>
                                      </p:cBhvr>
                                      <p:to>
                                        <p:strVal val="visible"/>
                                      </p:to>
                                    </p:set>
                                  </p:childTnLst>
                                </p:cTn>
                              </p:par>
                              <p:par>
                                <p:cTn id="135" presetID="1" presetClass="entr" presetSubtype="0" fill="hold" nodeType="withEffect" restart="never">
                                  <p:stCondLst>
                                    <p:cond delay="3350"/>
                                  </p:stCondLst>
                                  <p:childTnLst>
                                    <p:set>
                                      <p:cBhvr>
                                        <p:cTn id="136" dur="1" fill="hold">
                                          <p:stCondLst>
                                            <p:cond delay="0"/>
                                          </p:stCondLst>
                                        </p:cTn>
                                        <p:tgtEl>
                                          <p:spTgt spid="77"/>
                                        </p:tgtEl>
                                        <p:attrNameLst>
                                          <p:attrName>style.visibility</p:attrName>
                                        </p:attrNameLst>
                                      </p:cBhvr>
                                      <p:to>
                                        <p:strVal val="visible"/>
                                      </p:to>
                                    </p:set>
                                  </p:childTnLst>
                                </p:cTn>
                              </p:par>
                              <p:par>
                                <p:cTn id="137" presetID="1" presetClass="entr" presetSubtype="0" fill="hold" nodeType="withEffect" restart="never">
                                  <p:stCondLst>
                                    <p:cond delay="3450"/>
                                  </p:stCondLst>
                                  <p:childTnLst>
                                    <p:set>
                                      <p:cBhvr>
                                        <p:cTn id="138" dur="1" fill="hold">
                                          <p:stCondLst>
                                            <p:cond delay="0"/>
                                          </p:stCondLst>
                                        </p:cTn>
                                        <p:tgtEl>
                                          <p:spTgt spid="78"/>
                                        </p:tgtEl>
                                        <p:attrNameLst>
                                          <p:attrName>style.visibility</p:attrName>
                                        </p:attrNameLst>
                                      </p:cBhvr>
                                      <p:to>
                                        <p:strVal val="visible"/>
                                      </p:to>
                                    </p:set>
                                  </p:childTnLst>
                                </p:cTn>
                              </p:par>
                              <p:par>
                                <p:cTn id="139" presetID="1" presetClass="entr" presetSubtype="0" fill="hold" nodeType="withEffect" restart="never">
                                  <p:stCondLst>
                                    <p:cond delay="3550"/>
                                  </p:stCondLst>
                                  <p:childTnLst>
                                    <p:set>
                                      <p:cBhvr>
                                        <p:cTn id="140" dur="1" fill="hold">
                                          <p:stCondLst>
                                            <p:cond delay="0"/>
                                          </p:stCondLst>
                                        </p:cTn>
                                        <p:tgtEl>
                                          <p:spTgt spid="79"/>
                                        </p:tgtEl>
                                        <p:attrNameLst>
                                          <p:attrName>style.visibility</p:attrName>
                                        </p:attrNameLst>
                                      </p:cBhvr>
                                      <p:to>
                                        <p:strVal val="visible"/>
                                      </p:to>
                                    </p:set>
                                  </p:childTnLst>
                                </p:cTn>
                              </p:par>
                            </p:childTnLst>
                          </p:cTn>
                        </p:par>
                      </p:childTnLst>
                    </p:cTn>
                  </p:par>
                  <p:par>
                    <p:cTn id="141" fill="hold" restart="never" repeatCount="1000">
                      <p:stCondLst>
                        <p:cond delay="indefinite"/>
                      </p:stCondLst>
                      <p:childTnLst>
                        <p:par>
                          <p:cTn id="142" fill="hold" dur="3850">
                            <p:stCondLst>
                              <p:cond delay="0"/>
                            </p:stCondLst>
                            <p:childTnLst>
                              <p:par>
                                <p:cTn id="143" presetID="1" presetClass="entr" presetSubtype="0" fill="hold" nodeType="clickEffect" restart="never">
                                  <p:stCondLst>
                                    <p:cond delay="0"/>
                                  </p:stCondLst>
                                  <p:childTnLst>
                                    <p:set>
                                      <p:cBhvr>
                                        <p:cTn id="144" dur="1" fill="hold">
                                          <p:stCondLst>
                                            <p:cond delay="0"/>
                                          </p:stCondLst>
                                        </p:cTn>
                                        <p:tgtEl>
                                          <p:spTgt spid="11"/>
                                        </p:tgtEl>
                                        <p:attrNameLst>
                                          <p:attrName>style.visibility</p:attrName>
                                        </p:attrNameLst>
                                      </p:cBhvr>
                                      <p:to>
                                        <p:strVal val="visible"/>
                                      </p:to>
                                    </p:set>
                                  </p:childTnLst>
                                </p:cTn>
                              </p:par>
                              <p:par>
                                <p:cTn id="145" presetID="1" presetClass="entr" presetSubtype="0" fill="hold" nodeType="withEffect" restart="never">
                                  <p:stCondLst>
                                    <p:cond delay="350"/>
                                  </p:stCondLst>
                                  <p:childTnLst>
                                    <p:set>
                                      <p:cBhvr>
                                        <p:cTn id="146" dur="1" fill="hold">
                                          <p:stCondLst>
                                            <p:cond delay="0"/>
                                          </p:stCondLst>
                                        </p:cTn>
                                        <p:tgtEl>
                                          <p:spTgt spid="80"/>
                                        </p:tgtEl>
                                        <p:attrNameLst>
                                          <p:attrName>style.visibility</p:attrName>
                                        </p:attrNameLst>
                                      </p:cBhvr>
                                      <p:to>
                                        <p:strVal val="visible"/>
                                      </p:to>
                                    </p:set>
                                  </p:childTnLst>
                                </p:cTn>
                              </p:par>
                              <p:par>
                                <p:cTn id="147" presetID="1" presetClass="entr" presetSubtype="0" fill="hold" nodeType="withEffect" restart="never">
                                  <p:stCondLst>
                                    <p:cond delay="450"/>
                                  </p:stCondLst>
                                  <p:childTnLst>
                                    <p:set>
                                      <p:cBhvr>
                                        <p:cTn id="148" dur="1" fill="hold">
                                          <p:stCondLst>
                                            <p:cond delay="0"/>
                                          </p:stCondLst>
                                        </p:cTn>
                                        <p:tgtEl>
                                          <p:spTgt spid="81"/>
                                        </p:tgtEl>
                                        <p:attrNameLst>
                                          <p:attrName>style.visibility</p:attrName>
                                        </p:attrNameLst>
                                      </p:cBhvr>
                                      <p:to>
                                        <p:strVal val="visible"/>
                                      </p:to>
                                    </p:set>
                                  </p:childTnLst>
                                </p:cTn>
                              </p:par>
                              <p:par>
                                <p:cTn id="149" presetID="1" presetClass="entr" presetSubtype="0" fill="hold" nodeType="withEffect" restart="never">
                                  <p:stCondLst>
                                    <p:cond delay="550"/>
                                  </p:stCondLst>
                                  <p:childTnLst>
                                    <p:set>
                                      <p:cBhvr>
                                        <p:cTn id="150" dur="1" fill="hold">
                                          <p:stCondLst>
                                            <p:cond delay="0"/>
                                          </p:stCondLst>
                                        </p:cTn>
                                        <p:tgtEl>
                                          <p:spTgt spid="82"/>
                                        </p:tgtEl>
                                        <p:attrNameLst>
                                          <p:attrName>style.visibility</p:attrName>
                                        </p:attrNameLst>
                                      </p:cBhvr>
                                      <p:to>
                                        <p:strVal val="visible"/>
                                      </p:to>
                                    </p:set>
                                  </p:childTnLst>
                                </p:cTn>
                              </p:par>
                              <p:par>
                                <p:cTn id="151" presetID="1" presetClass="entr" presetSubtype="0" fill="hold" nodeType="withEffect" restart="never">
                                  <p:stCondLst>
                                    <p:cond delay="650"/>
                                  </p:stCondLst>
                                  <p:childTnLst>
                                    <p:set>
                                      <p:cBhvr>
                                        <p:cTn id="152" dur="1" fill="hold">
                                          <p:stCondLst>
                                            <p:cond delay="0"/>
                                          </p:stCondLst>
                                        </p:cTn>
                                        <p:tgtEl>
                                          <p:spTgt spid="83"/>
                                        </p:tgtEl>
                                        <p:attrNameLst>
                                          <p:attrName>style.visibility</p:attrName>
                                        </p:attrNameLst>
                                      </p:cBhvr>
                                      <p:to>
                                        <p:strVal val="visible"/>
                                      </p:to>
                                    </p:set>
                                  </p:childTnLst>
                                </p:cTn>
                              </p:par>
                              <p:par>
                                <p:cTn id="153" presetID="1" presetClass="entr" presetSubtype="0" fill="hold" nodeType="withEffect" restart="never">
                                  <p:stCondLst>
                                    <p:cond delay="750"/>
                                  </p:stCondLst>
                                  <p:childTnLst>
                                    <p:set>
                                      <p:cBhvr>
                                        <p:cTn id="154" dur="1" fill="hold">
                                          <p:stCondLst>
                                            <p:cond delay="0"/>
                                          </p:stCondLst>
                                        </p:cTn>
                                        <p:tgtEl>
                                          <p:spTgt spid="84"/>
                                        </p:tgtEl>
                                        <p:attrNameLst>
                                          <p:attrName>style.visibility</p:attrName>
                                        </p:attrNameLst>
                                      </p:cBhvr>
                                      <p:to>
                                        <p:strVal val="visible"/>
                                      </p:to>
                                    </p:set>
                                  </p:childTnLst>
                                </p:cTn>
                              </p:par>
                              <p:par>
                                <p:cTn id="155" presetID="1" presetClass="entr" presetSubtype="0" fill="hold" nodeType="withEffect" restart="never">
                                  <p:stCondLst>
                                    <p:cond delay="850"/>
                                  </p:stCondLst>
                                  <p:childTnLst>
                                    <p:set>
                                      <p:cBhvr>
                                        <p:cTn id="156" dur="1" fill="hold">
                                          <p:stCondLst>
                                            <p:cond delay="0"/>
                                          </p:stCondLst>
                                        </p:cTn>
                                        <p:tgtEl>
                                          <p:spTgt spid="85"/>
                                        </p:tgtEl>
                                        <p:attrNameLst>
                                          <p:attrName>style.visibility</p:attrName>
                                        </p:attrNameLst>
                                      </p:cBhvr>
                                      <p:to>
                                        <p:strVal val="visible"/>
                                      </p:to>
                                    </p:set>
                                  </p:childTnLst>
                                </p:cTn>
                              </p:par>
                              <p:par>
                                <p:cTn id="157" presetID="1" presetClass="entr" presetSubtype="0" fill="hold" nodeType="withEffect" restart="never">
                                  <p:stCondLst>
                                    <p:cond delay="950"/>
                                  </p:stCondLst>
                                  <p:childTnLst>
                                    <p:set>
                                      <p:cBhvr>
                                        <p:cTn id="158" dur="1" fill="hold">
                                          <p:stCondLst>
                                            <p:cond delay="0"/>
                                          </p:stCondLst>
                                        </p:cTn>
                                        <p:tgtEl>
                                          <p:spTgt spid="86"/>
                                        </p:tgtEl>
                                        <p:attrNameLst>
                                          <p:attrName>style.visibility</p:attrName>
                                        </p:attrNameLst>
                                      </p:cBhvr>
                                      <p:to>
                                        <p:strVal val="visible"/>
                                      </p:to>
                                    </p:set>
                                  </p:childTnLst>
                                </p:cTn>
                              </p:par>
                              <p:par>
                                <p:cTn id="159" presetID="1" presetClass="entr" presetSubtype="0" fill="hold" nodeType="withEffect" restart="never">
                                  <p:stCondLst>
                                    <p:cond delay="1050"/>
                                  </p:stCondLst>
                                  <p:childTnLst>
                                    <p:set>
                                      <p:cBhvr>
                                        <p:cTn id="160" dur="1" fill="hold">
                                          <p:stCondLst>
                                            <p:cond delay="0"/>
                                          </p:stCondLst>
                                        </p:cTn>
                                        <p:tgtEl>
                                          <p:spTgt spid="87"/>
                                        </p:tgtEl>
                                        <p:attrNameLst>
                                          <p:attrName>style.visibility</p:attrName>
                                        </p:attrNameLst>
                                      </p:cBhvr>
                                      <p:to>
                                        <p:strVal val="visible"/>
                                      </p:to>
                                    </p:set>
                                  </p:childTnLst>
                                </p:cTn>
                              </p:par>
                              <p:par>
                                <p:cTn id="161" presetID="1" presetClass="entr" presetSubtype="0" fill="hold" nodeType="withEffect" restart="never">
                                  <p:stCondLst>
                                    <p:cond delay="1150"/>
                                  </p:stCondLst>
                                  <p:childTnLst>
                                    <p:set>
                                      <p:cBhvr>
                                        <p:cTn id="162" dur="1" fill="hold">
                                          <p:stCondLst>
                                            <p:cond delay="0"/>
                                          </p:stCondLst>
                                        </p:cTn>
                                        <p:tgtEl>
                                          <p:spTgt spid="88"/>
                                        </p:tgtEl>
                                        <p:attrNameLst>
                                          <p:attrName>style.visibility</p:attrName>
                                        </p:attrNameLst>
                                      </p:cBhvr>
                                      <p:to>
                                        <p:strVal val="visible"/>
                                      </p:to>
                                    </p:set>
                                  </p:childTnLst>
                                </p:cTn>
                              </p:par>
                              <p:par>
                                <p:cTn id="163" presetID="1" presetClass="entr" presetSubtype="0" fill="hold" nodeType="withEffect" restart="never">
                                  <p:stCondLst>
                                    <p:cond delay="1250"/>
                                  </p:stCondLst>
                                  <p:childTnLst>
                                    <p:set>
                                      <p:cBhvr>
                                        <p:cTn id="164" dur="1" fill="hold">
                                          <p:stCondLst>
                                            <p:cond delay="0"/>
                                          </p:stCondLst>
                                        </p:cTn>
                                        <p:tgtEl>
                                          <p:spTgt spid="89"/>
                                        </p:tgtEl>
                                        <p:attrNameLst>
                                          <p:attrName>style.visibility</p:attrName>
                                        </p:attrNameLst>
                                      </p:cBhvr>
                                      <p:to>
                                        <p:strVal val="visible"/>
                                      </p:to>
                                    </p:set>
                                  </p:childTnLst>
                                </p:cTn>
                              </p:par>
                              <p:par>
                                <p:cTn id="165" presetID="1" presetClass="entr" presetSubtype="0" fill="hold" nodeType="withEffect" restart="never">
                                  <p:stCondLst>
                                    <p:cond delay="1350"/>
                                  </p:stCondLst>
                                  <p:childTnLst>
                                    <p:set>
                                      <p:cBhvr>
                                        <p:cTn id="166" dur="1" fill="hold">
                                          <p:stCondLst>
                                            <p:cond delay="0"/>
                                          </p:stCondLst>
                                        </p:cTn>
                                        <p:tgtEl>
                                          <p:spTgt spid="90"/>
                                        </p:tgtEl>
                                        <p:attrNameLst>
                                          <p:attrName>style.visibility</p:attrName>
                                        </p:attrNameLst>
                                      </p:cBhvr>
                                      <p:to>
                                        <p:strVal val="visible"/>
                                      </p:to>
                                    </p:set>
                                  </p:childTnLst>
                                </p:cTn>
                              </p:par>
                              <p:par>
                                <p:cTn id="167" presetID="1" presetClass="entr" presetSubtype="0" fill="hold" nodeType="withEffect" restart="never">
                                  <p:stCondLst>
                                    <p:cond delay="1450"/>
                                  </p:stCondLst>
                                  <p:childTnLst>
                                    <p:set>
                                      <p:cBhvr>
                                        <p:cTn id="168" dur="1" fill="hold">
                                          <p:stCondLst>
                                            <p:cond delay="0"/>
                                          </p:stCondLst>
                                        </p:cTn>
                                        <p:tgtEl>
                                          <p:spTgt spid="91"/>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92"/>
                                        </p:tgtEl>
                                        <p:attrNameLst>
                                          <p:attrName>style.visibility</p:attrName>
                                        </p:attrNameLst>
                                      </p:cBhvr>
                                      <p:to>
                                        <p:strVal val="visible"/>
                                      </p:to>
                                    </p:set>
                                  </p:childTnLst>
                                </p:cTn>
                              </p:par>
                              <p:par>
                                <p:cTn id="171" presetID="1" presetClass="entr" presetSubtype="0" fill="hold" nodeType="withEffect" restart="never">
                                  <p:stCondLst>
                                    <p:cond delay="1650"/>
                                  </p:stCondLst>
                                  <p:childTnLst>
                                    <p:set>
                                      <p:cBhvr>
                                        <p:cTn id="172" dur="1" fill="hold">
                                          <p:stCondLst>
                                            <p:cond delay="0"/>
                                          </p:stCondLst>
                                        </p:cTn>
                                        <p:tgtEl>
                                          <p:spTgt spid="93"/>
                                        </p:tgtEl>
                                        <p:attrNameLst>
                                          <p:attrName>style.visibility</p:attrName>
                                        </p:attrNameLst>
                                      </p:cBhvr>
                                      <p:to>
                                        <p:strVal val="visible"/>
                                      </p:to>
                                    </p:set>
                                  </p:childTnLst>
                                </p:cTn>
                              </p:par>
                              <p:par>
                                <p:cTn id="173" presetID="1" presetClass="entr" presetSubtype="0" fill="hold" nodeType="withEffect" restart="never">
                                  <p:stCondLst>
                                    <p:cond delay="1750"/>
                                  </p:stCondLst>
                                  <p:childTnLst>
                                    <p:set>
                                      <p:cBhvr>
                                        <p:cTn id="174" dur="1" fill="hold">
                                          <p:stCondLst>
                                            <p:cond delay="0"/>
                                          </p:stCondLst>
                                        </p:cTn>
                                        <p:tgtEl>
                                          <p:spTgt spid="94"/>
                                        </p:tgtEl>
                                        <p:attrNameLst>
                                          <p:attrName>style.visibility</p:attrName>
                                        </p:attrNameLst>
                                      </p:cBhvr>
                                      <p:to>
                                        <p:strVal val="visible"/>
                                      </p:to>
                                    </p:set>
                                  </p:childTnLst>
                                </p:cTn>
                              </p:par>
                              <p:par>
                                <p:cTn id="175" presetID="1" presetClass="entr" presetSubtype="0" fill="hold" nodeType="withEffect" restart="never">
                                  <p:stCondLst>
                                    <p:cond delay="1850"/>
                                  </p:stCondLst>
                                  <p:childTnLst>
                                    <p:set>
                                      <p:cBhvr>
                                        <p:cTn id="176" dur="1" fill="hold">
                                          <p:stCondLst>
                                            <p:cond delay="0"/>
                                          </p:stCondLst>
                                        </p:cTn>
                                        <p:tgtEl>
                                          <p:spTgt spid="95"/>
                                        </p:tgtEl>
                                        <p:attrNameLst>
                                          <p:attrName>style.visibility</p:attrName>
                                        </p:attrNameLst>
                                      </p:cBhvr>
                                      <p:to>
                                        <p:strVal val="visible"/>
                                      </p:to>
                                    </p:set>
                                  </p:childTnLst>
                                </p:cTn>
                              </p:par>
                              <p:par>
                                <p:cTn id="177" presetID="1" presetClass="entr" presetSubtype="0" fill="hold" nodeType="withEffect" restart="never">
                                  <p:stCondLst>
                                    <p:cond delay="1950"/>
                                  </p:stCondLst>
                                  <p:childTnLst>
                                    <p:set>
                                      <p:cBhvr>
                                        <p:cTn id="178" dur="1" fill="hold">
                                          <p:stCondLst>
                                            <p:cond delay="0"/>
                                          </p:stCondLst>
                                        </p:cTn>
                                        <p:tgtEl>
                                          <p:spTgt spid="96"/>
                                        </p:tgtEl>
                                        <p:attrNameLst>
                                          <p:attrName>style.visibility</p:attrName>
                                        </p:attrNameLst>
                                      </p:cBhvr>
                                      <p:to>
                                        <p:strVal val="visible"/>
                                      </p:to>
                                    </p:set>
                                  </p:childTnLst>
                                </p:cTn>
                              </p:par>
                              <p:par>
                                <p:cTn id="179" presetID="1" presetClass="entr" presetSubtype="0" fill="hold" nodeType="withEffect" restart="never">
                                  <p:stCondLst>
                                    <p:cond delay="2050"/>
                                  </p:stCondLst>
                                  <p:childTnLst>
                                    <p:set>
                                      <p:cBhvr>
                                        <p:cTn id="180" dur="1" fill="hold">
                                          <p:stCondLst>
                                            <p:cond delay="0"/>
                                          </p:stCondLst>
                                        </p:cTn>
                                        <p:tgtEl>
                                          <p:spTgt spid="97"/>
                                        </p:tgtEl>
                                        <p:attrNameLst>
                                          <p:attrName>style.visibility</p:attrName>
                                        </p:attrNameLst>
                                      </p:cBhvr>
                                      <p:to>
                                        <p:strVal val="visible"/>
                                      </p:to>
                                    </p:set>
                                  </p:childTnLst>
                                </p:cTn>
                              </p:par>
                              <p:par>
                                <p:cTn id="181" presetID="1" presetClass="entr" presetSubtype="0" fill="hold" nodeType="withEffect" restart="never">
                                  <p:stCondLst>
                                    <p:cond delay="2150"/>
                                  </p:stCondLst>
                                  <p:childTnLst>
                                    <p:set>
                                      <p:cBhvr>
                                        <p:cTn id="182" dur="1" fill="hold">
                                          <p:stCondLst>
                                            <p:cond delay="0"/>
                                          </p:stCondLst>
                                        </p:cTn>
                                        <p:tgtEl>
                                          <p:spTgt spid="98"/>
                                        </p:tgtEl>
                                        <p:attrNameLst>
                                          <p:attrName>style.visibility</p:attrName>
                                        </p:attrNameLst>
                                      </p:cBhvr>
                                      <p:to>
                                        <p:strVal val="visible"/>
                                      </p:to>
                                    </p:set>
                                  </p:childTnLst>
                                </p:cTn>
                              </p:par>
                              <p:par>
                                <p:cTn id="183" presetID="1" presetClass="entr" presetSubtype="0" fill="hold" nodeType="withEffect" restart="never">
                                  <p:stCondLst>
                                    <p:cond delay="2250"/>
                                  </p:stCondLst>
                                  <p:childTnLst>
                                    <p:set>
                                      <p:cBhvr>
                                        <p:cTn id="184" dur="1" fill="hold">
                                          <p:stCondLst>
                                            <p:cond delay="0"/>
                                          </p:stCondLst>
                                        </p:cTn>
                                        <p:tgtEl>
                                          <p:spTgt spid="99"/>
                                        </p:tgtEl>
                                        <p:attrNameLst>
                                          <p:attrName>style.visibility</p:attrName>
                                        </p:attrNameLst>
                                      </p:cBhvr>
                                      <p:to>
                                        <p:strVal val="visible"/>
                                      </p:to>
                                    </p:set>
                                  </p:childTnLst>
                                </p:cTn>
                              </p:par>
                              <p:par>
                                <p:cTn id="185" presetID="1" presetClass="entr" presetSubtype="0" fill="hold" nodeType="withEffect" restart="never">
                                  <p:stCondLst>
                                    <p:cond delay="2350"/>
                                  </p:stCondLst>
                                  <p:childTnLst>
                                    <p:set>
                                      <p:cBhvr>
                                        <p:cTn id="186" dur="1" fill="hold">
                                          <p:stCondLst>
                                            <p:cond delay="0"/>
                                          </p:stCondLst>
                                        </p:cTn>
                                        <p:tgtEl>
                                          <p:spTgt spid="100"/>
                                        </p:tgtEl>
                                        <p:attrNameLst>
                                          <p:attrName>style.visibility</p:attrName>
                                        </p:attrNameLst>
                                      </p:cBhvr>
                                      <p:to>
                                        <p:strVal val="visible"/>
                                      </p:to>
                                    </p:set>
                                  </p:childTnLst>
                                </p:cTn>
                              </p:par>
                              <p:par>
                                <p:cTn id="187" presetID="1" presetClass="entr" presetSubtype="0" fill="hold" nodeType="withEffect" restart="never">
                                  <p:stCondLst>
                                    <p:cond delay="2450"/>
                                  </p:stCondLst>
                                  <p:childTnLst>
                                    <p:set>
                                      <p:cBhvr>
                                        <p:cTn id="188" dur="1" fill="hold">
                                          <p:stCondLst>
                                            <p:cond delay="0"/>
                                          </p:stCondLst>
                                        </p:cTn>
                                        <p:tgtEl>
                                          <p:spTgt spid="101"/>
                                        </p:tgtEl>
                                        <p:attrNameLst>
                                          <p:attrName>style.visibility</p:attrName>
                                        </p:attrNameLst>
                                      </p:cBhvr>
                                      <p:to>
                                        <p:strVal val="visible"/>
                                      </p:to>
                                    </p:set>
                                  </p:childTnLst>
                                </p:cTn>
                              </p:par>
                              <p:par>
                                <p:cTn id="189" presetID="1" presetClass="entr" presetSubtype="0" fill="hold" nodeType="withEffect" restart="never">
                                  <p:stCondLst>
                                    <p:cond delay="2550"/>
                                  </p:stCondLst>
                                  <p:childTnLst>
                                    <p:set>
                                      <p:cBhvr>
                                        <p:cTn id="190" dur="1" fill="hold">
                                          <p:stCondLst>
                                            <p:cond delay="0"/>
                                          </p:stCondLst>
                                        </p:cTn>
                                        <p:tgtEl>
                                          <p:spTgt spid="102"/>
                                        </p:tgtEl>
                                        <p:attrNameLst>
                                          <p:attrName>style.visibility</p:attrName>
                                        </p:attrNameLst>
                                      </p:cBhvr>
                                      <p:to>
                                        <p:strVal val="visible"/>
                                      </p:to>
                                    </p:set>
                                  </p:childTnLst>
                                </p:cTn>
                              </p:par>
                              <p:par>
                                <p:cTn id="191" presetID="1" presetClass="entr" presetSubtype="0" fill="hold" nodeType="withEffect" restart="never">
                                  <p:stCondLst>
                                    <p:cond delay="2650"/>
                                  </p:stCondLst>
                                  <p:childTnLst>
                                    <p:set>
                                      <p:cBhvr>
                                        <p:cTn id="192" dur="1" fill="hold">
                                          <p:stCondLst>
                                            <p:cond delay="0"/>
                                          </p:stCondLst>
                                        </p:cTn>
                                        <p:tgtEl>
                                          <p:spTgt spid="103"/>
                                        </p:tgtEl>
                                        <p:attrNameLst>
                                          <p:attrName>style.visibility</p:attrName>
                                        </p:attrNameLst>
                                      </p:cBhvr>
                                      <p:to>
                                        <p:strVal val="visible"/>
                                      </p:to>
                                    </p:set>
                                  </p:childTnLst>
                                </p:cTn>
                              </p:par>
                              <p:par>
                                <p:cTn id="193" presetID="1" presetClass="entr" presetSubtype="0" fill="hold" nodeType="withEffect" restart="never">
                                  <p:stCondLst>
                                    <p:cond delay="2750"/>
                                  </p:stCondLst>
                                  <p:childTnLst>
                                    <p:set>
                                      <p:cBhvr>
                                        <p:cTn id="194" dur="1" fill="hold">
                                          <p:stCondLst>
                                            <p:cond delay="0"/>
                                          </p:stCondLst>
                                        </p:cTn>
                                        <p:tgtEl>
                                          <p:spTgt spid="104"/>
                                        </p:tgtEl>
                                        <p:attrNameLst>
                                          <p:attrName>style.visibility</p:attrName>
                                        </p:attrNameLst>
                                      </p:cBhvr>
                                      <p:to>
                                        <p:strVal val="visible"/>
                                      </p:to>
                                    </p:set>
                                  </p:childTnLst>
                                </p:cTn>
                              </p:par>
                              <p:par>
                                <p:cTn id="195" presetID="1" presetClass="entr" presetSubtype="0" fill="hold" nodeType="withEffect" restart="never">
                                  <p:stCondLst>
                                    <p:cond delay="2850"/>
                                  </p:stCondLst>
                                  <p:childTnLst>
                                    <p:set>
                                      <p:cBhvr>
                                        <p:cTn id="196" dur="1" fill="hold">
                                          <p:stCondLst>
                                            <p:cond delay="0"/>
                                          </p:stCondLst>
                                        </p:cTn>
                                        <p:tgtEl>
                                          <p:spTgt spid="105"/>
                                        </p:tgtEl>
                                        <p:attrNameLst>
                                          <p:attrName>style.visibility</p:attrName>
                                        </p:attrNameLst>
                                      </p:cBhvr>
                                      <p:to>
                                        <p:strVal val="visible"/>
                                      </p:to>
                                    </p:set>
                                  </p:childTnLst>
                                </p:cTn>
                              </p:par>
                              <p:par>
                                <p:cTn id="197" presetID="1" presetClass="entr" presetSubtype="0" fill="hold" nodeType="withEffect" restart="never">
                                  <p:stCondLst>
                                    <p:cond delay="2950"/>
                                  </p:stCondLst>
                                  <p:childTnLst>
                                    <p:set>
                                      <p:cBhvr>
                                        <p:cTn id="198" dur="1" fill="hold">
                                          <p:stCondLst>
                                            <p:cond delay="0"/>
                                          </p:stCondLst>
                                        </p:cTn>
                                        <p:tgtEl>
                                          <p:spTgt spid="106"/>
                                        </p:tgtEl>
                                        <p:attrNameLst>
                                          <p:attrName>style.visibility</p:attrName>
                                        </p:attrNameLst>
                                      </p:cBhvr>
                                      <p:to>
                                        <p:strVal val="visible"/>
                                      </p:to>
                                    </p:set>
                                  </p:childTnLst>
                                </p:cTn>
                              </p:par>
                              <p:par>
                                <p:cTn id="199" presetID="1" presetClass="entr" presetSubtype="0" fill="hold" nodeType="withEffect" restart="never">
                                  <p:stCondLst>
                                    <p:cond delay="3050"/>
                                  </p:stCondLst>
                                  <p:childTnLst>
                                    <p:set>
                                      <p:cBhvr>
                                        <p:cTn id="200" dur="1" fill="hold">
                                          <p:stCondLst>
                                            <p:cond delay="0"/>
                                          </p:stCondLst>
                                        </p:cTn>
                                        <p:tgtEl>
                                          <p:spTgt spid="107"/>
                                        </p:tgtEl>
                                        <p:attrNameLst>
                                          <p:attrName>style.visibility</p:attrName>
                                        </p:attrNameLst>
                                      </p:cBhvr>
                                      <p:to>
                                        <p:strVal val="visible"/>
                                      </p:to>
                                    </p:set>
                                  </p:childTnLst>
                                </p:cTn>
                              </p:par>
                              <p:par>
                                <p:cTn id="201" presetID="1" presetClass="entr" presetSubtype="0" fill="hold" nodeType="withEffect" restart="never">
                                  <p:stCondLst>
                                    <p:cond delay="3150"/>
                                  </p:stCondLst>
                                  <p:childTnLst>
                                    <p:set>
                                      <p:cBhvr>
                                        <p:cTn id="202"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Derivation: Pulse construction</a:t>
            </a:r>
          </a:p>
        </p:txBody>
      </p:sp>
      <p:sp>
        <p:nvSpPr>
          <p:cNvPr id="3" name="continue-mainline">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CC7B34F-F274-4E08-B7EA-9916757A0E1D}"/>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sp>
        <p:nvSpPr>
          <p:cNvPr id="4" name="derivation-context">
            <a:extLst xmlns:a="http://schemas.openxmlformats.org/drawingml/2006/main">
              <a:ext uri="{FF2B5EF4-FFF2-40B4-BE49-F238E27FC236}">
                <a16:creationId xmlns:a16="http://schemas.microsoft.com/office/drawing/2014/main" id="{F8EADE36-0B72-47D0-BC06-750203CE46D3}"/>
              </a:ext>
            </a:extLst>
          </p:cNvPr>
          <p:cNvSpPr>
            <a:spLocks xmlns:a="http://schemas.openxmlformats.org/drawingml/2006/main" noGrp="1"/>
          </p:cNvSpPr>
          <p:nvPr/>
        </p:nvSpPr>
        <p:spPr>
          <a:xfrm xmlns:a="http://schemas.openxmlformats.org/drawingml/2006/main">
            <a:off x="609600" y="12573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Optional derivation of the preceding result.</a:t>
            </a:r>
          </a:p>
        </p:txBody>
      </p:sp>
      <p:sp>
        <p:nvSpPr>
          <p:cNvPr id="5" name="generated-pulses-underline">
            <a:extLst xmlns:a="http://schemas.openxmlformats.org/drawingml/2006/main">
              <a:ext uri="{FF2B5EF4-FFF2-40B4-BE49-F238E27FC236}">
                <a16:creationId xmlns:a16="http://schemas.microsoft.com/office/drawing/2014/main" id="{4A0C9415-0912-40AB-8221-CA4A7977C460}"/>
              </a:ext>
            </a:extLst>
          </p:cNvPr>
          <p:cNvSpPr>
            <a:spLocks xmlns:a="http://schemas.openxmlformats.org/drawingml/2006/main" noGrp="1"/>
          </p:cNvSpPr>
          <p:nvPr/>
        </p:nvSpPr>
        <p:spPr>
          <a:xfrm xmlns:a="http://schemas.openxmlformats.org/drawingml/2006/main">
            <a:off x="609600" y="66103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known-samples" descr="m_\delta(t)=\sum_n m(nT_s)\delta(t-nT_s)">
            <a:extLst xmlns:a="http://schemas.openxmlformats.org/drawingml/2006/main">
              <a:ext uri="{FF2B5EF4-FFF2-40B4-BE49-F238E27FC236}">
                <a16:creationId xmlns:a16="http://schemas.microsoft.com/office/drawing/2014/main" id="{38BA8E16-937C-48C5-AC04-34D1339EA17D}"/>
              </a:ext>
            </a:extLst>
          </p:cNvPr>
          <p:cNvPicPr>
            <a:picLocks xmlns:a="http://schemas.openxmlformats.org/drawingml/2006/main" noChangeAspect="1"/>
          </p:cNvPicPr>
          <p:nvPr/>
        </p:nvPicPr>
        <p:blipFill>
          <a:blip xmlns:r="http://schemas.openxmlformats.org/officeDocument/2006/relationships" xmlns:a="http://schemas.openxmlformats.org/drawingml/2006/main" r:embed="R4e8bbbf5c5914e5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3009037"/>
            <a:ext cx="3857625" cy="268426"/>
          </a:xfrm>
          <a:prstGeom xmlns:a="http://schemas.openxmlformats.org/drawingml/2006/main" prst="rect">
            <a:avLst/>
          </a:prstGeom>
        </p:spPr>
      </p:pic>
      <p:pic>
        <p:nvPicPr>
          <p:cNvPr id="7" name="generation-step-0" descr="s(t)=(m_\delta*h)(t)=\int_{-\infty}^{\infty}m_\delta(\tau)h(t-\tau)\,d\tau">
            <a:extLst xmlns:a="http://schemas.openxmlformats.org/drawingml/2006/main">
              <a:ext uri="{FF2B5EF4-FFF2-40B4-BE49-F238E27FC236}">
                <a16:creationId xmlns:a16="http://schemas.microsoft.com/office/drawing/2014/main" id="{46B39D29-FA0A-4B2D-83BB-FF770A02A622}"/>
              </a:ext>
            </a:extLst>
          </p:cNvPr>
          <p:cNvPicPr>
            <a:picLocks xmlns:a="http://schemas.openxmlformats.org/drawingml/2006/main" noChangeAspect="1"/>
          </p:cNvPicPr>
          <p:nvPr/>
        </p:nvPicPr>
        <p:blipFill>
          <a:blip xmlns:r="http://schemas.openxmlformats.org/officeDocument/2006/relationships" xmlns:a="http://schemas.openxmlformats.org/drawingml/2006/main" r:embed="R4bfcbcba61b14c8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09600" y="3689598"/>
            <a:ext cx="5374958" cy="345579"/>
          </a:xfrm>
          <a:prstGeom xmlns:a="http://schemas.openxmlformats.org/drawingml/2006/main" prst="rect">
            <a:avLst/>
          </a:prstGeom>
        </p:spPr>
      </p:pic>
      <p:pic>
        <p:nvPicPr>
          <p:cNvPr id="8" name="generation-step-0-context" descr="\color[HTML]{666666}s(t)=(m_\delta*h)(t)=\int_{-\infty}^{\infty}m_\delta(\tau)h(t-\tau)\,d\tau">
            <a:extLst xmlns:a="http://schemas.openxmlformats.org/drawingml/2006/main">
              <a:ext uri="{FF2B5EF4-FFF2-40B4-BE49-F238E27FC236}">
                <a16:creationId xmlns:a16="http://schemas.microsoft.com/office/drawing/2014/main" id="{B6ABAE94-751B-4DD8-8CEE-2691C1B28513}"/>
              </a:ext>
            </a:extLst>
          </p:cNvPr>
          <p:cNvPicPr>
            <a:picLocks xmlns:a="http://schemas.openxmlformats.org/drawingml/2006/main" noChangeAspect="1"/>
          </p:cNvPicPr>
          <p:nvPr/>
        </p:nvPicPr>
        <p:blipFill>
          <a:blip xmlns:r="http://schemas.openxmlformats.org/officeDocument/2006/relationships" xmlns:a="http://schemas.openxmlformats.org/drawingml/2006/main" r:embed="R3b1d6ac900534df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3689598"/>
            <a:ext cx="5374958" cy="345579"/>
          </a:xfrm>
          <a:prstGeom xmlns:a="http://schemas.openxmlformats.org/drawingml/2006/main" prst="rect">
            <a:avLst/>
          </a:prstGeom>
        </p:spPr>
      </p:pic>
      <p:pic>
        <p:nvPicPr>
          <p:cNvPr id="9" name="generation-step-1" descr="=\int_{-\infty}^{\infty}\left[\sum_n m(nT_s)\delta(\tau-nT_s)\right]h(t-\tau)\,d\tau">
            <a:extLst xmlns:a="http://schemas.openxmlformats.org/drawingml/2006/main">
              <a:ext uri="{FF2B5EF4-FFF2-40B4-BE49-F238E27FC236}">
                <a16:creationId xmlns:a16="http://schemas.microsoft.com/office/drawing/2014/main" id="{C11527AD-136E-4E92-870A-1EA42CC55832}"/>
              </a:ext>
            </a:extLst>
          </p:cNvPr>
          <p:cNvPicPr>
            <a:picLocks xmlns:a="http://schemas.openxmlformats.org/drawingml/2006/main" noChangeAspect="1"/>
          </p:cNvPicPr>
          <p:nvPr/>
        </p:nvPicPr>
        <p:blipFill>
          <a:blip xmlns:r="http://schemas.openxmlformats.org/officeDocument/2006/relationships" xmlns:a="http://schemas.openxmlformats.org/drawingml/2006/main" r:embed="R722e7f592b1740a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942975" y="4375398"/>
            <a:ext cx="5272088" cy="345579"/>
          </a:xfrm>
          <a:prstGeom xmlns:a="http://schemas.openxmlformats.org/drawingml/2006/main" prst="rect">
            <a:avLst/>
          </a:prstGeom>
        </p:spPr>
      </p:pic>
      <p:pic>
        <p:nvPicPr>
          <p:cNvPr id="10" name="generation-step-1-context" descr="\color[HTML]{666666}=\int_{-\infty}^{\infty}\left[\sum_n m(nT_s)\delta(\tau-nT_s)\right]h(t-\tau)\,d\tau">
            <a:extLst xmlns:a="http://schemas.openxmlformats.org/drawingml/2006/main">
              <a:ext uri="{FF2B5EF4-FFF2-40B4-BE49-F238E27FC236}">
                <a16:creationId xmlns:a16="http://schemas.microsoft.com/office/drawing/2014/main" id="{C3CC739A-B867-4DFA-B42A-CF798839A8A0}"/>
              </a:ext>
            </a:extLst>
          </p:cNvPr>
          <p:cNvPicPr>
            <a:picLocks xmlns:a="http://schemas.openxmlformats.org/drawingml/2006/main" noChangeAspect="1"/>
          </p:cNvPicPr>
          <p:nvPr/>
        </p:nvPicPr>
        <p:blipFill>
          <a:blip xmlns:r="http://schemas.openxmlformats.org/officeDocument/2006/relationships" xmlns:a="http://schemas.openxmlformats.org/drawingml/2006/main" r:embed="Rc515b0ae6deb4cd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942975" y="4375398"/>
            <a:ext cx="5272088" cy="345579"/>
          </a:xfrm>
          <a:prstGeom xmlns:a="http://schemas.openxmlformats.org/drawingml/2006/main" prst="rect">
            <a:avLst/>
          </a:prstGeom>
        </p:spPr>
      </p:pic>
      <p:pic>
        <p:nvPicPr>
          <p:cNvPr id="11" name="generation-step-2" descr="=\sum_n m(nT_s)\int_{-\infty}^{\infty}\delta(\tau-nT_s)h(t-\tau)\,d\tau">
            <a:extLst xmlns:a="http://schemas.openxmlformats.org/drawingml/2006/main">
              <a:ext uri="{FF2B5EF4-FFF2-40B4-BE49-F238E27FC236}">
                <a16:creationId xmlns:a16="http://schemas.microsoft.com/office/drawing/2014/main" id="{DBF61980-F9C8-427C-87A7-25E913B37027}"/>
              </a:ext>
            </a:extLst>
          </p:cNvPr>
          <p:cNvPicPr>
            <a:picLocks xmlns:a="http://schemas.openxmlformats.org/drawingml/2006/main" noChangeAspect="1"/>
          </p:cNvPicPr>
          <p:nvPr/>
        </p:nvPicPr>
        <p:blipFill>
          <a:blip xmlns:r="http://schemas.openxmlformats.org/officeDocument/2006/relationships" xmlns:a="http://schemas.openxmlformats.org/drawingml/2006/main" r:embed="R588cf53b83fd4ba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062002"/>
            <a:ext cx="5092065" cy="343972"/>
          </a:xfrm>
          <a:prstGeom xmlns:a="http://schemas.openxmlformats.org/drawingml/2006/main" prst="rect">
            <a:avLst/>
          </a:prstGeom>
        </p:spPr>
      </p:pic>
      <p:pic>
        <p:nvPicPr>
          <p:cNvPr id="12" name="generation-step-2-context" descr="\color[HTML]{666666}=\sum_n m(nT_s)\int_{-\infty}^{\infty}\delta(\tau-nT_s)h(t-\tau)\,d\tau">
            <a:extLst xmlns:a="http://schemas.openxmlformats.org/drawingml/2006/main">
              <a:ext uri="{FF2B5EF4-FFF2-40B4-BE49-F238E27FC236}">
                <a16:creationId xmlns:a16="http://schemas.microsoft.com/office/drawing/2014/main" id="{AC976290-5B97-45F5-8ABB-322C5C588CB3}"/>
              </a:ext>
            </a:extLst>
          </p:cNvPr>
          <p:cNvPicPr>
            <a:picLocks xmlns:a="http://schemas.openxmlformats.org/drawingml/2006/main" noChangeAspect="1"/>
          </p:cNvPicPr>
          <p:nvPr/>
        </p:nvPicPr>
        <p:blipFill>
          <a:blip xmlns:r="http://schemas.openxmlformats.org/officeDocument/2006/relationships" xmlns:a="http://schemas.openxmlformats.org/drawingml/2006/main" r:embed="R424748db40474077">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5062002"/>
            <a:ext cx="5092065" cy="343972"/>
          </a:xfrm>
          <a:prstGeom xmlns:a="http://schemas.openxmlformats.org/drawingml/2006/main" prst="rect">
            <a:avLst/>
          </a:prstGeom>
        </p:spPr>
      </p:pic>
      <p:pic>
        <p:nvPicPr>
          <p:cNvPr id="13" name="generated-pulses" descr="s(t)=\sum_n m(nT_s)h(t-nT_s)">
            <a:extLst xmlns:a="http://schemas.openxmlformats.org/drawingml/2006/main">
              <a:ext uri="{FF2B5EF4-FFF2-40B4-BE49-F238E27FC236}">
                <a16:creationId xmlns:a16="http://schemas.microsoft.com/office/drawing/2014/main" id="{0205579D-B0BF-4F0E-8F21-54139C47D9AD}"/>
              </a:ext>
            </a:extLst>
          </p:cNvPr>
          <p:cNvPicPr>
            <a:picLocks xmlns:a="http://schemas.openxmlformats.org/drawingml/2006/main" noChangeAspect="1"/>
          </p:cNvPicPr>
          <p:nvPr/>
        </p:nvPicPr>
        <p:blipFill>
          <a:blip xmlns:r="http://schemas.openxmlformats.org/officeDocument/2006/relationships" xmlns:a="http://schemas.openxmlformats.org/drawingml/2006/main" r:embed="R51a4c6cd42b34997">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6188720"/>
            <a:ext cx="4667250" cy="347960"/>
          </a:xfrm>
          <a:prstGeom xmlns:a="http://schemas.openxmlformats.org/drawingml/2006/main" prst="rect">
            <a:avLst/>
          </a:prstGeom>
        </p:spPr>
      </p:pic>
    </p:spTree>
    <p:extLst>
      <p:ext uri="{BB962C8B-B14F-4D97-AF65-F5344CB8AC3E}">
        <p14:creationId xmlns:p14="http://schemas.microsoft.com/office/powerpoint/2010/main" val="74093885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3" presetID="10" presetClass="exit" presetSubtype="0" fill="hold" nodeType="withEffect">
                                  <p:stCondLst>
                                    <p:cond delay="0"/>
                                  </p:stCondLst>
                                  <p:childTnLst>
                                    <p:animEffect transition="out" filter="fade">
                                      <p:cBhvr>
                                        <p:cTn id="38" dur="1" fill="hold">
                                          <p:stCondLst>
                                            <p:cond delay="0"/>
                                          </p:stCondLst>
                                        </p:cTn>
                                        <p:tgtEl>
                                          <p:spTgt spid="7"/>
                                        </p:tgtEl>
                                      </p:cBhvr>
                                    </p:animEffect>
                                    <p:set>
                                      <p:cBhvr>
                                        <p:cTn id="39" dur="1" fill="hold">
                                          <p:stCondLst>
                                            <p:cond delay="0"/>
                                          </p:stCondLst>
                                        </p:cTn>
                                        <p:tgtEl>
                                          <p:spTgt spid="7"/>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2" presetID="10" presetClass="exit" presetSubtype="0" fill="hold" nodeType="withEffect">
                                  <p:stCondLst>
                                    <p:cond delay="0"/>
                                  </p:stCondLst>
                                  <p:childTnLst>
                                    <p:animEffect transition="out" filter="fade">
                                      <p:cBhvr>
                                        <p:cTn id="40" dur="1" fill="hold">
                                          <p:stCondLst>
                                            <p:cond delay="0"/>
                                          </p:stCondLst>
                                        </p:cTn>
                                        <p:tgtEl>
                                          <p:spTgt spid="9"/>
                                        </p:tgtEl>
                                      </p:cBhvr>
                                    </p:animEffect>
                                    <p:set>
                                      <p:cBhvr>
                                        <p:cTn id="41" dur="1" fill="hold">
                                          <p:stCondLst>
                                            <p:cond delay="0"/>
                                          </p:stCondLst>
                                        </p:cTn>
                                        <p:tgtEl>
                                          <p:spTgt spid="9"/>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1" presetID="10" presetClass="exit" presetSubtype="0" fill="hold" nodeType="withEffect">
                                  <p:stCondLst>
                                    <p:cond delay="0"/>
                                  </p:stCondLst>
                                  <p:childTnLst>
                                    <p:animEffect transition="out" filter="fade">
                                      <p:cBhvr>
                                        <p:cTn id="42" dur="1" fill="hold">
                                          <p:stCondLst>
                                            <p:cond delay="0"/>
                                          </p:stCondLst>
                                        </p:cTn>
                                        <p:tgtEl>
                                          <p:spTgt spid="11"/>
                                        </p:tgtEl>
                                      </p:cBhvr>
                                    </p:animEffect>
                                    <p:set>
                                      <p:cBhvr>
                                        <p:cTn id="43" dur="1" fill="hold">
                                          <p:stCondLst>
                                            <p:cond delay="0"/>
                                          </p:stCondLst>
                                        </p:cTn>
                                        <p:tgtEl>
                                          <p:spTgt spid="11"/>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Derivation: The sampling clock</a:t>
            </a:r>
          </a:p>
        </p:txBody>
      </p:sp>
      <p:sp>
        <p:nvSpPr>
          <p:cNvPr id="3" name="continue-mainline">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F1A5512-5546-4296-AB37-B9765508B63B}"/>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sp>
        <p:nvSpPr>
          <p:cNvPr id="4" name="optional-context">
            <a:extLst xmlns:a="http://schemas.openxmlformats.org/drawingml/2006/main">
              <a:ext uri="{FF2B5EF4-FFF2-40B4-BE49-F238E27FC236}">
                <a16:creationId xmlns:a16="http://schemas.microsoft.com/office/drawing/2014/main" id="{04853934-37D3-471B-AEDD-266EE848EC84}"/>
              </a:ext>
            </a:extLst>
          </p:cNvPr>
          <p:cNvSpPr>
            <a:spLocks xmlns:a="http://schemas.openxmlformats.org/drawingml/2006/main" noGrp="1"/>
          </p:cNvSpPr>
          <p:nvPr/>
        </p:nvSpPr>
        <p:spPr>
          <a:xfrm xmlns:a="http://schemas.openxmlformats.org/drawingml/2006/main">
            <a:off x="609600" y="12573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Optional derivation of the preceding result.</a:t>
            </a:r>
          </a:p>
        </p:txBody>
      </p:sp>
      <p:sp>
        <p:nvSpPr>
          <p:cNvPr id="5" name="clock-transform-result-line">
            <a:extLst xmlns:a="http://schemas.openxmlformats.org/drawingml/2006/main">
              <a:ext uri="{FF2B5EF4-FFF2-40B4-BE49-F238E27FC236}">
                <a16:creationId xmlns:a16="http://schemas.microsoft.com/office/drawing/2014/main" id="{0AEAB06D-B8EA-49B0-9FF1-F0C86E709A13}"/>
              </a:ext>
            </a:extLst>
          </p:cNvPr>
          <p:cNvSpPr>
            <a:spLocks xmlns:a="http://schemas.openxmlformats.org/drawingml/2006/main" noGrp="1"/>
          </p:cNvSpPr>
          <p:nvPr/>
        </p:nvSpPr>
        <p:spPr>
          <a:xfrm xmlns:a="http://schemas.openxmlformats.org/drawingml/2006/main">
            <a:off x="609600" y="67056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back-to-process" descr="\leftarrow S(f)">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0242711-2693-4232-8134-E6EC7D3178D7}"/>
              </a:ext>
            </a:extLst>
          </p:cNvPr>
          <p:cNvPicPr>
            <a:picLocks xmlns:a="http://schemas.openxmlformats.org/drawingml/2006/main" noChangeAspect="1"/>
          </p:cNvPicPr>
          <p:nvPr/>
        </p:nvPicPr>
        <p:blipFill>
          <a:blip xmlns:r="http://schemas.openxmlformats.org/officeDocument/2006/relationships" xmlns:a="http://schemas.openxmlformats.org/drawingml/2006/main" r:embed="R4a54fe9c3374476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7" name="periodic-clock" descr="\sum_n\delta(t-nT_s)=\sum_k a_ke^{j2\pi kf_st},\qquad f_s=1/T_s">
            <a:extLst xmlns:a="http://schemas.openxmlformats.org/drawingml/2006/main">
              <a:ext uri="{FF2B5EF4-FFF2-40B4-BE49-F238E27FC236}">
                <a16:creationId xmlns:a16="http://schemas.microsoft.com/office/drawing/2014/main" id="{90432F8B-ABB9-4915-B9A3-18634A086FBC}"/>
              </a:ext>
            </a:extLst>
          </p:cNvPr>
          <p:cNvPicPr>
            <a:picLocks xmlns:a="http://schemas.openxmlformats.org/drawingml/2006/main" noChangeAspect="1"/>
          </p:cNvPicPr>
          <p:nvPr/>
        </p:nvPicPr>
        <p:blipFill>
          <a:blip xmlns:r="http://schemas.openxmlformats.org/officeDocument/2006/relationships" xmlns:a="http://schemas.openxmlformats.org/drawingml/2006/main" r:embed="Rb5c5c076dff040a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09600" y="2438281"/>
            <a:ext cx="5867400" cy="305038"/>
          </a:xfrm>
          <a:prstGeom xmlns:a="http://schemas.openxmlformats.org/drawingml/2006/main" prst="rect">
            <a:avLst/>
          </a:prstGeom>
        </p:spPr>
      </p:pic>
      <p:pic>
        <p:nvPicPr>
          <p:cNvPr id="8" name="clock-coefficient" descr="a_k=\frac1{T_s}\int_{-T_s/2}^{T_s/2}\left[\sum_n\delta(t-nT_s)\right]e^{-j2\pi kf_st}\,dt">
            <a:extLst xmlns:a="http://schemas.openxmlformats.org/drawingml/2006/main">
              <a:ext uri="{FF2B5EF4-FFF2-40B4-BE49-F238E27FC236}">
                <a16:creationId xmlns:a16="http://schemas.microsoft.com/office/drawing/2014/main" id="{49F74B49-092C-4E60-AE2E-E02227134250}"/>
              </a:ext>
            </a:extLst>
          </p:cNvPr>
          <p:cNvPicPr>
            <a:picLocks xmlns:a="http://schemas.openxmlformats.org/drawingml/2006/main" noChangeAspect="1"/>
          </p:cNvPicPr>
          <p:nvPr/>
        </p:nvPicPr>
        <p:blipFill>
          <a:blip xmlns:r="http://schemas.openxmlformats.org/officeDocument/2006/relationships" xmlns:a="http://schemas.openxmlformats.org/drawingml/2006/main" r:embed="Rb9b4a74c24f045f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3227219"/>
            <a:ext cx="5246370" cy="413087"/>
          </a:xfrm>
          <a:prstGeom xmlns:a="http://schemas.openxmlformats.org/drawingml/2006/main" prst="rect">
            <a:avLst/>
          </a:prstGeom>
        </p:spPr>
      </p:pic>
      <p:pic>
        <p:nvPicPr>
          <p:cNvPr id="9" name="one-impulse-in-period" descr="=\frac1{T_s}\int_{-T_s/2}^{T_s/2}\delta(t)e^{-j2\pi kf_st}\,dt">
            <a:extLst xmlns:a="http://schemas.openxmlformats.org/drawingml/2006/main">
              <a:ext uri="{FF2B5EF4-FFF2-40B4-BE49-F238E27FC236}">
                <a16:creationId xmlns:a16="http://schemas.microsoft.com/office/drawing/2014/main" id="{FCE9D628-D620-4F30-9F0F-BACC25781066}"/>
              </a:ext>
            </a:extLst>
          </p:cNvPr>
          <p:cNvPicPr>
            <a:picLocks xmlns:a="http://schemas.openxmlformats.org/drawingml/2006/main" noChangeAspect="1"/>
          </p:cNvPicPr>
          <p:nvPr/>
        </p:nvPicPr>
        <p:blipFill>
          <a:blip xmlns:r="http://schemas.openxmlformats.org/officeDocument/2006/relationships" xmlns:a="http://schemas.openxmlformats.org/drawingml/2006/main" r:embed="Rf6a2fd2519e74b5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3979694"/>
            <a:ext cx="3368993" cy="413087"/>
          </a:xfrm>
          <a:prstGeom xmlns:a="http://schemas.openxmlformats.org/drawingml/2006/main" prst="rect">
            <a:avLst/>
          </a:prstGeom>
        </p:spPr>
      </p:pic>
      <p:pic>
        <p:nvPicPr>
          <p:cNvPr id="10" name="sift-at-zero" descr="=\frac1{T_s}e^{-j2\pi kf_s\cdot0}=\frac1{T_s}">
            <a:extLst xmlns:a="http://schemas.openxmlformats.org/drawingml/2006/main">
              <a:ext uri="{FF2B5EF4-FFF2-40B4-BE49-F238E27FC236}">
                <a16:creationId xmlns:a16="http://schemas.microsoft.com/office/drawing/2014/main" id="{A40D9E4A-B14F-44BE-B41D-ACDC52FDFCD1}"/>
              </a:ext>
            </a:extLst>
          </p:cNvPr>
          <p:cNvPicPr>
            <a:picLocks xmlns:a="http://schemas.openxmlformats.org/drawingml/2006/main" noChangeAspect="1"/>
          </p:cNvPicPr>
          <p:nvPr/>
        </p:nvPicPr>
        <p:blipFill>
          <a:blip xmlns:r="http://schemas.openxmlformats.org/officeDocument/2006/relationships" xmlns:a="http://schemas.openxmlformats.org/drawingml/2006/main" r:embed="Rd8a32bc331d04c1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4738836"/>
            <a:ext cx="2596515" cy="371177"/>
          </a:xfrm>
          <a:prstGeom xmlns:a="http://schemas.openxmlformats.org/drawingml/2006/main" prst="rect">
            <a:avLst/>
          </a:prstGeom>
        </p:spPr>
      </p:pic>
      <p:pic>
        <p:nvPicPr>
          <p:cNvPr id="11" name="clock-series" descr="\sum_n\delta(t-nT_s)=\frac1{T_s}\sum_k e^{j2\pi kf_st}">
            <a:extLst xmlns:a="http://schemas.openxmlformats.org/drawingml/2006/main">
              <a:ext uri="{FF2B5EF4-FFF2-40B4-BE49-F238E27FC236}">
                <a16:creationId xmlns:a16="http://schemas.microsoft.com/office/drawing/2014/main" id="{E9A87ECE-575E-4C48-A40D-16701357D99F}"/>
              </a:ext>
            </a:extLst>
          </p:cNvPr>
          <p:cNvPicPr>
            <a:picLocks xmlns:a="http://schemas.openxmlformats.org/drawingml/2006/main" noChangeAspect="1"/>
          </p:cNvPicPr>
          <p:nvPr/>
        </p:nvPicPr>
        <p:blipFill>
          <a:blip xmlns:r="http://schemas.openxmlformats.org/officeDocument/2006/relationships" xmlns:a="http://schemas.openxmlformats.org/drawingml/2006/main" r:embed="Rc299a667bece430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461248"/>
            <a:ext cx="3831908" cy="345579"/>
          </a:xfrm>
          <a:prstGeom xmlns:a="http://schemas.openxmlformats.org/drawingml/2006/main" prst="rect">
            <a:avLst/>
          </a:prstGeom>
        </p:spPr>
      </p:pic>
      <p:pic>
        <p:nvPicPr>
          <p:cNvPr id="12" name="exponential-pair" descr="\mathcal F\{e^{j2\pi kf_st}\}=\delta(f-kf_s)">
            <a:extLst xmlns:a="http://schemas.openxmlformats.org/drawingml/2006/main">
              <a:ext uri="{FF2B5EF4-FFF2-40B4-BE49-F238E27FC236}">
                <a16:creationId xmlns:a16="http://schemas.microsoft.com/office/drawing/2014/main" id="{44DF4558-824B-4DF8-9E6F-FC43524CF195}"/>
              </a:ext>
            </a:extLst>
          </p:cNvPr>
          <p:cNvPicPr>
            <a:picLocks xmlns:a="http://schemas.openxmlformats.org/drawingml/2006/main" noChangeAspect="1"/>
          </p:cNvPicPr>
          <p:nvPr/>
        </p:nvPicPr>
        <p:blipFill>
          <a:blip xmlns:r="http://schemas.openxmlformats.org/officeDocument/2006/relationships" xmlns:a="http://schemas.openxmlformats.org/drawingml/2006/main" r:embed="Rcb48a2adff1d49ca">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829425" y="5503813"/>
            <a:ext cx="2762250" cy="260449"/>
          </a:xfrm>
          <a:prstGeom xmlns:a="http://schemas.openxmlformats.org/drawingml/2006/main" prst="rect">
            <a:avLst/>
          </a:prstGeom>
        </p:spPr>
      </p:pic>
      <p:pic>
        <p:nvPicPr>
          <p:cNvPr id="13" name="clock-transform-result" descr="\sum_n\delta(t-nT_s)\ \overset{\mathcal F}{\longleftrightarrow}\ \frac1{T_s}\sum_k\delta(f-kf_s)">
            <a:extLst xmlns:a="http://schemas.openxmlformats.org/drawingml/2006/main">
              <a:ext uri="{FF2B5EF4-FFF2-40B4-BE49-F238E27FC236}">
                <a16:creationId xmlns:a16="http://schemas.microsoft.com/office/drawing/2014/main" id="{9E6CFDD4-C37A-4763-A2B6-A8760EC1A630}"/>
              </a:ext>
            </a:extLst>
          </p:cNvPr>
          <p:cNvPicPr>
            <a:picLocks xmlns:a="http://schemas.openxmlformats.org/drawingml/2006/main" noChangeAspect="1"/>
          </p:cNvPicPr>
          <p:nvPr/>
        </p:nvPicPr>
        <p:blipFill>
          <a:blip xmlns:r="http://schemas.openxmlformats.org/officeDocument/2006/relationships" xmlns:a="http://schemas.openxmlformats.org/drawingml/2006/main" r:embed="Ra929eb1dc31f407a">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6180773"/>
            <a:ext cx="5577840" cy="468630"/>
          </a:xfrm>
          <a:prstGeom xmlns:a="http://schemas.openxmlformats.org/drawingml/2006/main" prst="rect">
            <a:avLst/>
          </a:prstGeom>
        </p:spPr>
      </p:pic>
    </p:spTree>
    <p:extLst>
      <p:ext uri="{BB962C8B-B14F-4D97-AF65-F5344CB8AC3E}">
        <p14:creationId xmlns:p14="http://schemas.microsoft.com/office/powerpoint/2010/main" val="66338783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 repeats the message spectrum</a:t>
            </a:r>
          </a:p>
        </p:txBody>
      </p:sp>
      <p:sp>
        <p:nvSpPr>
          <p:cNvPr id="3" name="route-a-shaft">
            <a:extLst xmlns:a="http://schemas.openxmlformats.org/drawingml/2006/main">
              <a:ext uri="{FF2B5EF4-FFF2-40B4-BE49-F238E27FC236}">
                <a16:creationId xmlns:a16="http://schemas.microsoft.com/office/drawing/2014/main" id="{48EA4CD9-576C-4DA3-A541-662EA4676811}"/>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74B8F7DE-F64E-48F7-92CF-5D85BE417FA5}"/>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A3E5C6D0-C14B-4336-9A1C-711E0C7B3164}"/>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67EECFBB-C1C5-4E24-B0DF-36533C3ED086}"/>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68DFC673-B588-4113-9D7A-2FDE189E1EB0}"/>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sp>
        <p:nvSpPr>
          <p:cNvPr id="8" name="continue-mainline">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43CEFA1-B118-40AD-B879-2344EB92C993}"/>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pic>
        <p:nvPicPr>
          <p:cNvPr id="9" name="one-spectral-shift" descr="Actual input,operation,output develops on the same full process diagram; no static thumbnail collage.">
            <a:extLst xmlns:a="http://schemas.openxmlformats.org/drawingml/2006/main">
              <a:ext uri="{FF2B5EF4-FFF2-40B4-BE49-F238E27FC236}">
                <a16:creationId xmlns:a16="http://schemas.microsoft.com/office/drawing/2014/main" id="{6D9D0F53-CF8A-429F-A30B-3ECF5D5DC87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3" name="one-spectral-shift--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4" name="one-spectral-shift--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5" name="one-spectral-shift--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6" name="one-spectral-shift--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7" name="one-spectral-shift--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8" name="one-spectral-shift--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29" name="one-spectral-shift--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0" name="one-spectral-shift--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1" name="one-spectral-shift--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2" name="one-spectral-shift--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3" name="one-spectral-shift--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4" name="one-spectral-shift--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5" name="one-spectral-shift--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6" name="one-spectral-shift--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7" name="one-spectral-shift--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8" name="one-spectral-shift--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39" name="one-spectral-shift--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0" name="one-spectral-shift--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1" name="one-spectral-shift--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2" name="one-spectral-shift--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3" name="one-spectral-shift--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4" name="one-spectral-shift--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5" name="one-spectral-shift--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6" name="one-spectral-shift--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7" name="one-spectral-shift--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8" name="one-spectral-shift--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49" name="one-spectral-shift--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0" name="one-spectral-shift--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10" name="add-spectral-copies" descr="Actual input,operation,output develops on the same full process diagram; no static thumbnail collage.">
            <a:extLst xmlns:a="http://schemas.openxmlformats.org/drawingml/2006/main">
              <a:ext uri="{FF2B5EF4-FFF2-40B4-BE49-F238E27FC236}">
                <a16:creationId xmlns:a16="http://schemas.microsoft.com/office/drawing/2014/main" id="{51DC5158-CE2F-4B66-A5D6-ED495911393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1" name="add-spectral-copies--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2" name="add-spectral-copies--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3" name="add-spectral-copies--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4" name="add-spectral-copies--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5" name="add-spectral-copies--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6" name="add-spectral-copies--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7" name="add-spectral-copies--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8" name="add-spectral-copies--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59" name="add-spectral-copies--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0" name="add-spectral-copies--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1" name="add-spectral-copies--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2" name="add-spectral-copies--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3" name="add-spectral-copies--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4" name="add-spectral-copies--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5" name="add-spectral-copies--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6" name="add-spectral-copies--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7" name="add-spectral-copies--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8" name="add-spectral-copies--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69" name="add-spectral-copies--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0" name="add-spectral-copies--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1" name="add-spectral-copies--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2" name="add-spectral-copies--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3" name="add-spectral-copies--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4" name="add-spectral-copies--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5" name="add-spectral-copies--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6" name="add-spectral-copies--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7" name="add-spectral-copies--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pic>
        <p:nvPicPr>
          <p:cNvPr id="78" name="add-spectral-copies--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662430" y="3667125"/>
            <a:ext cx="8676640" cy="2324100"/>
          </a:xfrm>
          <a:prstGeom xmlns:a="http://schemas.openxmlformats.org/drawingml/2006/main" prst="rect">
            <a:avLst/>
          </a:prstGeom>
        </p:spPr>
      </p:pic>
      <p:sp>
        <p:nvSpPr>
          <p:cNvPr id="11" name="sampled-spectrum-line">
            <a:extLst xmlns:a="http://schemas.openxmlformats.org/drawingml/2006/main">
              <a:ext uri="{FF2B5EF4-FFF2-40B4-BE49-F238E27FC236}">
                <a16:creationId xmlns:a16="http://schemas.microsoft.com/office/drawing/2014/main" id="{692696F1-A155-478A-B74F-84FE01FD8EFC}"/>
              </a:ext>
            </a:extLst>
          </p:cNvPr>
          <p:cNvSpPr>
            <a:spLocks xmlns:a="http://schemas.openxmlformats.org/drawingml/2006/main" noGrp="1"/>
          </p:cNvSpPr>
          <p:nvPr/>
        </p:nvSpPr>
        <p:spPr>
          <a:xfrm xmlns:a="http://schemas.openxmlformats.org/drawingml/2006/main">
            <a:off x="609600" y="67056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A19402D-C150-44CB-84B3-31677B6BC7C1}"/>
              </a:ext>
            </a:extLst>
          </p:cNvPr>
          <p:cNvPicPr>
            <a:picLocks xmlns:a="http://schemas.openxmlformats.org/drawingml/2006/main" noChangeAspect="1"/>
          </p:cNvPicPr>
          <p:nvPr/>
        </p:nvPicPr>
        <p:blipFill>
          <a:blip xmlns:r="http://schemas.openxmlformats.org/officeDocument/2006/relationships" xmlns:a="http://schemas.openxmlformats.org/drawingml/2006/main" r:embed="R757a58342d0e42d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5D99EED-89ED-4E74-95E6-7A4F0D888CE3}"/>
              </a:ext>
            </a:extLst>
          </p:cNvPr>
          <p:cNvPicPr>
            <a:picLocks xmlns:a="http://schemas.openxmlformats.org/drawingml/2006/main" noChangeAspect="1"/>
          </p:cNvPicPr>
          <p:nvPr/>
        </p:nvPicPr>
        <p:blipFill>
          <a:blip xmlns:r="http://schemas.openxmlformats.org/officeDocument/2006/relationships" xmlns:a="http://schemas.openxmlformats.org/drawingml/2006/main" r:embed="R8da88af4de79473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4"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2B5F0E1-AC9B-42D1-87B9-D1240129C167}"/>
              </a:ext>
            </a:extLst>
          </p:cNvPr>
          <p:cNvPicPr>
            <a:picLocks xmlns:a="http://schemas.openxmlformats.org/drawingml/2006/main" noChangeAspect="1"/>
          </p:cNvPicPr>
          <p:nvPr/>
        </p:nvPicPr>
        <p:blipFill>
          <a:blip xmlns:r="http://schemas.openxmlformats.org/officeDocument/2006/relationships" xmlns:a="http://schemas.openxmlformats.org/drawingml/2006/main" r:embed="Rcf90c235aec5498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5" name="representation-pair" descr="\longleftrightarrow">
            <a:extLst xmlns:a="http://schemas.openxmlformats.org/drawingml/2006/main">
              <a:ext uri="{FF2B5EF4-FFF2-40B4-BE49-F238E27FC236}">
                <a16:creationId xmlns:a16="http://schemas.microsoft.com/office/drawing/2014/main" id="{EAF8B15D-D617-42DF-9BA4-CC0199AAE826}"/>
              </a:ext>
            </a:extLst>
          </p:cNvPr>
          <p:cNvPicPr>
            <a:picLocks xmlns:a="http://schemas.openxmlformats.org/drawingml/2006/main" noChangeAspect="1"/>
          </p:cNvPicPr>
          <p:nvPr/>
        </p:nvPicPr>
        <p:blipFill>
          <a:blip xmlns:r="http://schemas.openxmlformats.org/officeDocument/2006/relationships" xmlns:a="http://schemas.openxmlformats.org/drawingml/2006/main" r:embed="R291bbfa8de3e41f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6"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A133D60D-7FA8-42D4-9F79-CD31101BC18B}"/>
              </a:ext>
            </a:extLst>
          </p:cNvPr>
          <p:cNvPicPr>
            <a:picLocks xmlns:a="http://schemas.openxmlformats.org/drawingml/2006/main" noChangeAspect="1"/>
          </p:cNvPicPr>
          <p:nvPr/>
        </p:nvPicPr>
        <p:blipFill>
          <a:blip xmlns:r="http://schemas.openxmlformats.org/officeDocument/2006/relationships" xmlns:a="http://schemas.openxmlformats.org/drawingml/2006/main" r:embed="Rad505df3179e496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7" name="signal-context" descr="\color[HTML]{666666}S(f)=M_\delta(f)H(f)">
            <a:extLst xmlns:a="http://schemas.openxmlformats.org/drawingml/2006/main">
              <a:ext uri="{FF2B5EF4-FFF2-40B4-BE49-F238E27FC236}">
                <a16:creationId xmlns:a16="http://schemas.microsoft.com/office/drawing/2014/main" id="{F9FB51C6-FF95-4265-80DC-0C17BA1E40D4}"/>
              </a:ext>
            </a:extLst>
          </p:cNvPr>
          <p:cNvPicPr>
            <a:picLocks xmlns:a="http://schemas.openxmlformats.org/drawingml/2006/main" noChangeAspect="1"/>
          </p:cNvPicPr>
          <p:nvPr/>
        </p:nvPicPr>
        <p:blipFill>
          <a:blip xmlns:r="http://schemas.openxmlformats.org/officeDocument/2006/relationships" xmlns:a="http://schemas.openxmlformats.org/drawingml/2006/main" r:embed="Ra4f705e7ef8b45d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24926"/>
            <a:ext cx="2403158" cy="274499"/>
          </a:xfrm>
          <a:prstGeom xmlns:a="http://schemas.openxmlformats.org/drawingml/2006/main" prst="rect">
            <a:avLst/>
          </a:prstGeom>
        </p:spPr>
      </p:pic>
      <p:pic>
        <p:nvPicPr>
          <p:cNvPr id="18" name="back-to-process" descr="\leftarrow S(f)">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F101CBE2-780D-458F-BC86-AACC5186F7C0}"/>
              </a:ext>
            </a:extLst>
          </p:cNvPr>
          <p:cNvPicPr>
            <a:picLocks xmlns:a="http://schemas.openxmlformats.org/drawingml/2006/main" noChangeAspect="1"/>
          </p:cNvPicPr>
          <p:nvPr/>
        </p:nvPicPr>
        <p:blipFill>
          <a:blip xmlns:r="http://schemas.openxmlformats.org/officeDocument/2006/relationships" xmlns:a="http://schemas.openxmlformats.org/drawingml/2006/main" r:embed="R022e358575c0401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19" name="known-frequency-convolution" descr="M_\delta(f)=M(f)*\left[\frac1{T_s}\sum_k\delta(f-kf_s)\right]">
            <a:extLst xmlns:a="http://schemas.openxmlformats.org/drawingml/2006/main">
              <a:ext uri="{FF2B5EF4-FFF2-40B4-BE49-F238E27FC236}">
                <a16:creationId xmlns:a16="http://schemas.microsoft.com/office/drawing/2014/main" id="{75147DD7-96F2-4B79-8F8C-3DF80EE33B45}"/>
              </a:ext>
            </a:extLst>
          </p:cNvPr>
          <p:cNvPicPr>
            <a:picLocks xmlns:a="http://schemas.openxmlformats.org/drawingml/2006/main" noChangeAspect="1"/>
          </p:cNvPicPr>
          <p:nvPr/>
        </p:nvPicPr>
        <p:blipFill>
          <a:blip xmlns:r="http://schemas.openxmlformats.org/officeDocument/2006/relationships" xmlns:a="http://schemas.openxmlformats.org/drawingml/2006/main" r:embed="R04655e0ba9a4468a">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354461"/>
            <a:ext cx="4800600" cy="510778"/>
          </a:xfrm>
          <a:prstGeom xmlns:a="http://schemas.openxmlformats.org/drawingml/2006/main" prst="rect">
            <a:avLst/>
          </a:prstGeom>
        </p:spPr>
      </p:pic>
      <p:pic>
        <p:nvPicPr>
          <p:cNvPr id="20" name="same-shift-rule" descr="M(f)*\delta(f-f_s)=M(f-f_s)">
            <a:extLst xmlns:a="http://schemas.openxmlformats.org/drawingml/2006/main">
              <a:ext uri="{FF2B5EF4-FFF2-40B4-BE49-F238E27FC236}">
                <a16:creationId xmlns:a16="http://schemas.microsoft.com/office/drawing/2014/main" id="{23C4F8BA-68F7-41DB-8818-635F21979263}"/>
              </a:ext>
            </a:extLst>
          </p:cNvPr>
          <p:cNvPicPr>
            <a:picLocks xmlns:a="http://schemas.openxmlformats.org/drawingml/2006/main" noChangeAspect="1"/>
          </p:cNvPicPr>
          <p:nvPr/>
        </p:nvPicPr>
        <p:blipFill>
          <a:blip xmlns:r="http://schemas.openxmlformats.org/officeDocument/2006/relationships" xmlns:a="http://schemas.openxmlformats.org/drawingml/2006/main" r:embed="Rc9818b213275458f">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3120360"/>
            <a:ext cx="4045268" cy="293430"/>
          </a:xfrm>
          <a:prstGeom xmlns:a="http://schemas.openxmlformats.org/drawingml/2006/main" prst="rect">
            <a:avLst/>
          </a:prstGeom>
        </p:spPr>
      </p:pic>
      <p:pic>
        <p:nvPicPr>
          <p:cNvPr id="21" name="sampled-spectrum" descr="M_\delta(f)=\frac1{T_s}\sum_k M(f-kf_s)">
            <a:extLst xmlns:a="http://schemas.openxmlformats.org/drawingml/2006/main">
              <a:ext uri="{FF2B5EF4-FFF2-40B4-BE49-F238E27FC236}">
                <a16:creationId xmlns:a16="http://schemas.microsoft.com/office/drawing/2014/main" id="{7476EDB7-6314-438D-98CD-E61274794228}"/>
              </a:ext>
            </a:extLst>
          </p:cNvPr>
          <p:cNvPicPr>
            <a:picLocks xmlns:a="http://schemas.openxmlformats.org/drawingml/2006/main" noChangeAspect="1"/>
          </p:cNvPicPr>
          <p:nvPr/>
        </p:nvPicPr>
        <p:blipFill>
          <a:blip xmlns:r="http://schemas.openxmlformats.org/officeDocument/2006/relationships" xmlns:a="http://schemas.openxmlformats.org/drawingml/2006/main" r:embed="R7b44d6e1b400473d">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6196489"/>
            <a:ext cx="4177665" cy="437198"/>
          </a:xfrm>
          <a:prstGeom xmlns:a="http://schemas.openxmlformats.org/drawingml/2006/main" prst="rect">
            <a:avLst/>
          </a:prstGeom>
        </p:spPr>
      </p:pic>
    </p:spTree>
    <p:extLst>
      <p:ext uri="{BB962C8B-B14F-4D97-AF65-F5344CB8AC3E}">
        <p14:creationId xmlns:p14="http://schemas.microsoft.com/office/powerpoint/2010/main" val="135156107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16" fill="hold" restart="never" repeatCount="1000">
                      <p:stCondLst>
                        <p:cond delay="indefinite"/>
                      </p:stCondLst>
                      <p:childTnLst>
                        <p:par>
                          <p:cTn id="17" fill="hold" dur="4240">
                            <p:stCondLst>
                              <p:cond delay="0"/>
                            </p:stCondLst>
                            <p:childTnLst>
                              <p:par>
                                <p:cTn id="18" presetID="1" presetClass="entr" presetSubtype="0" fill="hold" nodeType="clickEffect" restart="never">
                                  <p:stCondLst>
                                    <p:cond delay="350"/>
                                  </p:stCondLst>
                                  <p:childTnLst>
                                    <p:set>
                                      <p:cBhvr>
                                        <p:cTn id="19" dur="1" fill="hold">
                                          <p:stCondLst>
                                            <p:cond delay="0"/>
                                          </p:stCondLst>
                                        </p:cTn>
                                        <p:tgtEl>
                                          <p:spTgt spid="23"/>
                                        </p:tgtEl>
                                        <p:attrNameLst>
                                          <p:attrName>style.visibility</p:attrName>
                                        </p:attrNameLst>
                                      </p:cBhvr>
                                      <p:to>
                                        <p:strVal val="visible"/>
                                      </p:to>
                                    </p:set>
                                  </p:childTnLst>
                                </p:cTn>
                              </p:par>
                              <p:par>
                                <p:cTn id="20" presetID="1" presetClass="entr" presetSubtype="0" fill="hold" nodeType="withEffect" restart="never">
                                  <p:stCondLst>
                                    <p:cond delay="470"/>
                                  </p:stCondLst>
                                  <p:childTnLst>
                                    <p:set>
                                      <p:cBhvr>
                                        <p:cTn id="21" dur="1" fill="hold">
                                          <p:stCondLst>
                                            <p:cond delay="0"/>
                                          </p:stCondLst>
                                        </p:cTn>
                                        <p:tgtEl>
                                          <p:spTgt spid="24"/>
                                        </p:tgtEl>
                                        <p:attrNameLst>
                                          <p:attrName>style.visibility</p:attrName>
                                        </p:attrNameLst>
                                      </p:cBhvr>
                                      <p:to>
                                        <p:strVal val="visible"/>
                                      </p:to>
                                    </p:set>
                                  </p:childTnLst>
                                </p:cTn>
                              </p:par>
                              <p:par>
                                <p:cTn id="22" presetID="1" presetClass="entr" presetSubtype="0" fill="hold" nodeType="withEffect" restart="never">
                                  <p:stCondLst>
                                    <p:cond delay="590"/>
                                  </p:stCondLst>
                                  <p:childTnLst>
                                    <p:set>
                                      <p:cBhvr>
                                        <p:cTn id="23" dur="1" fill="hold">
                                          <p:stCondLst>
                                            <p:cond delay="0"/>
                                          </p:stCondLst>
                                        </p:cTn>
                                        <p:tgtEl>
                                          <p:spTgt spid="25"/>
                                        </p:tgtEl>
                                        <p:attrNameLst>
                                          <p:attrName>style.visibility</p:attrName>
                                        </p:attrNameLst>
                                      </p:cBhvr>
                                      <p:to>
                                        <p:strVal val="visible"/>
                                      </p:to>
                                    </p:set>
                                  </p:childTnLst>
                                </p:cTn>
                              </p:par>
                              <p:par>
                                <p:cTn id="24" presetID="1" presetClass="entr" presetSubtype="0" fill="hold" nodeType="withEffect" restart="never">
                                  <p:stCondLst>
                                    <p:cond delay="710"/>
                                  </p:stCondLst>
                                  <p:childTnLst>
                                    <p:set>
                                      <p:cBhvr>
                                        <p:cTn id="25" dur="1" fill="hold">
                                          <p:stCondLst>
                                            <p:cond delay="0"/>
                                          </p:stCondLst>
                                        </p:cTn>
                                        <p:tgtEl>
                                          <p:spTgt spid="26"/>
                                        </p:tgtEl>
                                        <p:attrNameLst>
                                          <p:attrName>style.visibility</p:attrName>
                                        </p:attrNameLst>
                                      </p:cBhvr>
                                      <p:to>
                                        <p:strVal val="visible"/>
                                      </p:to>
                                    </p:set>
                                  </p:childTnLst>
                                </p:cTn>
                              </p:par>
                              <p:par>
                                <p:cTn id="26" presetID="1" presetClass="entr" presetSubtype="0" fill="hold" nodeType="withEffect" restart="never">
                                  <p:stCondLst>
                                    <p:cond delay="830"/>
                                  </p:stCondLst>
                                  <p:childTnLst>
                                    <p:set>
                                      <p:cBhvr>
                                        <p:cTn id="27" dur="1" fill="hold">
                                          <p:stCondLst>
                                            <p:cond delay="0"/>
                                          </p:stCondLst>
                                        </p:cTn>
                                        <p:tgtEl>
                                          <p:spTgt spid="27"/>
                                        </p:tgtEl>
                                        <p:attrNameLst>
                                          <p:attrName>style.visibility</p:attrName>
                                        </p:attrNameLst>
                                      </p:cBhvr>
                                      <p:to>
                                        <p:strVal val="visible"/>
                                      </p:to>
                                    </p:set>
                                  </p:childTnLst>
                                </p:cTn>
                              </p:par>
                              <p:par>
                                <p:cTn id="28" presetID="1" presetClass="entr" presetSubtype="0" fill="hold" nodeType="withEffect" restart="never">
                                  <p:stCondLst>
                                    <p:cond delay="950"/>
                                  </p:stCondLst>
                                  <p:childTnLst>
                                    <p:set>
                                      <p:cBhvr>
                                        <p:cTn id="29" dur="1" fill="hold">
                                          <p:stCondLst>
                                            <p:cond delay="0"/>
                                          </p:stCondLst>
                                        </p:cTn>
                                        <p:tgtEl>
                                          <p:spTgt spid="28"/>
                                        </p:tgtEl>
                                        <p:attrNameLst>
                                          <p:attrName>style.visibility</p:attrName>
                                        </p:attrNameLst>
                                      </p:cBhvr>
                                      <p:to>
                                        <p:strVal val="visible"/>
                                      </p:to>
                                    </p:set>
                                  </p:childTnLst>
                                </p:cTn>
                              </p:par>
                              <p:par>
                                <p:cTn id="30" presetID="1" presetClass="entr" presetSubtype="0" fill="hold" nodeType="withEffect" restart="never">
                                  <p:stCondLst>
                                    <p:cond delay="1070"/>
                                  </p:stCondLst>
                                  <p:childTnLst>
                                    <p:set>
                                      <p:cBhvr>
                                        <p:cTn id="31" dur="1" fill="hold">
                                          <p:stCondLst>
                                            <p:cond delay="0"/>
                                          </p:stCondLst>
                                        </p:cTn>
                                        <p:tgtEl>
                                          <p:spTgt spid="29"/>
                                        </p:tgtEl>
                                        <p:attrNameLst>
                                          <p:attrName>style.visibility</p:attrName>
                                        </p:attrNameLst>
                                      </p:cBhvr>
                                      <p:to>
                                        <p:strVal val="visible"/>
                                      </p:to>
                                    </p:set>
                                  </p:childTnLst>
                                </p:cTn>
                              </p:par>
                              <p:par>
                                <p:cTn id="32" presetID="1" presetClass="entr" presetSubtype="0" fill="hold" nodeType="withEffect" restart="never">
                                  <p:stCondLst>
                                    <p:cond delay="1190"/>
                                  </p:stCondLst>
                                  <p:childTnLst>
                                    <p:set>
                                      <p:cBhvr>
                                        <p:cTn id="33" dur="1" fill="hold">
                                          <p:stCondLst>
                                            <p:cond delay="0"/>
                                          </p:stCondLst>
                                        </p:cTn>
                                        <p:tgtEl>
                                          <p:spTgt spid="30"/>
                                        </p:tgtEl>
                                        <p:attrNameLst>
                                          <p:attrName>style.visibility</p:attrName>
                                        </p:attrNameLst>
                                      </p:cBhvr>
                                      <p:to>
                                        <p:strVal val="visible"/>
                                      </p:to>
                                    </p:set>
                                  </p:childTnLst>
                                </p:cTn>
                              </p:par>
                              <p:par>
                                <p:cTn id="34" presetID="1" presetClass="entr" presetSubtype="0" fill="hold" nodeType="withEffect" restart="never">
                                  <p:stCondLst>
                                    <p:cond delay="1310"/>
                                  </p:stCondLst>
                                  <p:childTnLst>
                                    <p:set>
                                      <p:cBhvr>
                                        <p:cTn id="35" dur="1" fill="hold">
                                          <p:stCondLst>
                                            <p:cond delay="0"/>
                                          </p:stCondLst>
                                        </p:cTn>
                                        <p:tgtEl>
                                          <p:spTgt spid="31"/>
                                        </p:tgtEl>
                                        <p:attrNameLst>
                                          <p:attrName>style.visibility</p:attrName>
                                        </p:attrNameLst>
                                      </p:cBhvr>
                                      <p:to>
                                        <p:strVal val="visible"/>
                                      </p:to>
                                    </p:set>
                                  </p:childTnLst>
                                </p:cTn>
                              </p:par>
                              <p:par>
                                <p:cTn id="36" presetID="1" presetClass="entr" presetSubtype="0" fill="hold" nodeType="withEffect" restart="never">
                                  <p:stCondLst>
                                    <p:cond delay="143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nodeType="withEffect" restart="never">
                                  <p:stCondLst>
                                    <p:cond delay="1550"/>
                                  </p:stCondLst>
                                  <p:childTnLst>
                                    <p:set>
                                      <p:cBhvr>
                                        <p:cTn id="39" dur="1" fill="hold">
                                          <p:stCondLst>
                                            <p:cond delay="0"/>
                                          </p:stCondLst>
                                        </p:cTn>
                                        <p:tgtEl>
                                          <p:spTgt spid="33"/>
                                        </p:tgtEl>
                                        <p:attrNameLst>
                                          <p:attrName>style.visibility</p:attrName>
                                        </p:attrNameLst>
                                      </p:cBhvr>
                                      <p:to>
                                        <p:strVal val="visible"/>
                                      </p:to>
                                    </p:set>
                                  </p:childTnLst>
                                </p:cTn>
                              </p:par>
                              <p:par>
                                <p:cTn id="40" presetID="1" presetClass="entr" presetSubtype="0" fill="hold" nodeType="withEffect" restart="never">
                                  <p:stCondLst>
                                    <p:cond delay="1670"/>
                                  </p:stCondLst>
                                  <p:childTnLst>
                                    <p:set>
                                      <p:cBhvr>
                                        <p:cTn id="41" dur="1" fill="hold">
                                          <p:stCondLst>
                                            <p:cond delay="0"/>
                                          </p:stCondLst>
                                        </p:cTn>
                                        <p:tgtEl>
                                          <p:spTgt spid="34"/>
                                        </p:tgtEl>
                                        <p:attrNameLst>
                                          <p:attrName>style.visibility</p:attrName>
                                        </p:attrNameLst>
                                      </p:cBhvr>
                                      <p:to>
                                        <p:strVal val="visible"/>
                                      </p:to>
                                    </p:set>
                                  </p:childTnLst>
                                </p:cTn>
                              </p:par>
                              <p:par>
                                <p:cTn id="42" presetID="1" presetClass="entr" presetSubtype="0" fill="hold" nodeType="withEffect" restart="never">
                                  <p:stCondLst>
                                    <p:cond delay="1790"/>
                                  </p:stCondLst>
                                  <p:childTnLst>
                                    <p:set>
                                      <p:cBhvr>
                                        <p:cTn id="43" dur="1" fill="hold">
                                          <p:stCondLst>
                                            <p:cond delay="0"/>
                                          </p:stCondLst>
                                        </p:cTn>
                                        <p:tgtEl>
                                          <p:spTgt spid="35"/>
                                        </p:tgtEl>
                                        <p:attrNameLst>
                                          <p:attrName>style.visibility</p:attrName>
                                        </p:attrNameLst>
                                      </p:cBhvr>
                                      <p:to>
                                        <p:strVal val="visible"/>
                                      </p:to>
                                    </p:set>
                                  </p:childTnLst>
                                </p:cTn>
                              </p:par>
                              <p:par>
                                <p:cTn id="44" presetID="1" presetClass="entr" presetSubtype="0" fill="hold" nodeType="withEffect" restart="never">
                                  <p:stCondLst>
                                    <p:cond delay="191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ntr" presetSubtype="0" fill="hold" nodeType="withEffect" restart="never">
                                  <p:stCondLst>
                                    <p:cond delay="2030"/>
                                  </p:stCondLst>
                                  <p:childTnLst>
                                    <p:set>
                                      <p:cBhvr>
                                        <p:cTn id="47" dur="1" fill="hold">
                                          <p:stCondLst>
                                            <p:cond delay="0"/>
                                          </p:stCondLst>
                                        </p:cTn>
                                        <p:tgtEl>
                                          <p:spTgt spid="37"/>
                                        </p:tgtEl>
                                        <p:attrNameLst>
                                          <p:attrName>style.visibility</p:attrName>
                                        </p:attrNameLst>
                                      </p:cBhvr>
                                      <p:to>
                                        <p:strVal val="visible"/>
                                      </p:to>
                                    </p:set>
                                  </p:childTnLst>
                                </p:cTn>
                              </p:par>
                              <p:par>
                                <p:cTn id="48" presetID="1" presetClass="entr" presetSubtype="0" fill="hold" nodeType="withEffect" restart="never">
                                  <p:stCondLst>
                                    <p:cond delay="2150"/>
                                  </p:stCondLst>
                                  <p:childTnLst>
                                    <p:set>
                                      <p:cBhvr>
                                        <p:cTn id="49" dur="1" fill="hold">
                                          <p:stCondLst>
                                            <p:cond delay="0"/>
                                          </p:stCondLst>
                                        </p:cTn>
                                        <p:tgtEl>
                                          <p:spTgt spid="38"/>
                                        </p:tgtEl>
                                        <p:attrNameLst>
                                          <p:attrName>style.visibility</p:attrName>
                                        </p:attrNameLst>
                                      </p:cBhvr>
                                      <p:to>
                                        <p:strVal val="visible"/>
                                      </p:to>
                                    </p:set>
                                  </p:childTnLst>
                                </p:cTn>
                              </p:par>
                              <p:par>
                                <p:cTn id="50" presetID="1" presetClass="entr" presetSubtype="0" fill="hold" nodeType="withEffect" restart="never">
                                  <p:stCondLst>
                                    <p:cond delay="2270"/>
                                  </p:stCondLst>
                                  <p:childTnLst>
                                    <p:set>
                                      <p:cBhvr>
                                        <p:cTn id="51" dur="1" fill="hold">
                                          <p:stCondLst>
                                            <p:cond delay="0"/>
                                          </p:stCondLst>
                                        </p:cTn>
                                        <p:tgtEl>
                                          <p:spTgt spid="39"/>
                                        </p:tgtEl>
                                        <p:attrNameLst>
                                          <p:attrName>style.visibility</p:attrName>
                                        </p:attrNameLst>
                                      </p:cBhvr>
                                      <p:to>
                                        <p:strVal val="visible"/>
                                      </p:to>
                                    </p:set>
                                  </p:childTnLst>
                                </p:cTn>
                              </p:par>
                              <p:par>
                                <p:cTn id="52" presetID="1" presetClass="entr" presetSubtype="0" fill="hold" nodeType="withEffect" restart="never">
                                  <p:stCondLst>
                                    <p:cond delay="2390"/>
                                  </p:stCondLst>
                                  <p:childTnLst>
                                    <p:set>
                                      <p:cBhvr>
                                        <p:cTn id="53" dur="1" fill="hold">
                                          <p:stCondLst>
                                            <p:cond delay="0"/>
                                          </p:stCondLst>
                                        </p:cTn>
                                        <p:tgtEl>
                                          <p:spTgt spid="40"/>
                                        </p:tgtEl>
                                        <p:attrNameLst>
                                          <p:attrName>style.visibility</p:attrName>
                                        </p:attrNameLst>
                                      </p:cBhvr>
                                      <p:to>
                                        <p:strVal val="visible"/>
                                      </p:to>
                                    </p:set>
                                  </p:childTnLst>
                                </p:cTn>
                              </p:par>
                              <p:par>
                                <p:cTn id="54" presetID="1" presetClass="entr" presetSubtype="0" fill="hold" nodeType="withEffect" restart="never">
                                  <p:stCondLst>
                                    <p:cond delay="2510"/>
                                  </p:stCondLst>
                                  <p:childTnLst>
                                    <p:set>
                                      <p:cBhvr>
                                        <p:cTn id="55" dur="1" fill="hold">
                                          <p:stCondLst>
                                            <p:cond delay="0"/>
                                          </p:stCondLst>
                                        </p:cTn>
                                        <p:tgtEl>
                                          <p:spTgt spid="41"/>
                                        </p:tgtEl>
                                        <p:attrNameLst>
                                          <p:attrName>style.visibility</p:attrName>
                                        </p:attrNameLst>
                                      </p:cBhvr>
                                      <p:to>
                                        <p:strVal val="visible"/>
                                      </p:to>
                                    </p:set>
                                  </p:childTnLst>
                                </p:cTn>
                              </p:par>
                              <p:par>
                                <p:cTn id="56" presetID="1" presetClass="entr" presetSubtype="0" fill="hold" nodeType="withEffect" restart="never">
                                  <p:stCondLst>
                                    <p:cond delay="2630"/>
                                  </p:stCondLst>
                                  <p:childTnLst>
                                    <p:set>
                                      <p:cBhvr>
                                        <p:cTn id="57" dur="1" fill="hold">
                                          <p:stCondLst>
                                            <p:cond delay="0"/>
                                          </p:stCondLst>
                                        </p:cTn>
                                        <p:tgtEl>
                                          <p:spTgt spid="42"/>
                                        </p:tgtEl>
                                        <p:attrNameLst>
                                          <p:attrName>style.visibility</p:attrName>
                                        </p:attrNameLst>
                                      </p:cBhvr>
                                      <p:to>
                                        <p:strVal val="visible"/>
                                      </p:to>
                                    </p:set>
                                  </p:childTnLst>
                                </p:cTn>
                              </p:par>
                              <p:par>
                                <p:cTn id="58" presetID="1" presetClass="entr" presetSubtype="0" fill="hold" nodeType="withEffect" restart="never">
                                  <p:stCondLst>
                                    <p:cond delay="2750"/>
                                  </p:stCondLst>
                                  <p:childTnLst>
                                    <p:set>
                                      <p:cBhvr>
                                        <p:cTn id="59" dur="1" fill="hold">
                                          <p:stCondLst>
                                            <p:cond delay="0"/>
                                          </p:stCondLst>
                                        </p:cTn>
                                        <p:tgtEl>
                                          <p:spTgt spid="43"/>
                                        </p:tgtEl>
                                        <p:attrNameLst>
                                          <p:attrName>style.visibility</p:attrName>
                                        </p:attrNameLst>
                                      </p:cBhvr>
                                      <p:to>
                                        <p:strVal val="visible"/>
                                      </p:to>
                                    </p:set>
                                  </p:childTnLst>
                                </p:cTn>
                              </p:par>
                              <p:par>
                                <p:cTn id="60" presetID="1" presetClass="entr" presetSubtype="0" fill="hold" nodeType="withEffect" restart="never">
                                  <p:stCondLst>
                                    <p:cond delay="2870"/>
                                  </p:stCondLst>
                                  <p:childTnLst>
                                    <p:set>
                                      <p:cBhvr>
                                        <p:cTn id="61" dur="1" fill="hold">
                                          <p:stCondLst>
                                            <p:cond delay="0"/>
                                          </p:stCondLst>
                                        </p:cTn>
                                        <p:tgtEl>
                                          <p:spTgt spid="44"/>
                                        </p:tgtEl>
                                        <p:attrNameLst>
                                          <p:attrName>style.visibility</p:attrName>
                                        </p:attrNameLst>
                                      </p:cBhvr>
                                      <p:to>
                                        <p:strVal val="visible"/>
                                      </p:to>
                                    </p:set>
                                  </p:childTnLst>
                                </p:cTn>
                              </p:par>
                              <p:par>
                                <p:cTn id="62" presetID="1" presetClass="entr" presetSubtype="0" fill="hold" nodeType="withEffect" restart="never">
                                  <p:stCondLst>
                                    <p:cond delay="2990"/>
                                  </p:stCondLst>
                                  <p:childTnLst>
                                    <p:set>
                                      <p:cBhvr>
                                        <p:cTn id="63" dur="1" fill="hold">
                                          <p:stCondLst>
                                            <p:cond delay="0"/>
                                          </p:stCondLst>
                                        </p:cTn>
                                        <p:tgtEl>
                                          <p:spTgt spid="45"/>
                                        </p:tgtEl>
                                        <p:attrNameLst>
                                          <p:attrName>style.visibility</p:attrName>
                                        </p:attrNameLst>
                                      </p:cBhvr>
                                      <p:to>
                                        <p:strVal val="visible"/>
                                      </p:to>
                                    </p:set>
                                  </p:childTnLst>
                                </p:cTn>
                              </p:par>
                              <p:par>
                                <p:cTn id="64" presetID="1" presetClass="entr" presetSubtype="0" fill="hold" nodeType="withEffect" restart="never">
                                  <p:stCondLst>
                                    <p:cond delay="3110"/>
                                  </p:stCondLst>
                                  <p:childTnLst>
                                    <p:set>
                                      <p:cBhvr>
                                        <p:cTn id="65" dur="1" fill="hold">
                                          <p:stCondLst>
                                            <p:cond delay="0"/>
                                          </p:stCondLst>
                                        </p:cTn>
                                        <p:tgtEl>
                                          <p:spTgt spid="46"/>
                                        </p:tgtEl>
                                        <p:attrNameLst>
                                          <p:attrName>style.visibility</p:attrName>
                                        </p:attrNameLst>
                                      </p:cBhvr>
                                      <p:to>
                                        <p:strVal val="visible"/>
                                      </p:to>
                                    </p:set>
                                  </p:childTnLst>
                                </p:cTn>
                              </p:par>
                              <p:par>
                                <p:cTn id="66" presetID="1" presetClass="entr" presetSubtype="0" fill="hold" nodeType="withEffect" restart="never">
                                  <p:stCondLst>
                                    <p:cond delay="3230"/>
                                  </p:stCondLst>
                                  <p:childTnLst>
                                    <p:set>
                                      <p:cBhvr>
                                        <p:cTn id="67" dur="1" fill="hold">
                                          <p:stCondLst>
                                            <p:cond delay="0"/>
                                          </p:stCondLst>
                                        </p:cTn>
                                        <p:tgtEl>
                                          <p:spTgt spid="47"/>
                                        </p:tgtEl>
                                        <p:attrNameLst>
                                          <p:attrName>style.visibility</p:attrName>
                                        </p:attrNameLst>
                                      </p:cBhvr>
                                      <p:to>
                                        <p:strVal val="visible"/>
                                      </p:to>
                                    </p:set>
                                  </p:childTnLst>
                                </p:cTn>
                              </p:par>
                              <p:par>
                                <p:cTn id="68" presetID="1" presetClass="entr" presetSubtype="0" fill="hold" nodeType="withEffect" restart="never">
                                  <p:stCondLst>
                                    <p:cond delay="3350"/>
                                  </p:stCondLst>
                                  <p:childTnLst>
                                    <p:set>
                                      <p:cBhvr>
                                        <p:cTn id="69" dur="1" fill="hold">
                                          <p:stCondLst>
                                            <p:cond delay="0"/>
                                          </p:stCondLst>
                                        </p:cTn>
                                        <p:tgtEl>
                                          <p:spTgt spid="48"/>
                                        </p:tgtEl>
                                        <p:attrNameLst>
                                          <p:attrName>style.visibility</p:attrName>
                                        </p:attrNameLst>
                                      </p:cBhvr>
                                      <p:to>
                                        <p:strVal val="visible"/>
                                      </p:to>
                                    </p:set>
                                  </p:childTnLst>
                                </p:cTn>
                              </p:par>
                              <p:par>
                                <p:cTn id="70" presetID="1" presetClass="entr" presetSubtype="0" fill="hold" nodeType="withEffect" restart="never">
                                  <p:stCondLst>
                                    <p:cond delay="3470"/>
                                  </p:stCondLst>
                                  <p:childTnLst>
                                    <p:set>
                                      <p:cBhvr>
                                        <p:cTn id="71" dur="1" fill="hold">
                                          <p:stCondLst>
                                            <p:cond delay="0"/>
                                          </p:stCondLst>
                                        </p:cTn>
                                        <p:tgtEl>
                                          <p:spTgt spid="49"/>
                                        </p:tgtEl>
                                        <p:attrNameLst>
                                          <p:attrName>style.visibility</p:attrName>
                                        </p:attrNameLst>
                                      </p:cBhvr>
                                      <p:to>
                                        <p:strVal val="visible"/>
                                      </p:to>
                                    </p:set>
                                  </p:childTnLst>
                                </p:cTn>
                              </p:par>
                              <p:par>
                                <p:cTn id="72" presetID="1" presetClass="entr" presetSubtype="0" fill="hold" nodeType="withEffect" restart="never">
                                  <p:stCondLst>
                                    <p:cond delay="3590"/>
                                  </p:stCondLst>
                                  <p:childTnLst>
                                    <p:set>
                                      <p:cBhvr>
                                        <p:cTn id="73" dur="1" fill="hold">
                                          <p:stCondLst>
                                            <p:cond delay="0"/>
                                          </p:stCondLst>
                                        </p:cTn>
                                        <p:tgtEl>
                                          <p:spTgt spid="50"/>
                                        </p:tgtEl>
                                        <p:attrNameLst>
                                          <p:attrName>style.visibility</p:attrName>
                                        </p:attrNameLst>
                                      </p:cBhvr>
                                      <p:to>
                                        <p:strVal val="visible"/>
                                      </p:to>
                                    </p:set>
                                  </p:childTnLst>
                                </p:cTn>
                              </p:par>
                            </p:childTnLst>
                          </p:cTn>
                        </p:par>
                      </p:childTnLst>
                    </p:cTn>
                  </p:par>
                  <p:par>
                    <p:cTn id="74" fill="hold" restart="never" repeatCount="1000">
                      <p:stCondLst>
                        <p:cond delay="indefinite"/>
                      </p:stCondLst>
                      <p:childTnLst>
                        <p:par>
                          <p:cTn id="75" fill="hold" dur="4240">
                            <p:stCondLst>
                              <p:cond delay="0"/>
                            </p:stCondLst>
                            <p:childTnLst>
                              <p:par>
                                <p:cTn id="76" presetID="1" presetClass="entr" presetSubtype="0" fill="hold" nodeType="clickEffect" restart="never">
                                  <p:stCondLst>
                                    <p:cond delay="0"/>
                                  </p:stCondLst>
                                  <p:childTnLst>
                                    <p:set>
                                      <p:cBhvr>
                                        <p:cTn id="77" dur="1" fill="hold">
                                          <p:stCondLst>
                                            <p:cond delay="0"/>
                                          </p:stCondLst>
                                        </p:cTn>
                                        <p:tgtEl>
                                          <p:spTgt spid="10"/>
                                        </p:tgtEl>
                                        <p:attrNameLst>
                                          <p:attrName>style.visibility</p:attrName>
                                        </p:attrNameLst>
                                      </p:cBhvr>
                                      <p:to>
                                        <p:strVal val="visible"/>
                                      </p:to>
                                    </p:set>
                                  </p:childTnLst>
                                </p:cTn>
                              </p:par>
                              <p:par>
                                <p:cTn id="78" presetID="1" presetClass="entr" presetSubtype="0" fill="hold" nodeType="withEffect" restart="never">
                                  <p:stCondLst>
                                    <p:cond delay="350"/>
                                  </p:stCondLst>
                                  <p:childTnLst>
                                    <p:set>
                                      <p:cBhvr>
                                        <p:cTn id="79" dur="1" fill="hold">
                                          <p:stCondLst>
                                            <p:cond delay="0"/>
                                          </p:stCondLst>
                                        </p:cTn>
                                        <p:tgtEl>
                                          <p:spTgt spid="51"/>
                                        </p:tgtEl>
                                        <p:attrNameLst>
                                          <p:attrName>style.visibility</p:attrName>
                                        </p:attrNameLst>
                                      </p:cBhvr>
                                      <p:to>
                                        <p:strVal val="visible"/>
                                      </p:to>
                                    </p:set>
                                  </p:childTnLst>
                                </p:cTn>
                              </p:par>
                              <p:par>
                                <p:cTn id="80" presetID="1" presetClass="entr" presetSubtype="0" fill="hold" nodeType="withEffect" restart="never">
                                  <p:stCondLst>
                                    <p:cond delay="470"/>
                                  </p:stCondLst>
                                  <p:childTnLst>
                                    <p:set>
                                      <p:cBhvr>
                                        <p:cTn id="81" dur="1" fill="hold">
                                          <p:stCondLst>
                                            <p:cond delay="0"/>
                                          </p:stCondLst>
                                        </p:cTn>
                                        <p:tgtEl>
                                          <p:spTgt spid="52"/>
                                        </p:tgtEl>
                                        <p:attrNameLst>
                                          <p:attrName>style.visibility</p:attrName>
                                        </p:attrNameLst>
                                      </p:cBhvr>
                                      <p:to>
                                        <p:strVal val="visible"/>
                                      </p:to>
                                    </p:set>
                                  </p:childTnLst>
                                </p:cTn>
                              </p:par>
                              <p:par>
                                <p:cTn id="82" presetID="1" presetClass="entr" presetSubtype="0" fill="hold" nodeType="withEffect" restart="never">
                                  <p:stCondLst>
                                    <p:cond delay="590"/>
                                  </p:stCondLst>
                                  <p:childTnLst>
                                    <p:set>
                                      <p:cBhvr>
                                        <p:cTn id="83" dur="1" fill="hold">
                                          <p:stCondLst>
                                            <p:cond delay="0"/>
                                          </p:stCondLst>
                                        </p:cTn>
                                        <p:tgtEl>
                                          <p:spTgt spid="53"/>
                                        </p:tgtEl>
                                        <p:attrNameLst>
                                          <p:attrName>style.visibility</p:attrName>
                                        </p:attrNameLst>
                                      </p:cBhvr>
                                      <p:to>
                                        <p:strVal val="visible"/>
                                      </p:to>
                                    </p:set>
                                  </p:childTnLst>
                                </p:cTn>
                              </p:par>
                              <p:par>
                                <p:cTn id="84" presetID="1" presetClass="entr" presetSubtype="0" fill="hold" nodeType="withEffect" restart="never">
                                  <p:stCondLst>
                                    <p:cond delay="710"/>
                                  </p:stCondLst>
                                  <p:childTnLst>
                                    <p:set>
                                      <p:cBhvr>
                                        <p:cTn id="85" dur="1" fill="hold">
                                          <p:stCondLst>
                                            <p:cond delay="0"/>
                                          </p:stCondLst>
                                        </p:cTn>
                                        <p:tgtEl>
                                          <p:spTgt spid="54"/>
                                        </p:tgtEl>
                                        <p:attrNameLst>
                                          <p:attrName>style.visibility</p:attrName>
                                        </p:attrNameLst>
                                      </p:cBhvr>
                                      <p:to>
                                        <p:strVal val="visible"/>
                                      </p:to>
                                    </p:set>
                                  </p:childTnLst>
                                </p:cTn>
                              </p:par>
                              <p:par>
                                <p:cTn id="86" presetID="1" presetClass="entr" presetSubtype="0" fill="hold" nodeType="withEffect" restart="never">
                                  <p:stCondLst>
                                    <p:cond delay="830"/>
                                  </p:stCondLst>
                                  <p:childTnLst>
                                    <p:set>
                                      <p:cBhvr>
                                        <p:cTn id="87" dur="1" fill="hold">
                                          <p:stCondLst>
                                            <p:cond delay="0"/>
                                          </p:stCondLst>
                                        </p:cTn>
                                        <p:tgtEl>
                                          <p:spTgt spid="55"/>
                                        </p:tgtEl>
                                        <p:attrNameLst>
                                          <p:attrName>style.visibility</p:attrName>
                                        </p:attrNameLst>
                                      </p:cBhvr>
                                      <p:to>
                                        <p:strVal val="visible"/>
                                      </p:to>
                                    </p:set>
                                  </p:childTnLst>
                                </p:cTn>
                              </p:par>
                              <p:par>
                                <p:cTn id="88" presetID="1" presetClass="entr" presetSubtype="0" fill="hold" nodeType="withEffect" restart="never">
                                  <p:stCondLst>
                                    <p:cond delay="950"/>
                                  </p:stCondLst>
                                  <p:childTnLst>
                                    <p:set>
                                      <p:cBhvr>
                                        <p:cTn id="89" dur="1" fill="hold">
                                          <p:stCondLst>
                                            <p:cond delay="0"/>
                                          </p:stCondLst>
                                        </p:cTn>
                                        <p:tgtEl>
                                          <p:spTgt spid="56"/>
                                        </p:tgtEl>
                                        <p:attrNameLst>
                                          <p:attrName>style.visibility</p:attrName>
                                        </p:attrNameLst>
                                      </p:cBhvr>
                                      <p:to>
                                        <p:strVal val="visible"/>
                                      </p:to>
                                    </p:set>
                                  </p:childTnLst>
                                </p:cTn>
                              </p:par>
                              <p:par>
                                <p:cTn id="90" presetID="1" presetClass="entr" presetSubtype="0" fill="hold" nodeType="withEffect" restart="never">
                                  <p:stCondLst>
                                    <p:cond delay="1070"/>
                                  </p:stCondLst>
                                  <p:childTnLst>
                                    <p:set>
                                      <p:cBhvr>
                                        <p:cTn id="91" dur="1" fill="hold">
                                          <p:stCondLst>
                                            <p:cond delay="0"/>
                                          </p:stCondLst>
                                        </p:cTn>
                                        <p:tgtEl>
                                          <p:spTgt spid="57"/>
                                        </p:tgtEl>
                                        <p:attrNameLst>
                                          <p:attrName>style.visibility</p:attrName>
                                        </p:attrNameLst>
                                      </p:cBhvr>
                                      <p:to>
                                        <p:strVal val="visible"/>
                                      </p:to>
                                    </p:set>
                                  </p:childTnLst>
                                </p:cTn>
                              </p:par>
                              <p:par>
                                <p:cTn id="92" presetID="1" presetClass="entr" presetSubtype="0" fill="hold" nodeType="withEffect" restart="never">
                                  <p:stCondLst>
                                    <p:cond delay="1190"/>
                                  </p:stCondLst>
                                  <p:childTnLst>
                                    <p:set>
                                      <p:cBhvr>
                                        <p:cTn id="93" dur="1" fill="hold">
                                          <p:stCondLst>
                                            <p:cond delay="0"/>
                                          </p:stCondLst>
                                        </p:cTn>
                                        <p:tgtEl>
                                          <p:spTgt spid="58"/>
                                        </p:tgtEl>
                                        <p:attrNameLst>
                                          <p:attrName>style.visibility</p:attrName>
                                        </p:attrNameLst>
                                      </p:cBhvr>
                                      <p:to>
                                        <p:strVal val="visible"/>
                                      </p:to>
                                    </p:set>
                                  </p:childTnLst>
                                </p:cTn>
                              </p:par>
                              <p:par>
                                <p:cTn id="94" presetID="1" presetClass="entr" presetSubtype="0" fill="hold" nodeType="withEffect" restart="never">
                                  <p:stCondLst>
                                    <p:cond delay="1310"/>
                                  </p:stCondLst>
                                  <p:childTnLst>
                                    <p:set>
                                      <p:cBhvr>
                                        <p:cTn id="95" dur="1" fill="hold">
                                          <p:stCondLst>
                                            <p:cond delay="0"/>
                                          </p:stCondLst>
                                        </p:cTn>
                                        <p:tgtEl>
                                          <p:spTgt spid="59"/>
                                        </p:tgtEl>
                                        <p:attrNameLst>
                                          <p:attrName>style.visibility</p:attrName>
                                        </p:attrNameLst>
                                      </p:cBhvr>
                                      <p:to>
                                        <p:strVal val="visible"/>
                                      </p:to>
                                    </p:set>
                                  </p:childTnLst>
                                </p:cTn>
                              </p:par>
                              <p:par>
                                <p:cTn id="96" presetID="1" presetClass="entr" presetSubtype="0" fill="hold" nodeType="withEffect" restart="never">
                                  <p:stCondLst>
                                    <p:cond delay="1430"/>
                                  </p:stCondLst>
                                  <p:childTnLst>
                                    <p:set>
                                      <p:cBhvr>
                                        <p:cTn id="97" dur="1" fill="hold">
                                          <p:stCondLst>
                                            <p:cond delay="0"/>
                                          </p:stCondLst>
                                        </p:cTn>
                                        <p:tgtEl>
                                          <p:spTgt spid="60"/>
                                        </p:tgtEl>
                                        <p:attrNameLst>
                                          <p:attrName>style.visibility</p:attrName>
                                        </p:attrNameLst>
                                      </p:cBhvr>
                                      <p:to>
                                        <p:strVal val="visible"/>
                                      </p:to>
                                    </p:set>
                                  </p:childTnLst>
                                </p:cTn>
                              </p:par>
                              <p:par>
                                <p:cTn id="98" presetID="1" presetClass="entr" presetSubtype="0" fill="hold" nodeType="withEffect" restart="never">
                                  <p:stCondLst>
                                    <p:cond delay="1550"/>
                                  </p:stCondLst>
                                  <p:childTnLst>
                                    <p:set>
                                      <p:cBhvr>
                                        <p:cTn id="99" dur="1" fill="hold">
                                          <p:stCondLst>
                                            <p:cond delay="0"/>
                                          </p:stCondLst>
                                        </p:cTn>
                                        <p:tgtEl>
                                          <p:spTgt spid="61"/>
                                        </p:tgtEl>
                                        <p:attrNameLst>
                                          <p:attrName>style.visibility</p:attrName>
                                        </p:attrNameLst>
                                      </p:cBhvr>
                                      <p:to>
                                        <p:strVal val="visible"/>
                                      </p:to>
                                    </p:set>
                                  </p:childTnLst>
                                </p:cTn>
                              </p:par>
                              <p:par>
                                <p:cTn id="100" presetID="1" presetClass="entr" presetSubtype="0" fill="hold" nodeType="withEffect" restart="never">
                                  <p:stCondLst>
                                    <p:cond delay="1670"/>
                                  </p:stCondLst>
                                  <p:childTnLst>
                                    <p:set>
                                      <p:cBhvr>
                                        <p:cTn id="101" dur="1" fill="hold">
                                          <p:stCondLst>
                                            <p:cond delay="0"/>
                                          </p:stCondLst>
                                        </p:cTn>
                                        <p:tgtEl>
                                          <p:spTgt spid="62"/>
                                        </p:tgtEl>
                                        <p:attrNameLst>
                                          <p:attrName>style.visibility</p:attrName>
                                        </p:attrNameLst>
                                      </p:cBhvr>
                                      <p:to>
                                        <p:strVal val="visible"/>
                                      </p:to>
                                    </p:set>
                                  </p:childTnLst>
                                </p:cTn>
                              </p:par>
                              <p:par>
                                <p:cTn id="102" presetID="1" presetClass="entr" presetSubtype="0" fill="hold" nodeType="withEffect" restart="never">
                                  <p:stCondLst>
                                    <p:cond delay="1790"/>
                                  </p:stCondLst>
                                  <p:childTnLst>
                                    <p:set>
                                      <p:cBhvr>
                                        <p:cTn id="103" dur="1" fill="hold">
                                          <p:stCondLst>
                                            <p:cond delay="0"/>
                                          </p:stCondLst>
                                        </p:cTn>
                                        <p:tgtEl>
                                          <p:spTgt spid="63"/>
                                        </p:tgtEl>
                                        <p:attrNameLst>
                                          <p:attrName>style.visibility</p:attrName>
                                        </p:attrNameLst>
                                      </p:cBhvr>
                                      <p:to>
                                        <p:strVal val="visible"/>
                                      </p:to>
                                    </p:set>
                                  </p:childTnLst>
                                </p:cTn>
                              </p:par>
                              <p:par>
                                <p:cTn id="104" presetID="1" presetClass="entr" presetSubtype="0" fill="hold" nodeType="withEffect" restart="never">
                                  <p:stCondLst>
                                    <p:cond delay="1910"/>
                                  </p:stCondLst>
                                  <p:childTnLst>
                                    <p:set>
                                      <p:cBhvr>
                                        <p:cTn id="105" dur="1" fill="hold">
                                          <p:stCondLst>
                                            <p:cond delay="0"/>
                                          </p:stCondLst>
                                        </p:cTn>
                                        <p:tgtEl>
                                          <p:spTgt spid="64"/>
                                        </p:tgtEl>
                                        <p:attrNameLst>
                                          <p:attrName>style.visibility</p:attrName>
                                        </p:attrNameLst>
                                      </p:cBhvr>
                                      <p:to>
                                        <p:strVal val="visible"/>
                                      </p:to>
                                    </p:set>
                                  </p:childTnLst>
                                </p:cTn>
                              </p:par>
                              <p:par>
                                <p:cTn id="106" presetID="1" presetClass="entr" presetSubtype="0" fill="hold" nodeType="withEffect" restart="never">
                                  <p:stCondLst>
                                    <p:cond delay="2030"/>
                                  </p:stCondLst>
                                  <p:childTnLst>
                                    <p:set>
                                      <p:cBhvr>
                                        <p:cTn id="107" dur="1" fill="hold">
                                          <p:stCondLst>
                                            <p:cond delay="0"/>
                                          </p:stCondLst>
                                        </p:cTn>
                                        <p:tgtEl>
                                          <p:spTgt spid="65"/>
                                        </p:tgtEl>
                                        <p:attrNameLst>
                                          <p:attrName>style.visibility</p:attrName>
                                        </p:attrNameLst>
                                      </p:cBhvr>
                                      <p:to>
                                        <p:strVal val="visible"/>
                                      </p:to>
                                    </p:set>
                                  </p:childTnLst>
                                </p:cTn>
                              </p:par>
                              <p:par>
                                <p:cTn id="108" presetID="1" presetClass="entr" presetSubtype="0" fill="hold" nodeType="withEffect" restart="never">
                                  <p:stCondLst>
                                    <p:cond delay="2150"/>
                                  </p:stCondLst>
                                  <p:childTnLst>
                                    <p:set>
                                      <p:cBhvr>
                                        <p:cTn id="109" dur="1" fill="hold">
                                          <p:stCondLst>
                                            <p:cond delay="0"/>
                                          </p:stCondLst>
                                        </p:cTn>
                                        <p:tgtEl>
                                          <p:spTgt spid="66"/>
                                        </p:tgtEl>
                                        <p:attrNameLst>
                                          <p:attrName>style.visibility</p:attrName>
                                        </p:attrNameLst>
                                      </p:cBhvr>
                                      <p:to>
                                        <p:strVal val="visible"/>
                                      </p:to>
                                    </p:set>
                                  </p:childTnLst>
                                </p:cTn>
                              </p:par>
                              <p:par>
                                <p:cTn id="110" presetID="1" presetClass="entr" presetSubtype="0" fill="hold" nodeType="withEffect" restart="never">
                                  <p:stCondLst>
                                    <p:cond delay="2270"/>
                                  </p:stCondLst>
                                  <p:childTnLst>
                                    <p:set>
                                      <p:cBhvr>
                                        <p:cTn id="111" dur="1" fill="hold">
                                          <p:stCondLst>
                                            <p:cond delay="0"/>
                                          </p:stCondLst>
                                        </p:cTn>
                                        <p:tgtEl>
                                          <p:spTgt spid="67"/>
                                        </p:tgtEl>
                                        <p:attrNameLst>
                                          <p:attrName>style.visibility</p:attrName>
                                        </p:attrNameLst>
                                      </p:cBhvr>
                                      <p:to>
                                        <p:strVal val="visible"/>
                                      </p:to>
                                    </p:set>
                                  </p:childTnLst>
                                </p:cTn>
                              </p:par>
                              <p:par>
                                <p:cTn id="112" presetID="1" presetClass="entr" presetSubtype="0" fill="hold" nodeType="withEffect" restart="never">
                                  <p:stCondLst>
                                    <p:cond delay="2390"/>
                                  </p:stCondLst>
                                  <p:childTnLst>
                                    <p:set>
                                      <p:cBhvr>
                                        <p:cTn id="113" dur="1" fill="hold">
                                          <p:stCondLst>
                                            <p:cond delay="0"/>
                                          </p:stCondLst>
                                        </p:cTn>
                                        <p:tgtEl>
                                          <p:spTgt spid="68"/>
                                        </p:tgtEl>
                                        <p:attrNameLst>
                                          <p:attrName>style.visibility</p:attrName>
                                        </p:attrNameLst>
                                      </p:cBhvr>
                                      <p:to>
                                        <p:strVal val="visible"/>
                                      </p:to>
                                    </p:set>
                                  </p:childTnLst>
                                </p:cTn>
                              </p:par>
                              <p:par>
                                <p:cTn id="114" presetID="1" presetClass="entr" presetSubtype="0" fill="hold" nodeType="withEffect" restart="never">
                                  <p:stCondLst>
                                    <p:cond delay="2510"/>
                                  </p:stCondLst>
                                  <p:childTnLst>
                                    <p:set>
                                      <p:cBhvr>
                                        <p:cTn id="115" dur="1" fill="hold">
                                          <p:stCondLst>
                                            <p:cond delay="0"/>
                                          </p:stCondLst>
                                        </p:cTn>
                                        <p:tgtEl>
                                          <p:spTgt spid="69"/>
                                        </p:tgtEl>
                                        <p:attrNameLst>
                                          <p:attrName>style.visibility</p:attrName>
                                        </p:attrNameLst>
                                      </p:cBhvr>
                                      <p:to>
                                        <p:strVal val="visible"/>
                                      </p:to>
                                    </p:set>
                                  </p:childTnLst>
                                </p:cTn>
                              </p:par>
                              <p:par>
                                <p:cTn id="116" presetID="1" presetClass="entr" presetSubtype="0" fill="hold" nodeType="withEffect" restart="never">
                                  <p:stCondLst>
                                    <p:cond delay="2630"/>
                                  </p:stCondLst>
                                  <p:childTnLst>
                                    <p:set>
                                      <p:cBhvr>
                                        <p:cTn id="117" dur="1" fill="hold">
                                          <p:stCondLst>
                                            <p:cond delay="0"/>
                                          </p:stCondLst>
                                        </p:cTn>
                                        <p:tgtEl>
                                          <p:spTgt spid="70"/>
                                        </p:tgtEl>
                                        <p:attrNameLst>
                                          <p:attrName>style.visibility</p:attrName>
                                        </p:attrNameLst>
                                      </p:cBhvr>
                                      <p:to>
                                        <p:strVal val="visible"/>
                                      </p:to>
                                    </p:set>
                                  </p:childTnLst>
                                </p:cTn>
                              </p:par>
                              <p:par>
                                <p:cTn id="118" presetID="1" presetClass="entr" presetSubtype="0" fill="hold" nodeType="withEffect" restart="never">
                                  <p:stCondLst>
                                    <p:cond delay="2750"/>
                                  </p:stCondLst>
                                  <p:childTnLst>
                                    <p:set>
                                      <p:cBhvr>
                                        <p:cTn id="119" dur="1" fill="hold">
                                          <p:stCondLst>
                                            <p:cond delay="0"/>
                                          </p:stCondLst>
                                        </p:cTn>
                                        <p:tgtEl>
                                          <p:spTgt spid="71"/>
                                        </p:tgtEl>
                                        <p:attrNameLst>
                                          <p:attrName>style.visibility</p:attrName>
                                        </p:attrNameLst>
                                      </p:cBhvr>
                                      <p:to>
                                        <p:strVal val="visible"/>
                                      </p:to>
                                    </p:set>
                                  </p:childTnLst>
                                </p:cTn>
                              </p:par>
                              <p:par>
                                <p:cTn id="120" presetID="1" presetClass="entr" presetSubtype="0" fill="hold" nodeType="withEffect" restart="never">
                                  <p:stCondLst>
                                    <p:cond delay="2870"/>
                                  </p:stCondLst>
                                  <p:childTnLst>
                                    <p:set>
                                      <p:cBhvr>
                                        <p:cTn id="121" dur="1" fill="hold">
                                          <p:stCondLst>
                                            <p:cond delay="0"/>
                                          </p:stCondLst>
                                        </p:cTn>
                                        <p:tgtEl>
                                          <p:spTgt spid="72"/>
                                        </p:tgtEl>
                                        <p:attrNameLst>
                                          <p:attrName>style.visibility</p:attrName>
                                        </p:attrNameLst>
                                      </p:cBhvr>
                                      <p:to>
                                        <p:strVal val="visible"/>
                                      </p:to>
                                    </p:set>
                                  </p:childTnLst>
                                </p:cTn>
                              </p:par>
                              <p:par>
                                <p:cTn id="122" presetID="1" presetClass="entr" presetSubtype="0" fill="hold" nodeType="withEffect" restart="never">
                                  <p:stCondLst>
                                    <p:cond delay="2990"/>
                                  </p:stCondLst>
                                  <p:childTnLst>
                                    <p:set>
                                      <p:cBhvr>
                                        <p:cTn id="123" dur="1" fill="hold">
                                          <p:stCondLst>
                                            <p:cond delay="0"/>
                                          </p:stCondLst>
                                        </p:cTn>
                                        <p:tgtEl>
                                          <p:spTgt spid="73"/>
                                        </p:tgtEl>
                                        <p:attrNameLst>
                                          <p:attrName>style.visibility</p:attrName>
                                        </p:attrNameLst>
                                      </p:cBhvr>
                                      <p:to>
                                        <p:strVal val="visible"/>
                                      </p:to>
                                    </p:set>
                                  </p:childTnLst>
                                </p:cTn>
                              </p:par>
                              <p:par>
                                <p:cTn id="124" presetID="1" presetClass="entr" presetSubtype="0" fill="hold" nodeType="withEffect" restart="never">
                                  <p:stCondLst>
                                    <p:cond delay="3110"/>
                                  </p:stCondLst>
                                  <p:childTnLst>
                                    <p:set>
                                      <p:cBhvr>
                                        <p:cTn id="125" dur="1" fill="hold">
                                          <p:stCondLst>
                                            <p:cond delay="0"/>
                                          </p:stCondLst>
                                        </p:cTn>
                                        <p:tgtEl>
                                          <p:spTgt spid="74"/>
                                        </p:tgtEl>
                                        <p:attrNameLst>
                                          <p:attrName>style.visibility</p:attrName>
                                        </p:attrNameLst>
                                      </p:cBhvr>
                                      <p:to>
                                        <p:strVal val="visible"/>
                                      </p:to>
                                    </p:set>
                                  </p:childTnLst>
                                </p:cTn>
                              </p:par>
                              <p:par>
                                <p:cTn id="126" presetID="1" presetClass="entr" presetSubtype="0" fill="hold" nodeType="withEffect" restart="never">
                                  <p:stCondLst>
                                    <p:cond delay="3230"/>
                                  </p:stCondLst>
                                  <p:childTnLst>
                                    <p:set>
                                      <p:cBhvr>
                                        <p:cTn id="127" dur="1" fill="hold">
                                          <p:stCondLst>
                                            <p:cond delay="0"/>
                                          </p:stCondLst>
                                        </p:cTn>
                                        <p:tgtEl>
                                          <p:spTgt spid="75"/>
                                        </p:tgtEl>
                                        <p:attrNameLst>
                                          <p:attrName>style.visibility</p:attrName>
                                        </p:attrNameLst>
                                      </p:cBhvr>
                                      <p:to>
                                        <p:strVal val="visible"/>
                                      </p:to>
                                    </p:set>
                                  </p:childTnLst>
                                </p:cTn>
                              </p:par>
                              <p:par>
                                <p:cTn id="128" presetID="1" presetClass="entr" presetSubtype="0" fill="hold" nodeType="withEffect" restart="never">
                                  <p:stCondLst>
                                    <p:cond delay="3350"/>
                                  </p:stCondLst>
                                  <p:childTnLst>
                                    <p:set>
                                      <p:cBhvr>
                                        <p:cTn id="129" dur="1" fill="hold">
                                          <p:stCondLst>
                                            <p:cond delay="0"/>
                                          </p:stCondLst>
                                        </p:cTn>
                                        <p:tgtEl>
                                          <p:spTgt spid="76"/>
                                        </p:tgtEl>
                                        <p:attrNameLst>
                                          <p:attrName>style.visibility</p:attrName>
                                        </p:attrNameLst>
                                      </p:cBhvr>
                                      <p:to>
                                        <p:strVal val="visible"/>
                                      </p:to>
                                    </p:set>
                                  </p:childTnLst>
                                </p:cTn>
                              </p:par>
                              <p:par>
                                <p:cTn id="130" presetID="1" presetClass="entr" presetSubtype="0" fill="hold" nodeType="withEffect" restart="never">
                                  <p:stCondLst>
                                    <p:cond delay="3470"/>
                                  </p:stCondLst>
                                  <p:childTnLst>
                                    <p:set>
                                      <p:cBhvr>
                                        <p:cTn id="131" dur="1" fill="hold">
                                          <p:stCondLst>
                                            <p:cond delay="0"/>
                                          </p:stCondLst>
                                        </p:cTn>
                                        <p:tgtEl>
                                          <p:spTgt spid="77"/>
                                        </p:tgtEl>
                                        <p:attrNameLst>
                                          <p:attrName>style.visibility</p:attrName>
                                        </p:attrNameLst>
                                      </p:cBhvr>
                                      <p:to>
                                        <p:strVal val="visible"/>
                                      </p:to>
                                    </p:set>
                                  </p:childTnLst>
                                </p:cTn>
                              </p:par>
                              <p:par>
                                <p:cTn id="132" presetID="1" presetClass="entr" presetSubtype="0" fill="hold" nodeType="withEffect" restart="never">
                                  <p:stCondLst>
                                    <p:cond delay="3590"/>
                                  </p:stCondLst>
                                  <p:childTnLst>
                                    <p:set>
                                      <p:cBhvr>
                                        <p:cTn id="133" dur="1" fill="hold">
                                          <p:stCondLst>
                                            <p:cond delay="0"/>
                                          </p:stCondLst>
                                        </p:cTn>
                                        <p:tgtEl>
                                          <p:spTgt spid="78"/>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Nyquist Sampling Theorem</a:t>
            </a:r>
          </a:p>
        </p:txBody>
      </p:sp>
      <p:sp>
        <p:nvSpPr>
          <p:cNvPr id="3" name="route-a-shaft">
            <a:extLst xmlns:a="http://schemas.openxmlformats.org/drawingml/2006/main">
              <a:ext uri="{FF2B5EF4-FFF2-40B4-BE49-F238E27FC236}">
                <a16:creationId xmlns:a16="http://schemas.microsoft.com/office/drawing/2014/main" id="{A87C32C0-9E75-436D-9925-7FEEC3B4819B}"/>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77CFAC19-1648-4DED-A82D-D65066A2CBF5}"/>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47F5D821-276B-4A07-BA5E-480392296EA0}"/>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31342421-7F1E-4CBA-8C45-3B3BB22F85C0}"/>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A88FB979-36EB-4AD9-8DD4-121C801FD054}"/>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sampling-rate" descr="Note 7: sampling rate. Static entry; click once; final state retained.">
            <a:extLst xmlns:a="http://schemas.openxmlformats.org/drawingml/2006/main">
              <a:ext uri="{FF2B5EF4-FFF2-40B4-BE49-F238E27FC236}">
                <a16:creationId xmlns:a16="http://schemas.microsoft.com/office/drawing/2014/main" id="{3946D263-3833-44D9-9089-F34F7FF3C9D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2" name="sampling-rate--t4-click-frame-00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3" name="sampling-rate--t4-click-frame-00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4" name="sampling-rate--t4-click-frame-00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5" name="sampling-rate--t4-click-frame-00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6" name="sampling-rate--t4-click-frame-00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7" name="sampling-rate--t4-click-frame-00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8" name="sampling-rate--t4-click-frame-00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29" name="sampling-rate--t4-click-frame-00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0" name="sampling-rate--t4-click-frame-009"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1" name="sampling-rate--t4-click-frame-010"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2" name="sampling-rate--t4-click-frame-01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3" name="sampling-rate--t4-click-frame-01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4" name="sampling-rate--t4-click-frame-01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5" name="sampling-rate--t4-click-frame-01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6" name="sampling-rate--t4-click-frame-01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7" name="sampling-rate--t4-click-frame-01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8" name="sampling-rate--t4-click-frame-01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39" name="sampling-rate--t4-click-frame-01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0" name="sampling-rate--t4-click-frame-019"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1" name="sampling-rate--t4-click-frame-020"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2" name="sampling-rate--t4-click-frame-02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3" name="sampling-rate--t4-click-frame-02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4" name="sampling-rate--t4-click-frame-02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5" name="sampling-rate--t4-click-frame-02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6" name="sampling-rate--t4-click-frame-02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7" name="sampling-rate--t4-click-frame-02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8" name="sampling-rate--t4-click-frame-02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49" name="sampling-rate--t4-click-frame-02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9" name="sampling-rate-up" descr="Note 7: sampling rate up. Static entry; click once; final state retained.">
            <a:extLst xmlns:a="http://schemas.openxmlformats.org/drawingml/2006/main">
              <a:ext uri="{FF2B5EF4-FFF2-40B4-BE49-F238E27FC236}">
                <a16:creationId xmlns:a16="http://schemas.microsoft.com/office/drawing/2014/main" id="{D63909D2-A83F-42CC-A62C-6A11A896F8C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0" name="sampling-rate-up--t4-click-frame-00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1" name="sampling-rate-up--t4-click-frame-00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2" name="sampling-rate-up--t4-click-frame-00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3" name="sampling-rate-up--t4-click-frame-00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4" name="sampling-rate-up--t4-click-frame-00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5" name="sampling-rate-up--t4-click-frame-00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6" name="sampling-rate-up--t4-click-frame-00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7" name="sampling-rate-up--t4-click-frame-00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8" name="sampling-rate-up--t4-click-frame-009"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59" name="sampling-rate-up--t4-click-frame-010"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0" name="sampling-rate-up--t4-click-frame-01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1" name="sampling-rate-up--t4-click-frame-01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2" name="sampling-rate-up--t4-click-frame-01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3" name="sampling-rate-up--t4-click-frame-01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4" name="sampling-rate-up--t4-click-frame-01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5" name="sampling-rate-up--t4-click-frame-01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6" name="sampling-rate-up--t4-click-frame-01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7" name="sampling-rate-up--t4-click-frame-01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8" name="sampling-rate-up--t4-click-frame-019"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69" name="sampling-rate-up--t4-click-frame-020"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0" name="sampling-rate-up--t4-click-frame-02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1" name="sampling-rate-up--t4-click-frame-02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2" name="sampling-rate-up--t4-click-frame-02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3" name="sampling-rate-up--t4-click-frame-02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4" name="sampling-rate-up--t4-click-frame-02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5" name="sampling-rate-up--t4-click-frame-02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6" name="sampling-rate-up--t4-click-frame-02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pic>
        <p:nvPicPr>
          <p:cNvPr id="77" name="sampling-rate-up--t4-click-frame-02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986790" y="3457575"/>
            <a:ext cx="10027920" cy="2238375"/>
          </a:xfrm>
          <a:prstGeom xmlns:a="http://schemas.openxmlformats.org/drawingml/2006/main" prst="rect">
            <a:avLst/>
          </a:prstGeom>
        </p:spPr>
      </p:pic>
      <p:sp>
        <p:nvSpPr>
          <p:cNvPr id="10" name="nyquist-result-underline">
            <a:extLst xmlns:a="http://schemas.openxmlformats.org/drawingml/2006/main">
              <a:ext uri="{FF2B5EF4-FFF2-40B4-BE49-F238E27FC236}">
                <a16:creationId xmlns:a16="http://schemas.microsoft.com/office/drawing/2014/main" id="{EAC474D1-1F36-480B-AD3F-4D41BF5EA3A8}"/>
              </a:ext>
            </a:extLst>
          </p:cNvPr>
          <p:cNvSpPr>
            <a:spLocks xmlns:a="http://schemas.openxmlformats.org/drawingml/2006/main" noGrp="1"/>
          </p:cNvSpPr>
          <p:nvPr/>
        </p:nvSpPr>
        <p:spPr>
          <a:xfrm xmlns:a="http://schemas.openxmlformats.org/drawingml/2006/main">
            <a:off x="609600" y="66960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194572E-1554-4598-B8C3-89037C481AAE}"/>
              </a:ext>
            </a:extLst>
          </p:cNvPr>
          <p:cNvPicPr>
            <a:picLocks xmlns:a="http://schemas.openxmlformats.org/drawingml/2006/main" noChangeAspect="1"/>
          </p:cNvPicPr>
          <p:nvPr/>
        </p:nvPicPr>
        <p:blipFill>
          <a:blip xmlns:r="http://schemas.openxmlformats.org/officeDocument/2006/relationships" xmlns:a="http://schemas.openxmlformats.org/drawingml/2006/main" r:embed="Rfd335a6dfa334b3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EDF76473-0768-4160-8398-2BE0E8E84379}"/>
              </a:ext>
            </a:extLst>
          </p:cNvPr>
          <p:cNvPicPr>
            <a:picLocks xmlns:a="http://schemas.openxmlformats.org/drawingml/2006/main" noChangeAspect="1"/>
          </p:cNvPicPr>
          <p:nvPr/>
        </p:nvPicPr>
        <p:blipFill>
          <a:blip xmlns:r="http://schemas.openxmlformats.org/officeDocument/2006/relationships" xmlns:a="http://schemas.openxmlformats.org/drawingml/2006/main" r:embed="Rb99397e20ecf41d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3"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706E12F-72B0-42B7-8279-F70DD640A38F}"/>
              </a:ext>
            </a:extLst>
          </p:cNvPr>
          <p:cNvPicPr>
            <a:picLocks xmlns:a="http://schemas.openxmlformats.org/drawingml/2006/main" noChangeAspect="1"/>
          </p:cNvPicPr>
          <p:nvPr/>
        </p:nvPicPr>
        <p:blipFill>
          <a:blip xmlns:r="http://schemas.openxmlformats.org/officeDocument/2006/relationships" xmlns:a="http://schemas.openxmlformats.org/drawingml/2006/main" r:embed="R431ed85de612424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4" name="representation-pair" descr="\longleftrightarrow">
            <a:extLst xmlns:a="http://schemas.openxmlformats.org/drawingml/2006/main">
              <a:ext uri="{FF2B5EF4-FFF2-40B4-BE49-F238E27FC236}">
                <a16:creationId xmlns:a16="http://schemas.microsoft.com/office/drawing/2014/main" id="{A4AAA813-D75E-4366-8F43-64F78A1BD649}"/>
              </a:ext>
            </a:extLst>
          </p:cNvPr>
          <p:cNvPicPr>
            <a:picLocks xmlns:a="http://schemas.openxmlformats.org/drawingml/2006/main" noChangeAspect="1"/>
          </p:cNvPicPr>
          <p:nvPr/>
        </p:nvPicPr>
        <p:blipFill>
          <a:blip xmlns:r="http://schemas.openxmlformats.org/officeDocument/2006/relationships" xmlns:a="http://schemas.openxmlformats.org/drawingml/2006/main" r:embed="Rc43af948f9e74c7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5"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94076C99-35DE-4F19-BC8C-D8719BD8E0F1}"/>
              </a:ext>
            </a:extLst>
          </p:cNvPr>
          <p:cNvPicPr>
            <a:picLocks xmlns:a="http://schemas.openxmlformats.org/drawingml/2006/main" noChangeAspect="1"/>
          </p:cNvPicPr>
          <p:nvPr/>
        </p:nvPicPr>
        <p:blipFill>
          <a:blip xmlns:r="http://schemas.openxmlformats.org/officeDocument/2006/relationships" xmlns:a="http://schemas.openxmlformats.org/drawingml/2006/main" r:embed="R8421d2850a50465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6" name="signal-context" descr="\color[HTML]{666666}S(f)=M_\delta(f)H(f)">
            <a:extLst xmlns:a="http://schemas.openxmlformats.org/drawingml/2006/main">
              <a:ext uri="{FF2B5EF4-FFF2-40B4-BE49-F238E27FC236}">
                <a16:creationId xmlns:a16="http://schemas.microsoft.com/office/drawing/2014/main" id="{B6919840-DA9D-4006-8D40-7CC1A8D1C7BF}"/>
              </a:ext>
            </a:extLst>
          </p:cNvPr>
          <p:cNvPicPr>
            <a:picLocks xmlns:a="http://schemas.openxmlformats.org/drawingml/2006/main" noChangeAspect="1"/>
          </p:cNvPicPr>
          <p:nvPr/>
        </p:nvPicPr>
        <p:blipFill>
          <a:blip xmlns:r="http://schemas.openxmlformats.org/officeDocument/2006/relationships" xmlns:a="http://schemas.openxmlformats.org/drawingml/2006/main" r:embed="Rca143bf7d01b48bd">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024926"/>
            <a:ext cx="2403158" cy="274499"/>
          </a:xfrm>
          <a:prstGeom xmlns:a="http://schemas.openxmlformats.org/drawingml/2006/main" prst="rect">
            <a:avLst/>
          </a:prstGeom>
        </p:spPr>
      </p:pic>
      <p:pic>
        <p:nvPicPr>
          <p:cNvPr id="17" name="back-to-process" descr="\leftarrow S(f)">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261BD87D-D9C2-45C1-B4D0-51779F294692}"/>
              </a:ext>
            </a:extLst>
          </p:cNvPr>
          <p:cNvPicPr>
            <a:picLocks xmlns:a="http://schemas.openxmlformats.org/drawingml/2006/main" noChangeAspect="1"/>
          </p:cNvPicPr>
          <p:nvPr/>
        </p:nvPicPr>
        <p:blipFill>
          <a:blip xmlns:r="http://schemas.openxmlformats.org/officeDocument/2006/relationships" xmlns:a="http://schemas.openxmlformats.org/drawingml/2006/main" r:embed="Rb457ab4c5cd14e53">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18" name="bandlimited-assumption" descr="M(f)=0\quad\text{for }|f|&gt;W">
            <a:extLst xmlns:a="http://schemas.openxmlformats.org/drawingml/2006/main">
              <a:ext uri="{FF2B5EF4-FFF2-40B4-BE49-F238E27FC236}">
                <a16:creationId xmlns:a16="http://schemas.microsoft.com/office/drawing/2014/main" id="{06542506-3679-45EE-8F53-76DA86123E8C}"/>
              </a:ext>
            </a:extLst>
          </p:cNvPr>
          <p:cNvPicPr>
            <a:picLocks xmlns:a="http://schemas.openxmlformats.org/drawingml/2006/main" noChangeAspect="1"/>
          </p:cNvPicPr>
          <p:nvPr/>
        </p:nvPicPr>
        <p:blipFill>
          <a:blip xmlns:r="http://schemas.openxmlformats.org/officeDocument/2006/relationships" xmlns:a="http://schemas.openxmlformats.org/drawingml/2006/main" r:embed="R8201daf04da5448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3005138"/>
            <a:ext cx="3121343" cy="276225"/>
          </a:xfrm>
          <a:prstGeom xmlns:a="http://schemas.openxmlformats.org/drawingml/2006/main" prst="rect">
            <a:avLst/>
          </a:prstGeom>
        </p:spPr>
      </p:pic>
      <p:pic>
        <p:nvPicPr>
          <p:cNvPr id="19" name="neighbor-edges" descr="W\le f_s-W">
            <a:extLst xmlns:a="http://schemas.openxmlformats.org/drawingml/2006/main">
              <a:ext uri="{FF2B5EF4-FFF2-40B4-BE49-F238E27FC236}">
                <a16:creationId xmlns:a16="http://schemas.microsoft.com/office/drawing/2014/main" id="{F09C36FF-43BC-47D3-B675-AA59467F896A}"/>
              </a:ext>
            </a:extLst>
          </p:cNvPr>
          <p:cNvPicPr>
            <a:picLocks xmlns:a="http://schemas.openxmlformats.org/drawingml/2006/main" noChangeAspect="1"/>
          </p:cNvPicPr>
          <p:nvPr/>
        </p:nvPicPr>
        <p:blipFill>
          <a:blip xmlns:r="http://schemas.openxmlformats.org/officeDocument/2006/relationships" xmlns:a="http://schemas.openxmlformats.org/drawingml/2006/main" r:embed="R12587c6d15dd4bbf">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5829687"/>
            <a:ext cx="1684972" cy="246876"/>
          </a:xfrm>
          <a:prstGeom xmlns:a="http://schemas.openxmlformats.org/drawingml/2006/main" prst="rect">
            <a:avLst/>
          </a:prstGeom>
        </p:spPr>
      </p:pic>
      <p:pic>
        <p:nvPicPr>
          <p:cNvPr id="20" name="nyquist-result" descr="f_s\ge2W">
            <a:extLst xmlns:a="http://schemas.openxmlformats.org/drawingml/2006/main">
              <a:ext uri="{FF2B5EF4-FFF2-40B4-BE49-F238E27FC236}">
                <a16:creationId xmlns:a16="http://schemas.microsoft.com/office/drawing/2014/main" id="{413D1CD5-227D-4F30-9A44-3A1688CA2D1A}"/>
              </a:ext>
            </a:extLst>
          </p:cNvPr>
          <p:cNvPicPr>
            <a:picLocks xmlns:a="http://schemas.openxmlformats.org/drawingml/2006/main" noChangeAspect="1"/>
          </p:cNvPicPr>
          <p:nvPr/>
        </p:nvPicPr>
        <p:blipFill>
          <a:blip xmlns:r="http://schemas.openxmlformats.org/officeDocument/2006/relationships" xmlns:a="http://schemas.openxmlformats.org/drawingml/2006/main" r:embed="Rcf0dc604c55649b5">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6315551"/>
            <a:ext cx="1210628" cy="265748"/>
          </a:xfrm>
          <a:prstGeom xmlns:a="http://schemas.openxmlformats.org/drawingml/2006/main" prst="rect">
            <a:avLst/>
          </a:prstGeom>
        </p:spPr>
      </p:pic>
    </p:spTree>
    <p:extLst>
      <p:ext uri="{BB962C8B-B14F-4D97-AF65-F5344CB8AC3E}">
        <p14:creationId xmlns:p14="http://schemas.microsoft.com/office/powerpoint/2010/main" val="717381157"/>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22"/>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23"/>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4"/>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5"/>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7"/>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8"/>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9"/>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31"/>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32"/>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33"/>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5"/>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7"/>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8"/>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9"/>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40"/>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41"/>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42"/>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43"/>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4"/>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5"/>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6"/>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7"/>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8"/>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9"/>
                                        </p:tgtEl>
                                        <p:attrNameLst>
                                          <p:attrName>style.visibility</p:attrName>
                                        </p:attrNameLst>
                                      </p:cBhvr>
                                      <p:to>
                                        <p:strVal val="visible"/>
                                      </p:to>
                                    </p:set>
                                  </p:childTnLst>
                                </p:cTn>
                              </p:par>
                            </p:childTnLst>
                          </p:cTn>
                        </p:par>
                      </p:childTnLst>
                    </p:cTn>
                  </p:par>
                  <p:par>
                    <p:cTn id="74" fill="hold" restart="never" repeatCount="1000">
                      <p:stCondLst>
                        <p:cond delay="indefinite"/>
                      </p:stCondLst>
                      <p:childTnLst>
                        <p:par>
                          <p:cTn id="75" fill="hold" dur="5920">
                            <p:stCondLst>
                              <p:cond delay="0"/>
                            </p:stCondLst>
                            <p:childTnLst>
                              <p:par>
                                <p:cTn id="76" presetID="1" presetClass="entr" presetSubtype="0" fill="hold" nodeType="clickEffect" restart="never">
                                  <p:stCondLst>
                                    <p:cond delay="0"/>
                                  </p:stCondLst>
                                  <p:childTnLst>
                                    <p:set>
                                      <p:cBhvr>
                                        <p:cTn id="77" dur="1" fill="hold">
                                          <p:stCondLst>
                                            <p:cond delay="0"/>
                                          </p:stCondLst>
                                        </p:cTn>
                                        <p:tgtEl>
                                          <p:spTgt spid="9"/>
                                        </p:tgtEl>
                                        <p:attrNameLst>
                                          <p:attrName>style.visibility</p:attrName>
                                        </p:attrNameLst>
                                      </p:cBhvr>
                                      <p:to>
                                        <p:strVal val="visible"/>
                                      </p:to>
                                    </p:set>
                                  </p:childTnLst>
                                </p:cTn>
                              </p:par>
                              <p:par>
                                <p:cTn id="78" presetID="1" presetClass="entr" presetSubtype="0" fill="hold" nodeType="withEffect" restart="never">
                                  <p:stCondLst>
                                    <p:cond delay="500"/>
                                  </p:stCondLst>
                                  <p:childTnLst>
                                    <p:set>
                                      <p:cBhvr>
                                        <p:cTn id="79" dur="1" fill="hold">
                                          <p:stCondLst>
                                            <p:cond delay="0"/>
                                          </p:stCondLst>
                                        </p:cTn>
                                        <p:tgtEl>
                                          <p:spTgt spid="50"/>
                                        </p:tgtEl>
                                        <p:attrNameLst>
                                          <p:attrName>style.visibility</p:attrName>
                                        </p:attrNameLst>
                                      </p:cBhvr>
                                      <p:to>
                                        <p:strVal val="visible"/>
                                      </p:to>
                                    </p:set>
                                  </p:childTnLst>
                                </p:cTn>
                              </p:par>
                              <p:par>
                                <p:cTn id="80" presetID="1" presetClass="entr" presetSubtype="0" fill="hold" nodeType="withEffect" restart="never">
                                  <p:stCondLst>
                                    <p:cond delay="660"/>
                                  </p:stCondLst>
                                  <p:childTnLst>
                                    <p:set>
                                      <p:cBhvr>
                                        <p:cTn id="81" dur="1" fill="hold">
                                          <p:stCondLst>
                                            <p:cond delay="0"/>
                                          </p:stCondLst>
                                        </p:cTn>
                                        <p:tgtEl>
                                          <p:spTgt spid="51"/>
                                        </p:tgtEl>
                                        <p:attrNameLst>
                                          <p:attrName>style.visibility</p:attrName>
                                        </p:attrNameLst>
                                      </p:cBhvr>
                                      <p:to>
                                        <p:strVal val="visible"/>
                                      </p:to>
                                    </p:set>
                                  </p:childTnLst>
                                </p:cTn>
                              </p:par>
                              <p:par>
                                <p:cTn id="82" presetID="1" presetClass="entr" presetSubtype="0" fill="hold" nodeType="withEffect" restart="never">
                                  <p:stCondLst>
                                    <p:cond delay="820"/>
                                  </p:stCondLst>
                                  <p:childTnLst>
                                    <p:set>
                                      <p:cBhvr>
                                        <p:cTn id="83" dur="1" fill="hold">
                                          <p:stCondLst>
                                            <p:cond delay="0"/>
                                          </p:stCondLst>
                                        </p:cTn>
                                        <p:tgtEl>
                                          <p:spTgt spid="52"/>
                                        </p:tgtEl>
                                        <p:attrNameLst>
                                          <p:attrName>style.visibility</p:attrName>
                                        </p:attrNameLst>
                                      </p:cBhvr>
                                      <p:to>
                                        <p:strVal val="visible"/>
                                      </p:to>
                                    </p:set>
                                  </p:childTnLst>
                                </p:cTn>
                              </p:par>
                              <p:par>
                                <p:cTn id="84" presetID="1" presetClass="entr" presetSubtype="0" fill="hold" nodeType="withEffect" restart="never">
                                  <p:stCondLst>
                                    <p:cond delay="980"/>
                                  </p:stCondLst>
                                  <p:childTnLst>
                                    <p:set>
                                      <p:cBhvr>
                                        <p:cTn id="85" dur="1" fill="hold">
                                          <p:stCondLst>
                                            <p:cond delay="0"/>
                                          </p:stCondLst>
                                        </p:cTn>
                                        <p:tgtEl>
                                          <p:spTgt spid="53"/>
                                        </p:tgtEl>
                                        <p:attrNameLst>
                                          <p:attrName>style.visibility</p:attrName>
                                        </p:attrNameLst>
                                      </p:cBhvr>
                                      <p:to>
                                        <p:strVal val="visible"/>
                                      </p:to>
                                    </p:set>
                                  </p:childTnLst>
                                </p:cTn>
                              </p:par>
                              <p:par>
                                <p:cTn id="86" presetID="1" presetClass="entr" presetSubtype="0" fill="hold" nodeType="withEffect" restart="never">
                                  <p:stCondLst>
                                    <p:cond delay="1140"/>
                                  </p:stCondLst>
                                  <p:childTnLst>
                                    <p:set>
                                      <p:cBhvr>
                                        <p:cTn id="87" dur="1" fill="hold">
                                          <p:stCondLst>
                                            <p:cond delay="0"/>
                                          </p:stCondLst>
                                        </p:cTn>
                                        <p:tgtEl>
                                          <p:spTgt spid="54"/>
                                        </p:tgtEl>
                                        <p:attrNameLst>
                                          <p:attrName>style.visibility</p:attrName>
                                        </p:attrNameLst>
                                      </p:cBhvr>
                                      <p:to>
                                        <p:strVal val="visible"/>
                                      </p:to>
                                    </p:set>
                                  </p:childTnLst>
                                </p:cTn>
                              </p:par>
                              <p:par>
                                <p:cTn id="88" presetID="1" presetClass="entr" presetSubtype="0" fill="hold" nodeType="withEffect" restart="never">
                                  <p:stCondLst>
                                    <p:cond delay="1300"/>
                                  </p:stCondLst>
                                  <p:childTnLst>
                                    <p:set>
                                      <p:cBhvr>
                                        <p:cTn id="89" dur="1" fill="hold">
                                          <p:stCondLst>
                                            <p:cond delay="0"/>
                                          </p:stCondLst>
                                        </p:cTn>
                                        <p:tgtEl>
                                          <p:spTgt spid="55"/>
                                        </p:tgtEl>
                                        <p:attrNameLst>
                                          <p:attrName>style.visibility</p:attrName>
                                        </p:attrNameLst>
                                      </p:cBhvr>
                                      <p:to>
                                        <p:strVal val="visible"/>
                                      </p:to>
                                    </p:set>
                                  </p:childTnLst>
                                </p:cTn>
                              </p:par>
                              <p:par>
                                <p:cTn id="90" presetID="1" presetClass="entr" presetSubtype="0" fill="hold" nodeType="withEffect" restart="never">
                                  <p:stCondLst>
                                    <p:cond delay="1460"/>
                                  </p:stCondLst>
                                  <p:childTnLst>
                                    <p:set>
                                      <p:cBhvr>
                                        <p:cTn id="91" dur="1" fill="hold">
                                          <p:stCondLst>
                                            <p:cond delay="0"/>
                                          </p:stCondLst>
                                        </p:cTn>
                                        <p:tgtEl>
                                          <p:spTgt spid="56"/>
                                        </p:tgtEl>
                                        <p:attrNameLst>
                                          <p:attrName>style.visibility</p:attrName>
                                        </p:attrNameLst>
                                      </p:cBhvr>
                                      <p:to>
                                        <p:strVal val="visible"/>
                                      </p:to>
                                    </p:set>
                                  </p:childTnLst>
                                </p:cTn>
                              </p:par>
                              <p:par>
                                <p:cTn id="92" presetID="1" presetClass="entr" presetSubtype="0" fill="hold" nodeType="withEffect" restart="never">
                                  <p:stCondLst>
                                    <p:cond delay="1620"/>
                                  </p:stCondLst>
                                  <p:childTnLst>
                                    <p:set>
                                      <p:cBhvr>
                                        <p:cTn id="93" dur="1" fill="hold">
                                          <p:stCondLst>
                                            <p:cond delay="0"/>
                                          </p:stCondLst>
                                        </p:cTn>
                                        <p:tgtEl>
                                          <p:spTgt spid="57"/>
                                        </p:tgtEl>
                                        <p:attrNameLst>
                                          <p:attrName>style.visibility</p:attrName>
                                        </p:attrNameLst>
                                      </p:cBhvr>
                                      <p:to>
                                        <p:strVal val="visible"/>
                                      </p:to>
                                    </p:set>
                                  </p:childTnLst>
                                </p:cTn>
                              </p:par>
                              <p:par>
                                <p:cTn id="94" presetID="1" presetClass="entr" presetSubtype="0" fill="hold" nodeType="withEffect" restart="never">
                                  <p:stCondLst>
                                    <p:cond delay="1780"/>
                                  </p:stCondLst>
                                  <p:childTnLst>
                                    <p:set>
                                      <p:cBhvr>
                                        <p:cTn id="95" dur="1" fill="hold">
                                          <p:stCondLst>
                                            <p:cond delay="0"/>
                                          </p:stCondLst>
                                        </p:cTn>
                                        <p:tgtEl>
                                          <p:spTgt spid="58"/>
                                        </p:tgtEl>
                                        <p:attrNameLst>
                                          <p:attrName>style.visibility</p:attrName>
                                        </p:attrNameLst>
                                      </p:cBhvr>
                                      <p:to>
                                        <p:strVal val="visible"/>
                                      </p:to>
                                    </p:set>
                                  </p:childTnLst>
                                </p:cTn>
                              </p:par>
                              <p:par>
                                <p:cTn id="96" presetID="1" presetClass="entr" presetSubtype="0" fill="hold" nodeType="withEffect" restart="never">
                                  <p:stCondLst>
                                    <p:cond delay="1940"/>
                                  </p:stCondLst>
                                  <p:childTnLst>
                                    <p:set>
                                      <p:cBhvr>
                                        <p:cTn id="97" dur="1" fill="hold">
                                          <p:stCondLst>
                                            <p:cond delay="0"/>
                                          </p:stCondLst>
                                        </p:cTn>
                                        <p:tgtEl>
                                          <p:spTgt spid="59"/>
                                        </p:tgtEl>
                                        <p:attrNameLst>
                                          <p:attrName>style.visibility</p:attrName>
                                        </p:attrNameLst>
                                      </p:cBhvr>
                                      <p:to>
                                        <p:strVal val="visible"/>
                                      </p:to>
                                    </p:set>
                                  </p:childTnLst>
                                </p:cTn>
                              </p:par>
                              <p:par>
                                <p:cTn id="98" presetID="1" presetClass="entr" presetSubtype="0" fill="hold" nodeType="withEffect" restart="never">
                                  <p:stCondLst>
                                    <p:cond delay="2100"/>
                                  </p:stCondLst>
                                  <p:childTnLst>
                                    <p:set>
                                      <p:cBhvr>
                                        <p:cTn id="99" dur="1" fill="hold">
                                          <p:stCondLst>
                                            <p:cond delay="0"/>
                                          </p:stCondLst>
                                        </p:cTn>
                                        <p:tgtEl>
                                          <p:spTgt spid="60"/>
                                        </p:tgtEl>
                                        <p:attrNameLst>
                                          <p:attrName>style.visibility</p:attrName>
                                        </p:attrNameLst>
                                      </p:cBhvr>
                                      <p:to>
                                        <p:strVal val="visible"/>
                                      </p:to>
                                    </p:set>
                                  </p:childTnLst>
                                </p:cTn>
                              </p:par>
                              <p:par>
                                <p:cTn id="100" presetID="1" presetClass="entr" presetSubtype="0" fill="hold" nodeType="withEffect" restart="never">
                                  <p:stCondLst>
                                    <p:cond delay="2260"/>
                                  </p:stCondLst>
                                  <p:childTnLst>
                                    <p:set>
                                      <p:cBhvr>
                                        <p:cTn id="101" dur="1" fill="hold">
                                          <p:stCondLst>
                                            <p:cond delay="0"/>
                                          </p:stCondLst>
                                        </p:cTn>
                                        <p:tgtEl>
                                          <p:spTgt spid="61"/>
                                        </p:tgtEl>
                                        <p:attrNameLst>
                                          <p:attrName>style.visibility</p:attrName>
                                        </p:attrNameLst>
                                      </p:cBhvr>
                                      <p:to>
                                        <p:strVal val="visible"/>
                                      </p:to>
                                    </p:set>
                                  </p:childTnLst>
                                </p:cTn>
                              </p:par>
                              <p:par>
                                <p:cTn id="102" presetID="1" presetClass="entr" presetSubtype="0" fill="hold" nodeType="withEffect" restart="never">
                                  <p:stCondLst>
                                    <p:cond delay="2420"/>
                                  </p:stCondLst>
                                  <p:childTnLst>
                                    <p:set>
                                      <p:cBhvr>
                                        <p:cTn id="103" dur="1" fill="hold">
                                          <p:stCondLst>
                                            <p:cond delay="0"/>
                                          </p:stCondLst>
                                        </p:cTn>
                                        <p:tgtEl>
                                          <p:spTgt spid="62"/>
                                        </p:tgtEl>
                                        <p:attrNameLst>
                                          <p:attrName>style.visibility</p:attrName>
                                        </p:attrNameLst>
                                      </p:cBhvr>
                                      <p:to>
                                        <p:strVal val="visible"/>
                                      </p:to>
                                    </p:set>
                                  </p:childTnLst>
                                </p:cTn>
                              </p:par>
                              <p:par>
                                <p:cTn id="104" presetID="1" presetClass="entr" presetSubtype="0" fill="hold" nodeType="withEffect" restart="never">
                                  <p:stCondLst>
                                    <p:cond delay="2580"/>
                                  </p:stCondLst>
                                  <p:childTnLst>
                                    <p:set>
                                      <p:cBhvr>
                                        <p:cTn id="105" dur="1" fill="hold">
                                          <p:stCondLst>
                                            <p:cond delay="0"/>
                                          </p:stCondLst>
                                        </p:cTn>
                                        <p:tgtEl>
                                          <p:spTgt spid="63"/>
                                        </p:tgtEl>
                                        <p:attrNameLst>
                                          <p:attrName>style.visibility</p:attrName>
                                        </p:attrNameLst>
                                      </p:cBhvr>
                                      <p:to>
                                        <p:strVal val="visible"/>
                                      </p:to>
                                    </p:set>
                                  </p:childTnLst>
                                </p:cTn>
                              </p:par>
                              <p:par>
                                <p:cTn id="106" presetID="1" presetClass="entr" presetSubtype="0" fill="hold" nodeType="withEffect" restart="never">
                                  <p:stCondLst>
                                    <p:cond delay="2740"/>
                                  </p:stCondLst>
                                  <p:childTnLst>
                                    <p:set>
                                      <p:cBhvr>
                                        <p:cTn id="107" dur="1" fill="hold">
                                          <p:stCondLst>
                                            <p:cond delay="0"/>
                                          </p:stCondLst>
                                        </p:cTn>
                                        <p:tgtEl>
                                          <p:spTgt spid="64"/>
                                        </p:tgtEl>
                                        <p:attrNameLst>
                                          <p:attrName>style.visibility</p:attrName>
                                        </p:attrNameLst>
                                      </p:cBhvr>
                                      <p:to>
                                        <p:strVal val="visible"/>
                                      </p:to>
                                    </p:set>
                                  </p:childTnLst>
                                </p:cTn>
                              </p:par>
                              <p:par>
                                <p:cTn id="108" presetID="1" presetClass="entr" presetSubtype="0" fill="hold" nodeType="withEffect" restart="never">
                                  <p:stCondLst>
                                    <p:cond delay="2900"/>
                                  </p:stCondLst>
                                  <p:childTnLst>
                                    <p:set>
                                      <p:cBhvr>
                                        <p:cTn id="109" dur="1" fill="hold">
                                          <p:stCondLst>
                                            <p:cond delay="0"/>
                                          </p:stCondLst>
                                        </p:cTn>
                                        <p:tgtEl>
                                          <p:spTgt spid="65"/>
                                        </p:tgtEl>
                                        <p:attrNameLst>
                                          <p:attrName>style.visibility</p:attrName>
                                        </p:attrNameLst>
                                      </p:cBhvr>
                                      <p:to>
                                        <p:strVal val="visible"/>
                                      </p:to>
                                    </p:set>
                                  </p:childTnLst>
                                </p:cTn>
                              </p:par>
                              <p:par>
                                <p:cTn id="110" presetID="1" presetClass="entr" presetSubtype="0" fill="hold" nodeType="withEffect" restart="never">
                                  <p:stCondLst>
                                    <p:cond delay="3060"/>
                                  </p:stCondLst>
                                  <p:childTnLst>
                                    <p:set>
                                      <p:cBhvr>
                                        <p:cTn id="111" dur="1" fill="hold">
                                          <p:stCondLst>
                                            <p:cond delay="0"/>
                                          </p:stCondLst>
                                        </p:cTn>
                                        <p:tgtEl>
                                          <p:spTgt spid="66"/>
                                        </p:tgtEl>
                                        <p:attrNameLst>
                                          <p:attrName>style.visibility</p:attrName>
                                        </p:attrNameLst>
                                      </p:cBhvr>
                                      <p:to>
                                        <p:strVal val="visible"/>
                                      </p:to>
                                    </p:set>
                                  </p:childTnLst>
                                </p:cTn>
                              </p:par>
                              <p:par>
                                <p:cTn id="112" presetID="1" presetClass="entr" presetSubtype="0" fill="hold" nodeType="withEffect" restart="never">
                                  <p:stCondLst>
                                    <p:cond delay="3220"/>
                                  </p:stCondLst>
                                  <p:childTnLst>
                                    <p:set>
                                      <p:cBhvr>
                                        <p:cTn id="113" dur="1" fill="hold">
                                          <p:stCondLst>
                                            <p:cond delay="0"/>
                                          </p:stCondLst>
                                        </p:cTn>
                                        <p:tgtEl>
                                          <p:spTgt spid="67"/>
                                        </p:tgtEl>
                                        <p:attrNameLst>
                                          <p:attrName>style.visibility</p:attrName>
                                        </p:attrNameLst>
                                      </p:cBhvr>
                                      <p:to>
                                        <p:strVal val="visible"/>
                                      </p:to>
                                    </p:set>
                                  </p:childTnLst>
                                </p:cTn>
                              </p:par>
                              <p:par>
                                <p:cTn id="114" presetID="1" presetClass="entr" presetSubtype="0" fill="hold" nodeType="withEffect" restart="never">
                                  <p:stCondLst>
                                    <p:cond delay="3380"/>
                                  </p:stCondLst>
                                  <p:childTnLst>
                                    <p:set>
                                      <p:cBhvr>
                                        <p:cTn id="115" dur="1" fill="hold">
                                          <p:stCondLst>
                                            <p:cond delay="0"/>
                                          </p:stCondLst>
                                        </p:cTn>
                                        <p:tgtEl>
                                          <p:spTgt spid="68"/>
                                        </p:tgtEl>
                                        <p:attrNameLst>
                                          <p:attrName>style.visibility</p:attrName>
                                        </p:attrNameLst>
                                      </p:cBhvr>
                                      <p:to>
                                        <p:strVal val="visible"/>
                                      </p:to>
                                    </p:set>
                                  </p:childTnLst>
                                </p:cTn>
                              </p:par>
                              <p:par>
                                <p:cTn id="116" presetID="1" presetClass="entr" presetSubtype="0" fill="hold" nodeType="withEffect" restart="never">
                                  <p:stCondLst>
                                    <p:cond delay="3540"/>
                                  </p:stCondLst>
                                  <p:childTnLst>
                                    <p:set>
                                      <p:cBhvr>
                                        <p:cTn id="117" dur="1" fill="hold">
                                          <p:stCondLst>
                                            <p:cond delay="0"/>
                                          </p:stCondLst>
                                        </p:cTn>
                                        <p:tgtEl>
                                          <p:spTgt spid="69"/>
                                        </p:tgtEl>
                                        <p:attrNameLst>
                                          <p:attrName>style.visibility</p:attrName>
                                        </p:attrNameLst>
                                      </p:cBhvr>
                                      <p:to>
                                        <p:strVal val="visible"/>
                                      </p:to>
                                    </p:set>
                                  </p:childTnLst>
                                </p:cTn>
                              </p:par>
                              <p:par>
                                <p:cTn id="118" presetID="1" presetClass="entr" presetSubtype="0" fill="hold" nodeType="withEffect" restart="never">
                                  <p:stCondLst>
                                    <p:cond delay="3700"/>
                                  </p:stCondLst>
                                  <p:childTnLst>
                                    <p:set>
                                      <p:cBhvr>
                                        <p:cTn id="119" dur="1" fill="hold">
                                          <p:stCondLst>
                                            <p:cond delay="0"/>
                                          </p:stCondLst>
                                        </p:cTn>
                                        <p:tgtEl>
                                          <p:spTgt spid="70"/>
                                        </p:tgtEl>
                                        <p:attrNameLst>
                                          <p:attrName>style.visibility</p:attrName>
                                        </p:attrNameLst>
                                      </p:cBhvr>
                                      <p:to>
                                        <p:strVal val="visible"/>
                                      </p:to>
                                    </p:set>
                                  </p:childTnLst>
                                </p:cTn>
                              </p:par>
                              <p:par>
                                <p:cTn id="120" presetID="1" presetClass="entr" presetSubtype="0" fill="hold" nodeType="withEffect" restart="never">
                                  <p:stCondLst>
                                    <p:cond delay="3860"/>
                                  </p:stCondLst>
                                  <p:childTnLst>
                                    <p:set>
                                      <p:cBhvr>
                                        <p:cTn id="121" dur="1" fill="hold">
                                          <p:stCondLst>
                                            <p:cond delay="0"/>
                                          </p:stCondLst>
                                        </p:cTn>
                                        <p:tgtEl>
                                          <p:spTgt spid="71"/>
                                        </p:tgtEl>
                                        <p:attrNameLst>
                                          <p:attrName>style.visibility</p:attrName>
                                        </p:attrNameLst>
                                      </p:cBhvr>
                                      <p:to>
                                        <p:strVal val="visible"/>
                                      </p:to>
                                    </p:set>
                                  </p:childTnLst>
                                </p:cTn>
                              </p:par>
                              <p:par>
                                <p:cTn id="122" presetID="1" presetClass="entr" presetSubtype="0" fill="hold" nodeType="withEffect" restart="never">
                                  <p:stCondLst>
                                    <p:cond delay="4020"/>
                                  </p:stCondLst>
                                  <p:childTnLst>
                                    <p:set>
                                      <p:cBhvr>
                                        <p:cTn id="123" dur="1" fill="hold">
                                          <p:stCondLst>
                                            <p:cond delay="0"/>
                                          </p:stCondLst>
                                        </p:cTn>
                                        <p:tgtEl>
                                          <p:spTgt spid="72"/>
                                        </p:tgtEl>
                                        <p:attrNameLst>
                                          <p:attrName>style.visibility</p:attrName>
                                        </p:attrNameLst>
                                      </p:cBhvr>
                                      <p:to>
                                        <p:strVal val="visible"/>
                                      </p:to>
                                    </p:set>
                                  </p:childTnLst>
                                </p:cTn>
                              </p:par>
                              <p:par>
                                <p:cTn id="124" presetID="1" presetClass="entr" presetSubtype="0" fill="hold" nodeType="withEffect" restart="never">
                                  <p:stCondLst>
                                    <p:cond delay="4180"/>
                                  </p:stCondLst>
                                  <p:childTnLst>
                                    <p:set>
                                      <p:cBhvr>
                                        <p:cTn id="125" dur="1" fill="hold">
                                          <p:stCondLst>
                                            <p:cond delay="0"/>
                                          </p:stCondLst>
                                        </p:cTn>
                                        <p:tgtEl>
                                          <p:spTgt spid="73"/>
                                        </p:tgtEl>
                                        <p:attrNameLst>
                                          <p:attrName>style.visibility</p:attrName>
                                        </p:attrNameLst>
                                      </p:cBhvr>
                                      <p:to>
                                        <p:strVal val="visible"/>
                                      </p:to>
                                    </p:set>
                                  </p:childTnLst>
                                </p:cTn>
                              </p:par>
                              <p:par>
                                <p:cTn id="126" presetID="1" presetClass="entr" presetSubtype="0" fill="hold" nodeType="withEffect" restart="never">
                                  <p:stCondLst>
                                    <p:cond delay="4340"/>
                                  </p:stCondLst>
                                  <p:childTnLst>
                                    <p:set>
                                      <p:cBhvr>
                                        <p:cTn id="127" dur="1" fill="hold">
                                          <p:stCondLst>
                                            <p:cond delay="0"/>
                                          </p:stCondLst>
                                        </p:cTn>
                                        <p:tgtEl>
                                          <p:spTgt spid="74"/>
                                        </p:tgtEl>
                                        <p:attrNameLst>
                                          <p:attrName>style.visibility</p:attrName>
                                        </p:attrNameLst>
                                      </p:cBhvr>
                                      <p:to>
                                        <p:strVal val="visible"/>
                                      </p:to>
                                    </p:set>
                                  </p:childTnLst>
                                </p:cTn>
                              </p:par>
                              <p:par>
                                <p:cTn id="128" presetID="1" presetClass="entr" presetSubtype="0" fill="hold" nodeType="withEffect" restart="never">
                                  <p:stCondLst>
                                    <p:cond delay="4500"/>
                                  </p:stCondLst>
                                  <p:childTnLst>
                                    <p:set>
                                      <p:cBhvr>
                                        <p:cTn id="129" dur="1" fill="hold">
                                          <p:stCondLst>
                                            <p:cond delay="0"/>
                                          </p:stCondLst>
                                        </p:cTn>
                                        <p:tgtEl>
                                          <p:spTgt spid="75"/>
                                        </p:tgtEl>
                                        <p:attrNameLst>
                                          <p:attrName>style.visibility</p:attrName>
                                        </p:attrNameLst>
                                      </p:cBhvr>
                                      <p:to>
                                        <p:strVal val="visible"/>
                                      </p:to>
                                    </p:set>
                                  </p:childTnLst>
                                </p:cTn>
                              </p:par>
                              <p:par>
                                <p:cTn id="130" presetID="1" presetClass="entr" presetSubtype="0" fill="hold" nodeType="withEffect" restart="never">
                                  <p:stCondLst>
                                    <p:cond delay="4660"/>
                                  </p:stCondLst>
                                  <p:childTnLst>
                                    <p:set>
                                      <p:cBhvr>
                                        <p:cTn id="131" dur="1" fill="hold">
                                          <p:stCondLst>
                                            <p:cond delay="0"/>
                                          </p:stCondLst>
                                        </p:cTn>
                                        <p:tgtEl>
                                          <p:spTgt spid="76"/>
                                        </p:tgtEl>
                                        <p:attrNameLst>
                                          <p:attrName>style.visibility</p:attrName>
                                        </p:attrNameLst>
                                      </p:cBhvr>
                                      <p:to>
                                        <p:strVal val="visible"/>
                                      </p:to>
                                    </p:set>
                                  </p:childTnLst>
                                </p:cTn>
                              </p:par>
                              <p:par>
                                <p:cTn id="132" presetID="1" presetClass="entr" presetSubtype="0" fill="hold" nodeType="withEffect" restart="never">
                                  <p:stCondLst>
                                    <p:cond delay="4820"/>
                                  </p:stCondLst>
                                  <p:childTnLst>
                                    <p:set>
                                      <p:cBhvr>
                                        <p:cTn id="133" dur="1" fill="hold">
                                          <p:stCondLst>
                                            <p:cond delay="0"/>
                                          </p:stCondLst>
                                        </p:cTn>
                                        <p:tgtEl>
                                          <p:spTgt spid="7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Derivation: The pulse response</a:t>
            </a:r>
          </a:p>
        </p:txBody>
      </p:sp>
      <p:sp>
        <p:nvSpPr>
          <p:cNvPr id="3" name="continue-mainline">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C4BA7BB-8EA1-4426-B71F-28773F998792}"/>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sp>
        <p:nvSpPr>
          <p:cNvPr id="4" name="derivation-context">
            <a:extLst xmlns:a="http://schemas.openxmlformats.org/drawingml/2006/main">
              <a:ext uri="{FF2B5EF4-FFF2-40B4-BE49-F238E27FC236}">
                <a16:creationId xmlns:a16="http://schemas.microsoft.com/office/drawing/2014/main" id="{6E97CA0C-5501-4BCC-993F-311514ACDA8B}"/>
              </a:ext>
            </a:extLst>
          </p:cNvPr>
          <p:cNvSpPr>
            <a:spLocks xmlns:a="http://schemas.openxmlformats.org/drawingml/2006/main" noGrp="1"/>
          </p:cNvSpPr>
          <p:nvPr/>
        </p:nvSpPr>
        <p:spPr>
          <a:xfrm xmlns:a="http://schemas.openxmlformats.org/drawingml/2006/main">
            <a:off x="609600" y="12573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i="0">
                <a:solidFill>
                  <a:srgbClr val="202020"/>
                </a:solidFill>
                <a:latin typeface="Times New Roman"/>
                <a:ea typeface="Times New Roman"/>
                <a:cs typeface="Times New Roman"/>
              </a:defRPr>
            </a:defPPr>
          </a:lstStyle>
          <a:p xmlns:a="http://schemas.openxmlformats.org/drawingml/2006/main">
            <a:pPr algn="l">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Optional derivation of the preceding result.</a:t>
            </a:r>
          </a:p>
        </p:txBody>
      </p:sp>
      <p:sp>
        <p:nvSpPr>
          <p:cNvPr id="5" name="pulse-response-result-underline">
            <a:extLst xmlns:a="http://schemas.openxmlformats.org/drawingml/2006/main">
              <a:ext uri="{FF2B5EF4-FFF2-40B4-BE49-F238E27FC236}">
                <a16:creationId xmlns:a16="http://schemas.microsoft.com/office/drawing/2014/main" id="{CDA75625-0B83-4C6A-926E-EB3A2BA32079}"/>
              </a:ext>
            </a:extLst>
          </p:cNvPr>
          <p:cNvSpPr>
            <a:spLocks xmlns:a="http://schemas.openxmlformats.org/drawingml/2006/main" noGrp="1"/>
          </p:cNvSpPr>
          <p:nvPr/>
        </p:nvSpPr>
        <p:spPr>
          <a:xfrm xmlns:a="http://schemas.openxmlformats.org/drawingml/2006/main">
            <a:off x="609600" y="66103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6" name="back-to-process" descr="\leftarrow S(f)">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C404A4D-8348-423C-8F7E-3F6FD357A778}"/>
              </a:ext>
            </a:extLst>
          </p:cNvPr>
          <p:cNvPicPr>
            <a:picLocks xmlns:a="http://schemas.openxmlformats.org/drawingml/2006/main" noChangeAspect="1"/>
          </p:cNvPicPr>
          <p:nvPr/>
        </p:nvPicPr>
        <p:blipFill>
          <a:blip xmlns:r="http://schemas.openxmlformats.org/officeDocument/2006/relationships" xmlns:a="http://schemas.openxmlformats.org/drawingml/2006/main" r:embed="Ra72bfb793494475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7" name="known-pulse" descr="h(t)=1\ (0&lt;t&lt;T),\quad0\ \text{otherwise}">
            <a:extLst xmlns:a="http://schemas.openxmlformats.org/drawingml/2006/main">
              <a:ext uri="{FF2B5EF4-FFF2-40B4-BE49-F238E27FC236}">
                <a16:creationId xmlns:a16="http://schemas.microsoft.com/office/drawing/2014/main" id="{9D3C3E76-74EC-4309-91B4-4DE5444634FC}"/>
              </a:ext>
            </a:extLst>
          </p:cNvPr>
          <p:cNvPicPr>
            <a:picLocks xmlns:a="http://schemas.openxmlformats.org/drawingml/2006/main" noChangeAspect="1"/>
          </p:cNvPicPr>
          <p:nvPr/>
        </p:nvPicPr>
        <p:blipFill>
          <a:blip xmlns:r="http://schemas.openxmlformats.org/officeDocument/2006/relationships" xmlns:a="http://schemas.openxmlformats.org/drawingml/2006/main" r:embed="R993038da999447a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09600" y="2996416"/>
            <a:ext cx="4526280" cy="255568"/>
          </a:xfrm>
          <a:prstGeom xmlns:a="http://schemas.openxmlformats.org/drawingml/2006/main" prst="rect">
            <a:avLst/>
          </a:prstGeom>
        </p:spPr>
      </p:pic>
      <p:pic>
        <p:nvPicPr>
          <p:cNvPr id="8" name="pulse-transform-0" descr="H(f)=\int_0^T e^{-j2\pi ft}\,dt=\left[\frac{e^{-j2\pi ft}}{-j2\pi f}\right]_0^T=\frac{1-e^{-j2\pi fT}}{j2\pi f}">
            <a:extLst xmlns:a="http://schemas.openxmlformats.org/drawingml/2006/main">
              <a:ext uri="{FF2B5EF4-FFF2-40B4-BE49-F238E27FC236}">
                <a16:creationId xmlns:a16="http://schemas.microsoft.com/office/drawing/2014/main" id="{883BD71C-A652-401F-9B1E-2A5411D68A69}"/>
              </a:ext>
            </a:extLst>
          </p:cNvPr>
          <p:cNvPicPr>
            <a:picLocks xmlns:a="http://schemas.openxmlformats.org/drawingml/2006/main" noChangeAspect="1"/>
          </p:cNvPicPr>
          <p:nvPr/>
        </p:nvPicPr>
        <p:blipFill>
          <a:blip xmlns:r="http://schemas.openxmlformats.org/officeDocument/2006/relationships" xmlns:a="http://schemas.openxmlformats.org/drawingml/2006/main" r:embed="R2c904e785d614b8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609600" y="3532852"/>
            <a:ext cx="5554980" cy="535245"/>
          </a:xfrm>
          <a:prstGeom xmlns:a="http://schemas.openxmlformats.org/drawingml/2006/main" prst="rect">
            <a:avLst/>
          </a:prstGeom>
        </p:spPr>
      </p:pic>
      <p:pic>
        <p:nvPicPr>
          <p:cNvPr id="9" name="pulse-transform-0-context" descr="\color[HTML]{666666}H(f)=\int_0^T e^{-j2\pi ft}\,dt=\left[\frac{e^{-j2\pi ft}}{-j2\pi f}\right]_0^T=\frac{1-e^{-j2\pi fT}}{j2\pi f}">
            <a:extLst xmlns:a="http://schemas.openxmlformats.org/drawingml/2006/main">
              <a:ext uri="{FF2B5EF4-FFF2-40B4-BE49-F238E27FC236}">
                <a16:creationId xmlns:a16="http://schemas.microsoft.com/office/drawing/2014/main" id="{BE892C6E-ED47-4CAA-8C6B-81287E1F0D1F}"/>
              </a:ext>
            </a:extLst>
          </p:cNvPr>
          <p:cNvPicPr>
            <a:picLocks xmlns:a="http://schemas.openxmlformats.org/drawingml/2006/main" noChangeAspect="1"/>
          </p:cNvPicPr>
          <p:nvPr/>
        </p:nvPicPr>
        <p:blipFill>
          <a:blip xmlns:r="http://schemas.openxmlformats.org/officeDocument/2006/relationships" xmlns:a="http://schemas.openxmlformats.org/drawingml/2006/main" r:embed="R4e7316d56b804cb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3532852"/>
            <a:ext cx="5554980" cy="535245"/>
          </a:xfrm>
          <a:prstGeom xmlns:a="http://schemas.openxmlformats.org/drawingml/2006/main" prst="rect">
            <a:avLst/>
          </a:prstGeom>
        </p:spPr>
      </p:pic>
      <p:pic>
        <p:nvPicPr>
          <p:cNvPr id="10" name="pulse-transform-1" descr="=e^{-j\pi fT}\frac{e^{j\pi fT}-e^{-j\pi fT}}{j2\pi f}=e^{-j\pi fT}\frac{\sin(\pi fT)}{\pi f}">
            <a:extLst xmlns:a="http://schemas.openxmlformats.org/drawingml/2006/main">
              <a:ext uri="{FF2B5EF4-FFF2-40B4-BE49-F238E27FC236}">
                <a16:creationId xmlns:a16="http://schemas.microsoft.com/office/drawing/2014/main" id="{389D0D1D-1468-4AEC-8809-E81B8F3EF3C5}"/>
              </a:ext>
            </a:extLst>
          </p:cNvPr>
          <p:cNvPicPr>
            <a:picLocks xmlns:a="http://schemas.openxmlformats.org/drawingml/2006/main" noChangeAspect="1"/>
          </p:cNvPicPr>
          <p:nvPr/>
        </p:nvPicPr>
        <p:blipFill>
          <a:blip xmlns:r="http://schemas.openxmlformats.org/officeDocument/2006/relationships" xmlns:a="http://schemas.openxmlformats.org/drawingml/2006/main" r:embed="Rcf7232e18cfc4da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942975" y="4317831"/>
            <a:ext cx="4526280" cy="413087"/>
          </a:xfrm>
          <a:prstGeom xmlns:a="http://schemas.openxmlformats.org/drawingml/2006/main" prst="rect">
            <a:avLst/>
          </a:prstGeom>
        </p:spPr>
      </p:pic>
      <p:pic>
        <p:nvPicPr>
          <p:cNvPr id="11" name="pulse-transform-1-context" descr="\color[HTML]{666666}=e^{-j\pi fT}\frac{e^{j\pi fT}-e^{-j\pi fT}}{j2\pi f}=e^{-j\pi fT}\frac{\sin(\pi fT)}{\pi f}">
            <a:extLst xmlns:a="http://schemas.openxmlformats.org/drawingml/2006/main">
              <a:ext uri="{FF2B5EF4-FFF2-40B4-BE49-F238E27FC236}">
                <a16:creationId xmlns:a16="http://schemas.microsoft.com/office/drawing/2014/main" id="{AC4A1FA5-EBEC-4ACC-ABB8-55726B951880}"/>
              </a:ext>
            </a:extLst>
          </p:cNvPr>
          <p:cNvPicPr>
            <a:picLocks xmlns:a="http://schemas.openxmlformats.org/drawingml/2006/main" noChangeAspect="1"/>
          </p:cNvPicPr>
          <p:nvPr/>
        </p:nvPicPr>
        <p:blipFill>
          <a:blip xmlns:r="http://schemas.openxmlformats.org/officeDocument/2006/relationships" xmlns:a="http://schemas.openxmlformats.org/drawingml/2006/main" r:embed="R0bacd97026e54ff2">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4317831"/>
            <a:ext cx="4526280" cy="413087"/>
          </a:xfrm>
          <a:prstGeom xmlns:a="http://schemas.openxmlformats.org/drawingml/2006/main" prst="rect">
            <a:avLst/>
          </a:prstGeom>
        </p:spPr>
      </p:pic>
      <p:pic>
        <p:nvPicPr>
          <p:cNvPr id="12" name="sinc-definition" descr="\operatorname{sinc}(x)=\frac{\sin(\pi x)}{\pi x}">
            <a:extLst xmlns:a="http://schemas.openxmlformats.org/drawingml/2006/main">
              <a:ext uri="{FF2B5EF4-FFF2-40B4-BE49-F238E27FC236}">
                <a16:creationId xmlns:a16="http://schemas.microsoft.com/office/drawing/2014/main" id="{34DDB998-EE56-4D41-BDB0-CAE443ACF9F3}"/>
              </a:ext>
            </a:extLst>
          </p:cNvPr>
          <p:cNvPicPr>
            <a:picLocks xmlns:a="http://schemas.openxmlformats.org/drawingml/2006/main" noChangeAspect="1"/>
          </p:cNvPicPr>
          <p:nvPr/>
        </p:nvPicPr>
        <p:blipFill>
          <a:blip xmlns:r="http://schemas.openxmlformats.org/officeDocument/2006/relationships" xmlns:a="http://schemas.openxmlformats.org/drawingml/2006/main" r:embed="R98a9912b9723403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5086767"/>
            <a:ext cx="1956435" cy="342067"/>
          </a:xfrm>
          <a:prstGeom xmlns:a="http://schemas.openxmlformats.org/drawingml/2006/main" prst="rect">
            <a:avLst/>
          </a:prstGeom>
        </p:spPr>
      </p:pic>
      <p:pic>
        <p:nvPicPr>
          <p:cNvPr id="13" name="pulse-response-result" descr="H(f)=T e^{-j\pi fT}\operatorname{sinc}(fT)">
            <a:extLst xmlns:a="http://schemas.openxmlformats.org/drawingml/2006/main">
              <a:ext uri="{FF2B5EF4-FFF2-40B4-BE49-F238E27FC236}">
                <a16:creationId xmlns:a16="http://schemas.microsoft.com/office/drawing/2014/main" id="{04BD4941-ADF1-4AF7-9633-25FF4355D3C1}"/>
              </a:ext>
            </a:extLst>
          </p:cNvPr>
          <p:cNvPicPr>
            <a:picLocks xmlns:a="http://schemas.openxmlformats.org/drawingml/2006/main" noChangeAspect="1"/>
          </p:cNvPicPr>
          <p:nvPr/>
        </p:nvPicPr>
        <p:blipFill>
          <a:blip xmlns:r="http://schemas.openxmlformats.org/officeDocument/2006/relationships" xmlns:a="http://schemas.openxmlformats.org/drawingml/2006/main" r:embed="R42ec170e656c4542">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6180386"/>
            <a:ext cx="3867150" cy="364629"/>
          </a:xfrm>
          <a:prstGeom xmlns:a="http://schemas.openxmlformats.org/drawingml/2006/main" prst="rect">
            <a:avLst/>
          </a:prstGeom>
        </p:spPr>
      </p:pic>
    </p:spTree>
    <p:extLst>
      <p:ext uri="{BB962C8B-B14F-4D97-AF65-F5344CB8AC3E}">
        <p14:creationId xmlns:p14="http://schemas.microsoft.com/office/powerpoint/2010/main" val="195941941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3" presetID="10" presetClass="exit" presetSubtype="0" fill="hold" nodeType="withEffect">
                                  <p:stCondLst>
                                    <p:cond delay="0"/>
                                  </p:stCondLst>
                                  <p:childTnLst>
                                    <p:animEffect transition="out" filter="fade">
                                      <p:cBhvr>
                                        <p:cTn id="34" dur="1" fill="hold">
                                          <p:stCondLst>
                                            <p:cond delay="0"/>
                                          </p:stCondLst>
                                        </p:cTn>
                                        <p:tgtEl>
                                          <p:spTgt spid="8"/>
                                        </p:tgtEl>
                                      </p:cBhvr>
                                    </p:animEffect>
                                    <p:set>
                                      <p:cBhvr>
                                        <p:cTn id="35" dur="1" fill="hold">
                                          <p:stCondLst>
                                            <p:cond delay="0"/>
                                          </p:stCondLst>
                                        </p:cTn>
                                        <p:tgtEl>
                                          <p:spTgt spid="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2" presetID="10" presetClass="exit" presetSubtype="0" fill="hold" nodeType="withEffect">
                                  <p:stCondLst>
                                    <p:cond delay="0"/>
                                  </p:stCondLst>
                                  <p:childTnLst>
                                    <p:animEffect transition="out" filter="fade">
                                      <p:cBhvr>
                                        <p:cTn id="36" dur="1" fill="hold">
                                          <p:stCondLst>
                                            <p:cond delay="0"/>
                                          </p:stCondLst>
                                        </p:cTn>
                                        <p:tgtEl>
                                          <p:spTgt spid="10"/>
                                        </p:tgtEl>
                                      </p:cBhvr>
                                    </p:animEffect>
                                    <p:set>
                                      <p:cBhvr>
                                        <p:cTn id="37" dur="1" fill="hold">
                                          <p:stCondLst>
                                            <p:cond delay="0"/>
                                          </p:stCondLst>
                                        </p:cTn>
                                        <p:tgtEl>
                                          <p:spTgt spid="10"/>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S(f): combine the two known factors</a:t>
            </a:r>
          </a:p>
        </p:txBody>
      </p:sp>
      <p:sp>
        <p:nvSpPr>
          <p:cNvPr id="3" name="route-a-shaft">
            <a:extLst xmlns:a="http://schemas.openxmlformats.org/drawingml/2006/main">
              <a:ext uri="{FF2B5EF4-FFF2-40B4-BE49-F238E27FC236}">
                <a16:creationId xmlns:a16="http://schemas.microsoft.com/office/drawing/2014/main" id="{33F526C0-E365-488B-AE0D-085F7445E8F1}"/>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211C0528-BFA8-48E5-8E11-C26360371ACF}"/>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2E200F38-BD4B-4CE8-A2A2-EBA0674AF7BB}"/>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7E9A439D-2528-4819-8EB7-06E34740F909}"/>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3A3E97CC-EC1A-4E24-A43C-9AA40D903F86}"/>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pam-spectrum" descr="Actual input,operation,output develops on the same full process diagram; no static thumbnail collage.">
            <a:extLst xmlns:a="http://schemas.openxmlformats.org/drawingml/2006/main">
              <a:ext uri="{FF2B5EF4-FFF2-40B4-BE49-F238E27FC236}">
                <a16:creationId xmlns:a16="http://schemas.microsoft.com/office/drawing/2014/main" id="{9BEBC314-5A6E-4BE0-AF70-F54DBBBEFE2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19" name="pam-spectrum--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0" name="pam-spectrum--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1" name="pam-spectrum--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2" name="pam-spectrum--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3" name="pam-spectrum--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4" name="pam-spectrum--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5" name="pam-spectrum--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6" name="pam-spectrum--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7" name="pam-spectrum--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8" name="pam-spectrum--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29" name="pam-spectrum--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0" name="pam-spectrum--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1" name="pam-spectrum--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2" name="pam-spectrum--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3" name="pam-spectrum--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4" name="pam-spectrum--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5" name="pam-spectrum--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6" name="pam-spectrum--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7" name="pam-spectrum--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8" name="pam-spectrum--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39" name="pam-spectrum--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0" name="pam-spectrum--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1" name="pam-spectrum--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2" name="pam-spectrum--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3" name="pam-spectrum--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4" name="pam-spectrum--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5" name="pam-spectrum--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pic>
        <p:nvPicPr>
          <p:cNvPr id="46" name="pam-spectrum--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022350" y="3048000"/>
            <a:ext cx="9956800" cy="2667000"/>
          </a:xfrm>
          <a:prstGeom xmlns:a="http://schemas.openxmlformats.org/drawingml/2006/main" prst="rect">
            <a:avLst/>
          </a:prstGeom>
        </p:spPr>
      </p:pic>
      <p:sp>
        <p:nvSpPr>
          <p:cNvPr id="9" name="spectrum-property-line">
            <a:extLst xmlns:a="http://schemas.openxmlformats.org/drawingml/2006/main">
              <a:ext uri="{FF2B5EF4-FFF2-40B4-BE49-F238E27FC236}">
                <a16:creationId xmlns:a16="http://schemas.microsoft.com/office/drawing/2014/main" id="{A49BA89C-FD1D-4006-9A32-5FBFDE7BC882}"/>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0"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0794DD9-CDD1-4DF5-B565-BABD4605EF9B}"/>
              </a:ext>
            </a:extLst>
          </p:cNvPr>
          <p:cNvPicPr>
            <a:picLocks xmlns:a="http://schemas.openxmlformats.org/drawingml/2006/main" noChangeAspect="1"/>
          </p:cNvPicPr>
          <p:nvPr/>
        </p:nvPicPr>
        <p:blipFill>
          <a:blip xmlns:r="http://schemas.openxmlformats.org/officeDocument/2006/relationships" xmlns:a="http://schemas.openxmlformats.org/drawingml/2006/main" r:embed="R4ec414c8a071440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EFFCB87-0599-4D6C-97C4-3F416393E361}"/>
              </a:ext>
            </a:extLst>
          </p:cNvPr>
          <p:cNvPicPr>
            <a:picLocks xmlns:a="http://schemas.openxmlformats.org/drawingml/2006/main" noChangeAspect="1"/>
          </p:cNvPicPr>
          <p:nvPr/>
        </p:nvPicPr>
        <p:blipFill>
          <a:blip xmlns:r="http://schemas.openxmlformats.org/officeDocument/2006/relationships" xmlns:a="http://schemas.openxmlformats.org/drawingml/2006/main" r:embed="R6f03390676ef44c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2" name="route-2" descr="\color[HTML]{999999}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ABCA5BB-1E1A-47A4-A687-73C2F7798DDD}"/>
              </a:ext>
            </a:extLst>
          </p:cNvPr>
          <p:cNvPicPr>
            <a:picLocks xmlns:a="http://schemas.openxmlformats.org/drawingml/2006/main" noChangeAspect="1"/>
          </p:cNvPicPr>
          <p:nvPr/>
        </p:nvPicPr>
        <p:blipFill>
          <a:blip xmlns:r="http://schemas.openxmlformats.org/officeDocument/2006/relationships" xmlns:a="http://schemas.openxmlformats.org/drawingml/2006/main" r:embed="R0a4d574036b341f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52550"/>
            <a:ext cx="613410" cy="266700"/>
          </a:xfrm>
          <a:prstGeom xmlns:a="http://schemas.openxmlformats.org/drawingml/2006/main" prst="rect">
            <a:avLst/>
          </a:prstGeom>
        </p:spPr>
      </p:pic>
      <p:pic>
        <p:nvPicPr>
          <p:cNvPr id="13" name="representation-pair" descr="\longleftrightarrow">
            <a:extLst xmlns:a="http://schemas.openxmlformats.org/drawingml/2006/main">
              <a:ext uri="{FF2B5EF4-FFF2-40B4-BE49-F238E27FC236}">
                <a16:creationId xmlns:a16="http://schemas.microsoft.com/office/drawing/2014/main" id="{9549B7D7-7490-43BE-BD8B-67C85A3E9CFE}"/>
              </a:ext>
            </a:extLst>
          </p:cNvPr>
          <p:cNvPicPr>
            <a:picLocks xmlns:a="http://schemas.openxmlformats.org/drawingml/2006/main" noChangeAspect="1"/>
          </p:cNvPicPr>
          <p:nvPr/>
        </p:nvPicPr>
        <p:blipFill>
          <a:blip xmlns:r="http://schemas.openxmlformats.org/officeDocument/2006/relationships" xmlns:a="http://schemas.openxmlformats.org/drawingml/2006/main" r:embed="Rc249ba1587fc404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4" name="route-spectrum" descr="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90347F0D-3BD2-41C6-8A6B-8FC7488C5861}"/>
              </a:ext>
            </a:extLst>
          </p:cNvPr>
          <p:cNvPicPr>
            <a:picLocks xmlns:a="http://schemas.openxmlformats.org/drawingml/2006/main" noChangeAspect="1"/>
          </p:cNvPicPr>
          <p:nvPr/>
        </p:nvPicPr>
        <p:blipFill>
          <a:blip xmlns:r="http://schemas.openxmlformats.org/officeDocument/2006/relationships" xmlns:a="http://schemas.openxmlformats.org/drawingml/2006/main" r:embed="Rb904da3958c94a2f">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5" name="same-S" descr="S(f)=\left[\frac1{T_s}\sum_k M(f-kf_s)\right]T e^{-j\pi fT}\operatorname{sinc}(fT)">
            <a:extLst xmlns:a="http://schemas.openxmlformats.org/drawingml/2006/main">
              <a:ext uri="{FF2B5EF4-FFF2-40B4-BE49-F238E27FC236}">
                <a16:creationId xmlns:a16="http://schemas.microsoft.com/office/drawing/2014/main" id="{A9604130-64C4-46AC-A922-C9904194E438}"/>
              </a:ext>
            </a:extLst>
          </p:cNvPr>
          <p:cNvPicPr>
            <a:picLocks xmlns:a="http://schemas.openxmlformats.org/drawingml/2006/main" noChangeAspect="1"/>
          </p:cNvPicPr>
          <p:nvPr/>
        </p:nvPicPr>
        <p:blipFill>
          <a:blip xmlns:r="http://schemas.openxmlformats.org/officeDocument/2006/relationships" xmlns:a="http://schemas.openxmlformats.org/drawingml/2006/main" r:embed="R69f9ec9136bf4f6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170628"/>
            <a:ext cx="5574030" cy="478393"/>
          </a:xfrm>
          <a:prstGeom xmlns:a="http://schemas.openxmlformats.org/drawingml/2006/main" prst="rect">
            <a:avLst/>
          </a:prstGeom>
        </p:spPr>
      </p:pic>
      <p:pic>
        <p:nvPicPr>
          <p:cNvPr id="16" name="back-to-process" descr="\leftarrow S(f)">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3CCC2E00-DB1B-4915-BDC5-C173B687B84E}"/>
              </a:ext>
            </a:extLst>
          </p:cNvPr>
          <p:cNvPicPr>
            <a:picLocks xmlns:a="http://schemas.openxmlformats.org/drawingml/2006/main" noChangeAspect="1"/>
          </p:cNvPicPr>
          <p:nvPr/>
        </p:nvPicPr>
        <p:blipFill>
          <a:blip xmlns:r="http://schemas.openxmlformats.org/officeDocument/2006/relationships" xmlns:a="http://schemas.openxmlformats.org/drawingml/2006/main" r:embed="Rc44bc4bc7ef04d87">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724900" y="265033"/>
            <a:ext cx="933450" cy="270034"/>
          </a:xfrm>
          <a:prstGeom xmlns:a="http://schemas.openxmlformats.org/drawingml/2006/main" prst="rect">
            <a:avLst/>
          </a:prstGeom>
        </p:spPr>
      </p:pic>
      <p:pic>
        <p:nvPicPr>
          <p:cNvPr id="17" name="spectrum-property" descr="B_T=1/T&gt;f_s\ge2W\quad\text{(first-null scale, not strict support)}">
            <a:extLst xmlns:a="http://schemas.openxmlformats.org/drawingml/2006/main">
              <a:ext uri="{FF2B5EF4-FFF2-40B4-BE49-F238E27FC236}">
                <a16:creationId xmlns:a16="http://schemas.microsoft.com/office/drawing/2014/main" id="{0550045D-5C70-45F9-A10B-5FA9D9AC6540}"/>
              </a:ext>
            </a:extLst>
          </p:cNvPr>
          <p:cNvPicPr>
            <a:picLocks xmlns:a="http://schemas.openxmlformats.org/drawingml/2006/main" noChangeAspect="1"/>
          </p:cNvPicPr>
          <p:nvPr/>
        </p:nvPicPr>
        <p:blipFill>
          <a:blip xmlns:r="http://schemas.openxmlformats.org/officeDocument/2006/relationships" xmlns:a="http://schemas.openxmlformats.org/drawingml/2006/main" r:embed="Rf6759ac2bcb045f7">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6273046"/>
            <a:ext cx="7787640" cy="265033"/>
          </a:xfrm>
          <a:prstGeom xmlns:a="http://schemas.openxmlformats.org/drawingml/2006/main" prst="rect">
            <a:avLst/>
          </a:prstGeom>
        </p:spPr>
      </p:pic>
    </p:spTree>
    <p:extLst>
      <p:ext uri="{BB962C8B-B14F-4D97-AF65-F5344CB8AC3E}">
        <p14:creationId xmlns:p14="http://schemas.microsoft.com/office/powerpoint/2010/main" val="675837556"/>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240">
                            <p:stCondLst>
                              <p:cond delay="0"/>
                            </p:stCondLst>
                            <p:childTnLst>
                              <p:par>
                                <p:cTn id="13" presetID="1" presetClass="entr" presetSubtype="0" fill="hold" nodeType="clickEffect" restart="never">
                                  <p:stCondLst>
                                    <p:cond delay="35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restart="never">
                                  <p:stCondLst>
                                    <p:cond delay="47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restart="never">
                                  <p:stCondLst>
                                    <p:cond delay="59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restart="never">
                                  <p:stCondLst>
                                    <p:cond delay="71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restart="never">
                                  <p:stCondLst>
                                    <p:cond delay="83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restart="never">
                                  <p:stCondLst>
                                    <p:cond delay="95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restart="never">
                                  <p:stCondLst>
                                    <p:cond delay="107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restart="never">
                                  <p:stCondLst>
                                    <p:cond delay="119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restart="never">
                                  <p:stCondLst>
                                    <p:cond delay="131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restart="never">
                                  <p:stCondLst>
                                    <p:cond delay="143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restart="never">
                                  <p:stCondLst>
                                    <p:cond delay="155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restart="never">
                                  <p:stCondLst>
                                    <p:cond delay="167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restart="never">
                                  <p:stCondLst>
                                    <p:cond delay="179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restart="never">
                                  <p:stCondLst>
                                    <p:cond delay="191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restart="never">
                                  <p:stCondLst>
                                    <p:cond delay="203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restart="never">
                                  <p:stCondLst>
                                    <p:cond delay="215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restart="never">
                                  <p:stCondLst>
                                    <p:cond delay="227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restart="never">
                                  <p:stCondLst>
                                    <p:cond delay="239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nodeType="withEffect" restart="never">
                                  <p:stCondLst>
                                    <p:cond delay="251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restart="never">
                                  <p:stCondLst>
                                    <p:cond delay="263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restart="never">
                                  <p:stCondLst>
                                    <p:cond delay="275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nodeType="withEffect" restart="never">
                                  <p:stCondLst>
                                    <p:cond delay="287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nodeType="withEffect" restart="never">
                                  <p:stCondLst>
                                    <p:cond delay="299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nodeType="withEffect" restart="never">
                                  <p:stCondLst>
                                    <p:cond delay="311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restart="never">
                                  <p:stCondLst>
                                    <p:cond delay="323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nodeType="withEffect" restart="never">
                                  <p:stCondLst>
                                    <p:cond delay="335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nodeType="withEffect" restart="never">
                                  <p:stCondLst>
                                    <p:cond delay="347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nodeType="withEffect" restart="never">
                                  <p:stCondLst>
                                    <p:cond delay="359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Read each flat pulse at its centre</a:t>
            </a:r>
          </a:p>
        </p:txBody>
      </p:sp>
      <p:sp>
        <p:nvSpPr>
          <p:cNvPr id="3" name="route-a-shaft">
            <a:extLst xmlns:a="http://schemas.openxmlformats.org/drawingml/2006/main">
              <a:ext uri="{FF2B5EF4-FFF2-40B4-BE49-F238E27FC236}">
                <a16:creationId xmlns:a16="http://schemas.microsoft.com/office/drawing/2014/main" id="{82065F26-6B46-4DD6-A894-B40D3003421E}"/>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A8434E3D-3984-47F9-B5E6-EBD20E1552DC}"/>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E9064337-6ED7-4F4C-886D-2E862A79636A}"/>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0FF6B5B9-5919-4E84-8DD3-BC88CE337AD5}"/>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55560331-DD3C-4FBD-AA62-79CCEF6F9149}"/>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receiver-read-values" descr="Actual input,operation,output develops on the same full process diagram; no static thumbnail collage.">
            <a:extLst xmlns:a="http://schemas.openxmlformats.org/drawingml/2006/main">
              <a:ext uri="{FF2B5EF4-FFF2-40B4-BE49-F238E27FC236}">
                <a16:creationId xmlns:a16="http://schemas.microsoft.com/office/drawing/2014/main" id="{37A46126-B531-4CE6-932F-4F8E2C74FAB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19" name="receiver-read-values--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0" name="receiver-read-values--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1" name="receiver-read-values--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2" name="receiver-read-values--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3" name="receiver-read-values--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4" name="receiver-read-values--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5" name="receiver-read-values--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6" name="receiver-read-values--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7" name="receiver-read-values--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8" name="receiver-read-values--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29" name="receiver-read-values--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0" name="receiver-read-values--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1" name="receiver-read-values--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2" name="receiver-read-values--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3" name="receiver-read-values--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4" name="receiver-read-values--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5" name="receiver-read-values--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6" name="receiver-read-values--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7" name="receiver-read-values--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8" name="receiver-read-values--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39" name="receiver-read-values--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0" name="receiver-read-values--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1" name="receiver-read-values--t4-click-frame-02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2" name="receiver-read-values--t4-click-frame-02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3" name="receiver-read-values--t4-click-frame-02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4" name="receiver-read-values--t4-click-frame-02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5" name="receiver-read-values--t4-click-frame-02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6" name="receiver-read-values--t4-click-frame-02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7" name="receiver-read-values--t4-click-frame-02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pic>
        <p:nvPicPr>
          <p:cNvPr id="48" name="receiver-read-values--t4-click-frame-03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3162300"/>
            <a:ext cx="9601200" cy="2571750"/>
          </a:xfrm>
          <a:prstGeom xmlns:a="http://schemas.openxmlformats.org/drawingml/2006/main" prst="rect">
            <a:avLst/>
          </a:prstGeom>
        </p:spPr>
      </p:pic>
      <p:sp>
        <p:nvSpPr>
          <p:cNvPr id="9" name="read-result-line">
            <a:extLst xmlns:a="http://schemas.openxmlformats.org/drawingml/2006/main">
              <a:ext uri="{FF2B5EF4-FFF2-40B4-BE49-F238E27FC236}">
                <a16:creationId xmlns:a16="http://schemas.microsoft.com/office/drawing/2014/main" id="{2D43805D-1CF2-4088-AEF6-EE492D5FB28C}"/>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0"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C0E2D29-3D3D-4D09-9563-A4EECAC5A9EF}"/>
              </a:ext>
            </a:extLst>
          </p:cNvPr>
          <p:cNvPicPr>
            <a:picLocks xmlns:a="http://schemas.openxmlformats.org/drawingml/2006/main" noChangeAspect="1"/>
          </p:cNvPicPr>
          <p:nvPr/>
        </p:nvPicPr>
        <p:blipFill>
          <a:blip xmlns:r="http://schemas.openxmlformats.org/officeDocument/2006/relationships" xmlns:a="http://schemas.openxmlformats.org/drawingml/2006/main" r:embed="Ra04355185e8e41d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1DE09035-60C5-4B70-878F-4DA204505755}"/>
              </a:ext>
            </a:extLst>
          </p:cNvPr>
          <p:cNvPicPr>
            <a:picLocks xmlns:a="http://schemas.openxmlformats.org/drawingml/2006/main" noChangeAspect="1"/>
          </p:cNvPicPr>
          <p:nvPr/>
        </p:nvPicPr>
        <p:blipFill>
          <a:blip xmlns:r="http://schemas.openxmlformats.org/officeDocument/2006/relationships" xmlns:a="http://schemas.openxmlformats.org/drawingml/2006/main" r:embed="R0f7d0ffb369347e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2"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4618B3D-FD3B-459F-A093-663E2A5026E7}"/>
              </a:ext>
            </a:extLst>
          </p:cNvPr>
          <p:cNvPicPr>
            <a:picLocks xmlns:a="http://schemas.openxmlformats.org/drawingml/2006/main" noChangeAspect="1"/>
          </p:cNvPicPr>
          <p:nvPr/>
        </p:nvPicPr>
        <p:blipFill>
          <a:blip xmlns:r="http://schemas.openxmlformats.org/officeDocument/2006/relationships" xmlns:a="http://schemas.openxmlformats.org/drawingml/2006/main" r:embed="R825bdcca9e4e441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3" name="representation-pair" descr="\longleftrightarrow">
            <a:extLst xmlns:a="http://schemas.openxmlformats.org/drawingml/2006/main">
              <a:ext uri="{FF2B5EF4-FFF2-40B4-BE49-F238E27FC236}">
                <a16:creationId xmlns:a16="http://schemas.microsoft.com/office/drawing/2014/main" id="{92D92E68-ED2A-446E-8985-71016DA34CB7}"/>
              </a:ext>
            </a:extLst>
          </p:cNvPr>
          <p:cNvPicPr>
            <a:picLocks xmlns:a="http://schemas.openxmlformats.org/drawingml/2006/main" noChangeAspect="1"/>
          </p:cNvPicPr>
          <p:nvPr/>
        </p:nvPicPr>
        <p:blipFill>
          <a:blip xmlns:r="http://schemas.openxmlformats.org/officeDocument/2006/relationships" xmlns:a="http://schemas.openxmlformats.org/drawingml/2006/main" r:embed="R985c988bb8c143a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4"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AA885C3A-AFC6-42BC-9CF0-DEE2069C8DED}"/>
              </a:ext>
            </a:extLst>
          </p:cNvPr>
          <p:cNvPicPr>
            <a:picLocks xmlns:a="http://schemas.openxmlformats.org/drawingml/2006/main" noChangeAspect="1"/>
          </p:cNvPicPr>
          <p:nvPr/>
        </p:nvPicPr>
        <p:blipFill>
          <a:blip xmlns:r="http://schemas.openxmlformats.org/officeDocument/2006/relationships" xmlns:a="http://schemas.openxmlformats.org/drawingml/2006/main" r:embed="R743d73370d5b4da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5"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2E6C9BC3-B4C7-4E9F-8615-92B660369EDB}"/>
              </a:ext>
            </a:extLst>
          </p:cNvPr>
          <p:cNvPicPr>
            <a:picLocks xmlns:a="http://schemas.openxmlformats.org/drawingml/2006/main" noChangeAspect="1"/>
          </p:cNvPicPr>
          <p:nvPr/>
        </p:nvPicPr>
        <p:blipFill>
          <a:blip xmlns:r="http://schemas.openxmlformats.org/officeDocument/2006/relationships" xmlns:a="http://schemas.openxmlformats.org/drawingml/2006/main" r:embed="R3238d9fb20084ea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6" name="height-value" descr="m(nT_s)=s(nT_s+T/2),\qquad0&lt;T&lt;T_s">
            <a:extLst xmlns:a="http://schemas.openxmlformats.org/drawingml/2006/main">
              <a:ext uri="{FF2B5EF4-FFF2-40B4-BE49-F238E27FC236}">
                <a16:creationId xmlns:a16="http://schemas.microsoft.com/office/drawing/2014/main" id="{319AE388-51C4-4C52-B5A2-1CA466C97BD1}"/>
              </a:ext>
            </a:extLst>
          </p:cNvPr>
          <p:cNvPicPr>
            <a:picLocks xmlns:a="http://schemas.openxmlformats.org/drawingml/2006/main" noChangeAspect="1"/>
          </p:cNvPicPr>
          <p:nvPr/>
        </p:nvPicPr>
        <p:blipFill>
          <a:blip xmlns:r="http://schemas.openxmlformats.org/officeDocument/2006/relationships" xmlns:a="http://schemas.openxmlformats.org/drawingml/2006/main" r:embed="Rf6f527a2bc2e4e1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158425"/>
            <a:ext cx="6509385" cy="321826"/>
          </a:xfrm>
          <a:prstGeom xmlns:a="http://schemas.openxmlformats.org/drawingml/2006/main" prst="rect">
            <a:avLst/>
          </a:prstGeom>
        </p:spPr>
      </p:pic>
      <p:pic>
        <p:nvPicPr>
          <p:cNvPr id="17" name="read-result" descr="s(t)\ \xrightarrow{\text{read heights}}\ m(nT_s)\ \xrightarrow{\text{original sampling grid}}\ m_\delta(t)">
            <a:extLst xmlns:a="http://schemas.openxmlformats.org/drawingml/2006/main">
              <a:ext uri="{FF2B5EF4-FFF2-40B4-BE49-F238E27FC236}">
                <a16:creationId xmlns:a16="http://schemas.microsoft.com/office/drawing/2014/main" id="{30F20315-9ADF-483D-BE28-30EB0A281022}"/>
              </a:ext>
            </a:extLst>
          </p:cNvPr>
          <p:cNvPicPr>
            <a:picLocks xmlns:a="http://schemas.openxmlformats.org/drawingml/2006/main" noChangeAspect="1"/>
          </p:cNvPicPr>
          <p:nvPr/>
        </p:nvPicPr>
        <p:blipFill>
          <a:blip xmlns:r="http://schemas.openxmlformats.org/officeDocument/2006/relationships" xmlns:a="http://schemas.openxmlformats.org/drawingml/2006/main" r:embed="R1209eb6b8d8240cb">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6210002"/>
            <a:ext cx="7429500" cy="391120"/>
          </a:xfrm>
          <a:prstGeom xmlns:a="http://schemas.openxmlformats.org/drawingml/2006/main" prst="rect">
            <a:avLst/>
          </a:prstGeom>
        </p:spPr>
      </p:pic>
    </p:spTree>
    <p:extLst>
      <p:ext uri="{BB962C8B-B14F-4D97-AF65-F5344CB8AC3E}">
        <p14:creationId xmlns:p14="http://schemas.microsoft.com/office/powerpoint/2010/main" val="835773768"/>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480">
                            <p:stCondLst>
                              <p:cond delay="0"/>
                            </p:stCondLst>
                            <p:childTnLst>
                              <p:par>
                                <p:cTn id="13" presetID="1" presetClass="entr" presetSubtype="0" fill="hold" nodeType="clickEffect" restart="never">
                                  <p:stCondLst>
                                    <p:cond delay="35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restart="never">
                                  <p:stCondLst>
                                    <p:cond delay="47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restart="never">
                                  <p:stCondLst>
                                    <p:cond delay="59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restart="never">
                                  <p:stCondLst>
                                    <p:cond delay="71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restart="never">
                                  <p:stCondLst>
                                    <p:cond delay="83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restart="never">
                                  <p:stCondLst>
                                    <p:cond delay="95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restart="never">
                                  <p:stCondLst>
                                    <p:cond delay="107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restart="never">
                                  <p:stCondLst>
                                    <p:cond delay="119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restart="never">
                                  <p:stCondLst>
                                    <p:cond delay="131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restart="never">
                                  <p:stCondLst>
                                    <p:cond delay="143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restart="never">
                                  <p:stCondLst>
                                    <p:cond delay="155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restart="never">
                                  <p:stCondLst>
                                    <p:cond delay="167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restart="never">
                                  <p:stCondLst>
                                    <p:cond delay="179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restart="never">
                                  <p:stCondLst>
                                    <p:cond delay="191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restart="never">
                                  <p:stCondLst>
                                    <p:cond delay="203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restart="never">
                                  <p:stCondLst>
                                    <p:cond delay="215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restart="never">
                                  <p:stCondLst>
                                    <p:cond delay="227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restart="never">
                                  <p:stCondLst>
                                    <p:cond delay="239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nodeType="withEffect" restart="never">
                                  <p:stCondLst>
                                    <p:cond delay="251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restart="never">
                                  <p:stCondLst>
                                    <p:cond delay="263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restart="never">
                                  <p:stCondLst>
                                    <p:cond delay="275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nodeType="withEffect" restart="never">
                                  <p:stCondLst>
                                    <p:cond delay="287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nodeType="withEffect" restart="never">
                                  <p:stCondLst>
                                    <p:cond delay="299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nodeType="withEffect" restart="never">
                                  <p:stCondLst>
                                    <p:cond delay="311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restart="never">
                                  <p:stCondLst>
                                    <p:cond delay="323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nodeType="withEffect" restart="never">
                                  <p:stCondLst>
                                    <p:cond delay="335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nodeType="withEffect" restart="never">
                                  <p:stCondLst>
                                    <p:cond delay="347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nodeType="withEffect" restart="never">
                                  <p:stCondLst>
                                    <p:cond delay="3590"/>
                                  </p:stCondLst>
                                  <p:childTnLst>
                                    <p:set>
                                      <p:cBhvr>
                                        <p:cTn id="68" dur="1" fill="hold">
                                          <p:stCondLst>
                                            <p:cond delay="0"/>
                                          </p:stCondLst>
                                        </p:cTn>
                                        <p:tgtEl>
                                          <p:spTgt spid="46"/>
                                        </p:tgtEl>
                                        <p:attrNameLst>
                                          <p:attrName>style.visibility</p:attrName>
                                        </p:attrNameLst>
                                      </p:cBhvr>
                                      <p:to>
                                        <p:strVal val="visible"/>
                                      </p:to>
                                    </p:set>
                                  </p:childTnLst>
                                </p:cTn>
                              </p:par>
                              <p:par>
                                <p:cTn id="69" presetID="1" presetClass="entr" presetSubtype="0" fill="hold" nodeType="withEffect" restart="never">
                                  <p:stCondLst>
                                    <p:cond delay="371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ntr" presetSubtype="0" fill="hold" nodeType="withEffect" restart="never">
                                  <p:stCondLst>
                                    <p:cond delay="3830"/>
                                  </p:stCondLst>
                                  <p:childTnLst>
                                    <p:set>
                                      <p:cBhvr>
                                        <p:cTn id="72" dur="1" fill="hold">
                                          <p:stCondLst>
                                            <p:cond delay="0"/>
                                          </p:stCondLst>
                                        </p:cTn>
                                        <p:tgtEl>
                                          <p:spTgt spid="48"/>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Recover the message spectrum</a:t>
            </a:r>
          </a:p>
        </p:txBody>
      </p:sp>
      <p:sp>
        <p:nvSpPr>
          <p:cNvPr id="3" name="route-a-shaft">
            <a:extLst xmlns:a="http://schemas.openxmlformats.org/drawingml/2006/main">
              <a:ext uri="{FF2B5EF4-FFF2-40B4-BE49-F238E27FC236}">
                <a16:creationId xmlns:a16="http://schemas.microsoft.com/office/drawing/2014/main" id="{41C9AB2F-5C7D-4B04-B323-1CB2237F096C}"/>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E1D71896-17CD-4D83-865A-DA80FBF18245}"/>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FA30F7A3-7C6F-4349-9E57-563792065E85}"/>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DDD452B9-BA06-4710-A6DC-76DA18EFE353}"/>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51668D1D-6CC2-4BCE-9CE7-E5EDFDB21E18}"/>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recover-spectrum-goal" descr="Known input, explicit operation and output; click-start, play once and hold.">
            <a:extLst xmlns:a="http://schemas.openxmlformats.org/drawingml/2006/main">
              <a:ext uri="{FF2B5EF4-FFF2-40B4-BE49-F238E27FC236}">
                <a16:creationId xmlns:a16="http://schemas.microsoft.com/office/drawing/2014/main" id="{1B03983A-E1BC-4C41-A7E2-819AFEF58C5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2" name="recover-spectrum-goal--t4-click-frame-001"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3" name="recover-spectrum-goal--t4-click-frame-002"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4" name="recover-spectrum-goal--t4-click-frame-003"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5" name="recover-spectrum-goal--t4-click-frame-004"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6" name="recover-spectrum-goal--t4-click-frame-005"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7" name="recover-spectrum-goal--t4-click-frame-006"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8" name="recover-spectrum-goal--t4-click-frame-007"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29" name="recover-spectrum-goal--t4-click-frame-008"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0" name="recover-spectrum-goal--t4-click-frame-009"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1" name="recover-spectrum-goal--t4-click-frame-010"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2" name="recover-spectrum-goal--t4-click-frame-011"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3" name="recover-spectrum-goal--t4-click-frame-012"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4" name="recover-spectrum-goal--t4-click-frame-013"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5" name="recover-spectrum-goal--t4-click-frame-014"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6" name="recover-spectrum-goal--t4-click-frame-015"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7" name="recover-spectrum-goal--t4-click-frame-016"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8" name="recover-spectrum-goal--t4-click-frame-017"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39" name="recover-spectrum-goal--t4-click-frame-018"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0" name="recover-spectrum-goal--t4-click-frame-019"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1" name="recover-spectrum-goal--t4-click-frame-020"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9" name="recover-spectrum-filter" descr="Known input, explicit operation and output; click-start, play once and hold.">
            <a:extLst xmlns:a="http://schemas.openxmlformats.org/drawingml/2006/main">
              <a:ext uri="{FF2B5EF4-FFF2-40B4-BE49-F238E27FC236}">
                <a16:creationId xmlns:a16="http://schemas.microsoft.com/office/drawing/2014/main" id="{8A4AAEE8-9CA6-4FD3-A79B-20C72963858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2" name="recover-spectrum-filter--t4-click-frame-001"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3" name="recover-spectrum-filter--t4-click-frame-002"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4" name="recover-spectrum-filter--t4-click-frame-003"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5" name="recover-spectrum-filter--t4-click-frame-004"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6" name="recover-spectrum-filter--t4-click-frame-005"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7" name="recover-spectrum-filter--t4-click-frame-006"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8" name="recover-spectrum-filter--t4-click-frame-007"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49" name="recover-spectrum-filter--t4-click-frame-008"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0" name="recover-spectrum-filter--t4-click-frame-009"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1" name="recover-spectrum-filter--t4-click-frame-010"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2" name="recover-spectrum-filter--t4-click-frame-011"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3" name="recover-spectrum-filter--t4-click-frame-012"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4" name="recover-spectrum-filter--t4-click-frame-013"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5" name="recover-spectrum-filter--t4-click-frame-014"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6" name="recover-spectrum-filter--t4-click-frame-015"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7" name="recover-spectrum-filter--t4-click-frame-016"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8" name="recover-spectrum-filter--t4-click-frame-017"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59" name="recover-spectrum-filter--t4-click-frame-018"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0" name="recover-spectrum-filter--t4-click-frame-019"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1" name="recover-spectrum-filter--t4-click-frame-020"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10" name="recover-spectrum-output" descr="Known input, explicit operation and output; click-start, play once and hold.">
            <a:extLst xmlns:a="http://schemas.openxmlformats.org/drawingml/2006/main">
              <a:ext uri="{FF2B5EF4-FFF2-40B4-BE49-F238E27FC236}">
                <a16:creationId xmlns:a16="http://schemas.microsoft.com/office/drawing/2014/main" id="{521879A9-84B7-42F3-9D85-869322935BB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2" name="recover-spectrum-output--t4-click-frame-001"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3" name="recover-spectrum-output--t4-click-frame-002"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4" name="recover-spectrum-output--t4-click-frame-003"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5" name="recover-spectrum-output--t4-click-frame-004"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6" name="recover-spectrum-output--t4-click-frame-005"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7" name="recover-spectrum-output--t4-click-frame-006"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8" name="recover-spectrum-output--t4-click-frame-007"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69" name="recover-spectrum-output--t4-click-frame-008"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0" name="recover-spectrum-output--t4-click-frame-009"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1" name="recover-spectrum-output--t4-click-frame-010"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2" name="recover-spectrum-output--t4-click-frame-011"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3" name="recover-spectrum-output--t4-click-frame-012"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4" name="recover-spectrum-output--t4-click-frame-013"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5" name="recover-spectrum-output--t4-click-frame-014"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6" name="recover-spectrum-output--t4-click-frame-015"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7" name="recover-spectrum-output--t4-click-frame-016"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8" name="recover-spectrum-output--t4-click-frame-017"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79" name="recover-spectrum-output--t4-click-frame-018"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80" name="recover-spectrum-output--t4-click-frame-019"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pic>
        <p:nvPicPr>
          <p:cNvPr id="81" name="recover-spectrum-output--t4-click-frame-020" descr="Known input, explicit operation and output; click-start, play once and hold."/>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933450" y="3143250"/>
            <a:ext cx="10134600" cy="2714625"/>
          </a:xfrm>
          <a:prstGeom xmlns:a="http://schemas.openxmlformats.org/drawingml/2006/main" prst="rect">
            <a:avLst/>
          </a:prstGeom>
        </p:spPr>
      </p:pic>
      <p:sp>
        <p:nvSpPr>
          <p:cNvPr id="11" name="recovered-spectrum-line">
            <a:extLst xmlns:a="http://schemas.openxmlformats.org/drawingml/2006/main">
              <a:ext uri="{FF2B5EF4-FFF2-40B4-BE49-F238E27FC236}">
                <a16:creationId xmlns:a16="http://schemas.microsoft.com/office/drawing/2014/main" id="{8B3B246F-A594-493E-810B-1FD6EC992947}"/>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53F4214-59D2-4C1C-B41B-C59133CACA97}"/>
              </a:ext>
            </a:extLst>
          </p:cNvPr>
          <p:cNvPicPr>
            <a:picLocks xmlns:a="http://schemas.openxmlformats.org/drawingml/2006/main" noChangeAspect="1"/>
          </p:cNvPicPr>
          <p:nvPr/>
        </p:nvPicPr>
        <p:blipFill>
          <a:blip xmlns:r="http://schemas.openxmlformats.org/officeDocument/2006/relationships" xmlns:a="http://schemas.openxmlformats.org/drawingml/2006/main" r:embed="Rdbd013c6ecff486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480C94D-C203-463A-BCA2-4525DDFE1A58}"/>
              </a:ext>
            </a:extLst>
          </p:cNvPr>
          <p:cNvPicPr>
            <a:picLocks xmlns:a="http://schemas.openxmlformats.org/drawingml/2006/main" noChangeAspect="1"/>
          </p:cNvPicPr>
          <p:nvPr/>
        </p:nvPicPr>
        <p:blipFill>
          <a:blip xmlns:r="http://schemas.openxmlformats.org/officeDocument/2006/relationships" xmlns:a="http://schemas.openxmlformats.org/drawingml/2006/main" r:embed="R41749cf218eb494b">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4"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2C413D6-486C-4886-9033-8358ACF57E29}"/>
              </a:ext>
            </a:extLst>
          </p:cNvPr>
          <p:cNvPicPr>
            <a:picLocks xmlns:a="http://schemas.openxmlformats.org/drawingml/2006/main" noChangeAspect="1"/>
          </p:cNvPicPr>
          <p:nvPr/>
        </p:nvPicPr>
        <p:blipFill>
          <a:blip xmlns:r="http://schemas.openxmlformats.org/officeDocument/2006/relationships" xmlns:a="http://schemas.openxmlformats.org/drawingml/2006/main" r:embed="R725422919bd343b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5" name="representation-pair" descr="\longleftrightarrow">
            <a:extLst xmlns:a="http://schemas.openxmlformats.org/drawingml/2006/main">
              <a:ext uri="{FF2B5EF4-FFF2-40B4-BE49-F238E27FC236}">
                <a16:creationId xmlns:a16="http://schemas.microsoft.com/office/drawing/2014/main" id="{1D831C77-75CF-4B59-94AF-508A9B9A584E}"/>
              </a:ext>
            </a:extLst>
          </p:cNvPr>
          <p:cNvPicPr>
            <a:picLocks xmlns:a="http://schemas.openxmlformats.org/drawingml/2006/main" noChangeAspect="1"/>
          </p:cNvPicPr>
          <p:nvPr/>
        </p:nvPicPr>
        <p:blipFill>
          <a:blip xmlns:r="http://schemas.openxmlformats.org/officeDocument/2006/relationships" xmlns:a="http://schemas.openxmlformats.org/drawingml/2006/main" r:embed="Rc4beb7f8cf884b6d">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6"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45BC289-BEFE-4DBF-9245-7FAC2A47332A}"/>
              </a:ext>
            </a:extLst>
          </p:cNvPr>
          <p:cNvPicPr>
            <a:picLocks xmlns:a="http://schemas.openxmlformats.org/drawingml/2006/main" noChangeAspect="1"/>
          </p:cNvPicPr>
          <p:nvPr/>
        </p:nvPicPr>
        <p:blipFill>
          <a:blip xmlns:r="http://schemas.openxmlformats.org/officeDocument/2006/relationships" xmlns:a="http://schemas.openxmlformats.org/drawingml/2006/main" r:embed="R104ca6fe095f4e8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7"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F92980A2-5DB9-4472-A705-A79621416107}"/>
              </a:ext>
            </a:extLst>
          </p:cNvPr>
          <p:cNvPicPr>
            <a:picLocks xmlns:a="http://schemas.openxmlformats.org/drawingml/2006/main" noChangeAspect="1"/>
          </p:cNvPicPr>
          <p:nvPr/>
        </p:nvPicPr>
        <p:blipFill>
          <a:blip xmlns:r="http://schemas.openxmlformats.org/officeDocument/2006/relationships" xmlns:a="http://schemas.openxmlformats.org/drawingml/2006/main" r:embed="R3f5dd06664d54f4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8" name="known-sample-spectrum" descr="M_\delta(f)=\frac1{T_s}\sum_k M(f-kf_s),\qquad f_s\ge2W">
            <a:extLst xmlns:a="http://schemas.openxmlformats.org/drawingml/2006/main">
              <a:ext uri="{FF2B5EF4-FFF2-40B4-BE49-F238E27FC236}">
                <a16:creationId xmlns:a16="http://schemas.microsoft.com/office/drawing/2014/main" id="{C912B36D-E3EB-45AD-9F0C-5F4627F8344B}"/>
              </a:ext>
            </a:extLst>
          </p:cNvPr>
          <p:cNvPicPr>
            <a:picLocks xmlns:a="http://schemas.openxmlformats.org/drawingml/2006/main" noChangeAspect="1"/>
          </p:cNvPicPr>
          <p:nvPr/>
        </p:nvPicPr>
        <p:blipFill>
          <a:blip xmlns:r="http://schemas.openxmlformats.org/officeDocument/2006/relationships" xmlns:a="http://schemas.openxmlformats.org/drawingml/2006/main" r:embed="Rd704a238b8a0468f">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009775"/>
            <a:ext cx="6004560" cy="409575"/>
          </a:xfrm>
          <a:prstGeom xmlns:a="http://schemas.openxmlformats.org/drawingml/2006/main" prst="rect">
            <a:avLst/>
          </a:prstGeom>
        </p:spPr>
      </p:pic>
      <p:pic>
        <p:nvPicPr>
          <p:cNvPr id="19" name="filter-known" descr="H_{\mathrm{LP}}(f)=\begin{cases}1,&amp;|f|&lt;f_s/2\\0,&amp;\text{otherwise}\end{cases}">
            <a:extLst xmlns:a="http://schemas.openxmlformats.org/drawingml/2006/main">
              <a:ext uri="{FF2B5EF4-FFF2-40B4-BE49-F238E27FC236}">
                <a16:creationId xmlns:a16="http://schemas.microsoft.com/office/drawing/2014/main" id="{EF2CDEF5-018B-4405-B3A4-91C1AD8C73A7}"/>
              </a:ext>
            </a:extLst>
          </p:cNvPr>
          <p:cNvPicPr>
            <a:picLocks xmlns:a="http://schemas.openxmlformats.org/drawingml/2006/main" noChangeAspect="1"/>
          </p:cNvPicPr>
          <p:nvPr/>
        </p:nvPicPr>
        <p:blipFill>
          <a:blip xmlns:r="http://schemas.openxmlformats.org/officeDocument/2006/relationships" xmlns:a="http://schemas.openxmlformats.org/drawingml/2006/main" r:embed="R753d30d831c94bd6">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524125"/>
            <a:ext cx="2453736" cy="571500"/>
          </a:xfrm>
          <a:prstGeom xmlns:a="http://schemas.openxmlformats.org/drawingml/2006/main" prst="rect">
            <a:avLst/>
          </a:prstGeom>
        </p:spPr>
      </p:pic>
      <p:pic>
        <p:nvPicPr>
          <p:cNvPr id="20" name="recovered-spectrum" descr="M(f)=T_sH_{\mathrm{LP}}(f)M_\delta(f)">
            <a:extLst xmlns:a="http://schemas.openxmlformats.org/drawingml/2006/main">
              <a:ext uri="{FF2B5EF4-FFF2-40B4-BE49-F238E27FC236}">
                <a16:creationId xmlns:a16="http://schemas.microsoft.com/office/drawing/2014/main" id="{605E2178-835B-448C-8C5F-3002D3CF7D97}"/>
              </a:ext>
            </a:extLst>
          </p:cNvPr>
          <p:cNvPicPr>
            <a:picLocks xmlns:a="http://schemas.openxmlformats.org/drawingml/2006/main" noChangeAspect="1"/>
          </p:cNvPicPr>
          <p:nvPr/>
        </p:nvPicPr>
        <p:blipFill>
          <a:blip xmlns:r="http://schemas.openxmlformats.org/officeDocument/2006/relationships" xmlns:a="http://schemas.openxmlformats.org/drawingml/2006/main" r:embed="R8ecd18cbdbc44c15">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235184"/>
            <a:ext cx="3977640" cy="340757"/>
          </a:xfrm>
          <a:prstGeom xmlns:a="http://schemas.openxmlformats.org/drawingml/2006/main" prst="rect">
            <a:avLst/>
          </a:prstGeom>
        </p:spPr>
      </p:pic>
    </p:spTree>
    <p:extLst>
      <p:ext uri="{BB962C8B-B14F-4D97-AF65-F5344CB8AC3E}">
        <p14:creationId xmlns:p14="http://schemas.microsoft.com/office/powerpoint/2010/main" val="662886528"/>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2100">
                            <p:stCondLst>
                              <p:cond delay="0"/>
                            </p:stCondLst>
                            <p:childTnLst>
                              <p:par>
                                <p:cTn id="18" presetID="1" presetClass="entr" presetSubtype="0" fill="hold" nodeType="clickEffect" restart="never">
                                  <p:stCondLst>
                                    <p:cond delay="80"/>
                                  </p:stCondLst>
                                  <p:childTnLst>
                                    <p:set>
                                      <p:cBhvr>
                                        <p:cTn id="19" dur="1" fill="hold">
                                          <p:stCondLst>
                                            <p:cond delay="0"/>
                                          </p:stCondLst>
                                        </p:cTn>
                                        <p:tgtEl>
                                          <p:spTgt spid="22"/>
                                        </p:tgtEl>
                                        <p:attrNameLst>
                                          <p:attrName>style.visibility</p:attrName>
                                        </p:attrNameLst>
                                      </p:cBhvr>
                                      <p:to>
                                        <p:strVal val="visible"/>
                                      </p:to>
                                    </p:set>
                                  </p:childTnLst>
                                </p:cTn>
                              </p:par>
                              <p:par>
                                <p:cTn id="20" presetID="1" presetClass="entr" presetSubtype="0" fill="hold" nodeType="withEffect" restart="never">
                                  <p:stCondLst>
                                    <p:cond delay="160"/>
                                  </p:stCondLst>
                                  <p:childTnLst>
                                    <p:set>
                                      <p:cBhvr>
                                        <p:cTn id="21" dur="1" fill="hold">
                                          <p:stCondLst>
                                            <p:cond delay="0"/>
                                          </p:stCondLst>
                                        </p:cTn>
                                        <p:tgtEl>
                                          <p:spTgt spid="23"/>
                                        </p:tgtEl>
                                        <p:attrNameLst>
                                          <p:attrName>style.visibility</p:attrName>
                                        </p:attrNameLst>
                                      </p:cBhvr>
                                      <p:to>
                                        <p:strVal val="visible"/>
                                      </p:to>
                                    </p:set>
                                  </p:childTnLst>
                                </p:cTn>
                              </p:par>
                              <p:par>
                                <p:cTn id="22" presetID="1" presetClass="entr" presetSubtype="0" fill="hold" nodeType="withEffect" restart="never">
                                  <p:stCondLst>
                                    <p:cond delay="240"/>
                                  </p:stCondLst>
                                  <p:childTnLst>
                                    <p:set>
                                      <p:cBhvr>
                                        <p:cTn id="23" dur="1" fill="hold">
                                          <p:stCondLst>
                                            <p:cond delay="0"/>
                                          </p:stCondLst>
                                        </p:cTn>
                                        <p:tgtEl>
                                          <p:spTgt spid="24"/>
                                        </p:tgtEl>
                                        <p:attrNameLst>
                                          <p:attrName>style.visibility</p:attrName>
                                        </p:attrNameLst>
                                      </p:cBhvr>
                                      <p:to>
                                        <p:strVal val="visible"/>
                                      </p:to>
                                    </p:set>
                                  </p:childTnLst>
                                </p:cTn>
                              </p:par>
                              <p:par>
                                <p:cTn id="24" presetID="1" presetClass="entr" presetSubtype="0" fill="hold" nodeType="withEffect" restart="never">
                                  <p:stCondLst>
                                    <p:cond delay="320"/>
                                  </p:stCondLst>
                                  <p:childTnLst>
                                    <p:set>
                                      <p:cBhvr>
                                        <p:cTn id="25" dur="1" fill="hold">
                                          <p:stCondLst>
                                            <p:cond delay="0"/>
                                          </p:stCondLst>
                                        </p:cTn>
                                        <p:tgtEl>
                                          <p:spTgt spid="25"/>
                                        </p:tgtEl>
                                        <p:attrNameLst>
                                          <p:attrName>style.visibility</p:attrName>
                                        </p:attrNameLst>
                                      </p:cBhvr>
                                      <p:to>
                                        <p:strVal val="visible"/>
                                      </p:to>
                                    </p:set>
                                  </p:childTnLst>
                                </p:cTn>
                              </p:par>
                              <p:par>
                                <p:cTn id="26" presetID="1" presetClass="entr" presetSubtype="0" fill="hold" nodeType="withEffect" restart="never">
                                  <p:stCondLst>
                                    <p:cond delay="40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nodeType="withEffect" restart="never">
                                  <p:stCondLst>
                                    <p:cond delay="480"/>
                                  </p:stCondLst>
                                  <p:childTnLst>
                                    <p:set>
                                      <p:cBhvr>
                                        <p:cTn id="29" dur="1" fill="hold">
                                          <p:stCondLst>
                                            <p:cond delay="0"/>
                                          </p:stCondLst>
                                        </p:cTn>
                                        <p:tgtEl>
                                          <p:spTgt spid="27"/>
                                        </p:tgtEl>
                                        <p:attrNameLst>
                                          <p:attrName>style.visibility</p:attrName>
                                        </p:attrNameLst>
                                      </p:cBhvr>
                                      <p:to>
                                        <p:strVal val="visible"/>
                                      </p:to>
                                    </p:set>
                                  </p:childTnLst>
                                </p:cTn>
                              </p:par>
                              <p:par>
                                <p:cTn id="30" presetID="1" presetClass="entr" presetSubtype="0" fill="hold" nodeType="withEffect" restart="never">
                                  <p:stCondLst>
                                    <p:cond delay="560"/>
                                  </p:stCondLst>
                                  <p:childTnLst>
                                    <p:set>
                                      <p:cBhvr>
                                        <p:cTn id="31" dur="1" fill="hold">
                                          <p:stCondLst>
                                            <p:cond delay="0"/>
                                          </p:stCondLst>
                                        </p:cTn>
                                        <p:tgtEl>
                                          <p:spTgt spid="28"/>
                                        </p:tgtEl>
                                        <p:attrNameLst>
                                          <p:attrName>style.visibility</p:attrName>
                                        </p:attrNameLst>
                                      </p:cBhvr>
                                      <p:to>
                                        <p:strVal val="visible"/>
                                      </p:to>
                                    </p:set>
                                  </p:childTnLst>
                                </p:cTn>
                              </p:par>
                              <p:par>
                                <p:cTn id="32" presetID="1" presetClass="entr" presetSubtype="0" fill="hold" nodeType="withEffect" restart="never">
                                  <p:stCondLst>
                                    <p:cond delay="640"/>
                                  </p:stCondLst>
                                  <p:childTnLst>
                                    <p:set>
                                      <p:cBhvr>
                                        <p:cTn id="33" dur="1" fill="hold">
                                          <p:stCondLst>
                                            <p:cond delay="0"/>
                                          </p:stCondLst>
                                        </p:cTn>
                                        <p:tgtEl>
                                          <p:spTgt spid="29"/>
                                        </p:tgtEl>
                                        <p:attrNameLst>
                                          <p:attrName>style.visibility</p:attrName>
                                        </p:attrNameLst>
                                      </p:cBhvr>
                                      <p:to>
                                        <p:strVal val="visible"/>
                                      </p:to>
                                    </p:set>
                                  </p:childTnLst>
                                </p:cTn>
                              </p:par>
                              <p:par>
                                <p:cTn id="34" presetID="1" presetClass="entr" presetSubtype="0" fill="hold" nodeType="withEffect" restart="never">
                                  <p:stCondLst>
                                    <p:cond delay="72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nodeType="withEffect" restart="never">
                                  <p:stCondLst>
                                    <p:cond delay="800"/>
                                  </p:stCondLst>
                                  <p:childTnLst>
                                    <p:set>
                                      <p:cBhvr>
                                        <p:cTn id="37" dur="1" fill="hold">
                                          <p:stCondLst>
                                            <p:cond delay="0"/>
                                          </p:stCondLst>
                                        </p:cTn>
                                        <p:tgtEl>
                                          <p:spTgt spid="31"/>
                                        </p:tgtEl>
                                        <p:attrNameLst>
                                          <p:attrName>style.visibility</p:attrName>
                                        </p:attrNameLst>
                                      </p:cBhvr>
                                      <p:to>
                                        <p:strVal val="visible"/>
                                      </p:to>
                                    </p:set>
                                  </p:childTnLst>
                                </p:cTn>
                              </p:par>
                              <p:par>
                                <p:cTn id="38" presetID="1" presetClass="entr" presetSubtype="0" fill="hold" nodeType="withEffect" restart="never">
                                  <p:stCondLst>
                                    <p:cond delay="880"/>
                                  </p:stCondLst>
                                  <p:childTnLst>
                                    <p:set>
                                      <p:cBhvr>
                                        <p:cTn id="39" dur="1" fill="hold">
                                          <p:stCondLst>
                                            <p:cond delay="0"/>
                                          </p:stCondLst>
                                        </p:cTn>
                                        <p:tgtEl>
                                          <p:spTgt spid="32"/>
                                        </p:tgtEl>
                                        <p:attrNameLst>
                                          <p:attrName>style.visibility</p:attrName>
                                        </p:attrNameLst>
                                      </p:cBhvr>
                                      <p:to>
                                        <p:strVal val="visible"/>
                                      </p:to>
                                    </p:set>
                                  </p:childTnLst>
                                </p:cTn>
                              </p:par>
                              <p:par>
                                <p:cTn id="40" presetID="1" presetClass="entr" presetSubtype="0" fill="hold" nodeType="withEffect" restart="never">
                                  <p:stCondLst>
                                    <p:cond delay="960"/>
                                  </p:stCondLst>
                                  <p:childTnLst>
                                    <p:set>
                                      <p:cBhvr>
                                        <p:cTn id="41" dur="1" fill="hold">
                                          <p:stCondLst>
                                            <p:cond delay="0"/>
                                          </p:stCondLst>
                                        </p:cTn>
                                        <p:tgtEl>
                                          <p:spTgt spid="33"/>
                                        </p:tgtEl>
                                        <p:attrNameLst>
                                          <p:attrName>style.visibility</p:attrName>
                                        </p:attrNameLst>
                                      </p:cBhvr>
                                      <p:to>
                                        <p:strVal val="visible"/>
                                      </p:to>
                                    </p:set>
                                  </p:childTnLst>
                                </p:cTn>
                              </p:par>
                              <p:par>
                                <p:cTn id="42" presetID="1" presetClass="entr" presetSubtype="0" fill="hold" nodeType="withEffect" restart="never">
                                  <p:stCondLst>
                                    <p:cond delay="104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ntr" presetSubtype="0" fill="hold" nodeType="withEffect" restart="never">
                                  <p:stCondLst>
                                    <p:cond delay="1120"/>
                                  </p:stCondLst>
                                  <p:childTnLst>
                                    <p:set>
                                      <p:cBhvr>
                                        <p:cTn id="45" dur="1" fill="hold">
                                          <p:stCondLst>
                                            <p:cond delay="0"/>
                                          </p:stCondLst>
                                        </p:cTn>
                                        <p:tgtEl>
                                          <p:spTgt spid="35"/>
                                        </p:tgtEl>
                                        <p:attrNameLst>
                                          <p:attrName>style.visibility</p:attrName>
                                        </p:attrNameLst>
                                      </p:cBhvr>
                                      <p:to>
                                        <p:strVal val="visible"/>
                                      </p:to>
                                    </p:set>
                                  </p:childTnLst>
                                </p:cTn>
                              </p:par>
                              <p:par>
                                <p:cTn id="46" presetID="1" presetClass="entr" presetSubtype="0" fill="hold" nodeType="withEffect" restart="never">
                                  <p:stCondLst>
                                    <p:cond delay="120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ntr" presetSubtype="0" fill="hold" nodeType="withEffect" restart="never">
                                  <p:stCondLst>
                                    <p:cond delay="1280"/>
                                  </p:stCondLst>
                                  <p:childTnLst>
                                    <p:set>
                                      <p:cBhvr>
                                        <p:cTn id="49" dur="1" fill="hold">
                                          <p:stCondLst>
                                            <p:cond delay="0"/>
                                          </p:stCondLst>
                                        </p:cTn>
                                        <p:tgtEl>
                                          <p:spTgt spid="37"/>
                                        </p:tgtEl>
                                        <p:attrNameLst>
                                          <p:attrName>style.visibility</p:attrName>
                                        </p:attrNameLst>
                                      </p:cBhvr>
                                      <p:to>
                                        <p:strVal val="visible"/>
                                      </p:to>
                                    </p:set>
                                  </p:childTnLst>
                                </p:cTn>
                              </p:par>
                              <p:par>
                                <p:cTn id="50" presetID="1" presetClass="entr" presetSubtype="0" fill="hold" nodeType="withEffect" restart="never">
                                  <p:stCondLst>
                                    <p:cond delay="1360"/>
                                  </p:stCondLst>
                                  <p:childTnLst>
                                    <p:set>
                                      <p:cBhvr>
                                        <p:cTn id="51" dur="1" fill="hold">
                                          <p:stCondLst>
                                            <p:cond delay="0"/>
                                          </p:stCondLst>
                                        </p:cTn>
                                        <p:tgtEl>
                                          <p:spTgt spid="38"/>
                                        </p:tgtEl>
                                        <p:attrNameLst>
                                          <p:attrName>style.visibility</p:attrName>
                                        </p:attrNameLst>
                                      </p:cBhvr>
                                      <p:to>
                                        <p:strVal val="visible"/>
                                      </p:to>
                                    </p:set>
                                  </p:childTnLst>
                                </p:cTn>
                              </p:par>
                              <p:par>
                                <p:cTn id="52" presetID="1" presetClass="entr" presetSubtype="0" fill="hold" nodeType="withEffect" restart="never">
                                  <p:stCondLst>
                                    <p:cond delay="1440"/>
                                  </p:stCondLst>
                                  <p:childTnLst>
                                    <p:set>
                                      <p:cBhvr>
                                        <p:cTn id="53" dur="1" fill="hold">
                                          <p:stCondLst>
                                            <p:cond delay="0"/>
                                          </p:stCondLst>
                                        </p:cTn>
                                        <p:tgtEl>
                                          <p:spTgt spid="39"/>
                                        </p:tgtEl>
                                        <p:attrNameLst>
                                          <p:attrName>style.visibility</p:attrName>
                                        </p:attrNameLst>
                                      </p:cBhvr>
                                      <p:to>
                                        <p:strVal val="visible"/>
                                      </p:to>
                                    </p:set>
                                  </p:childTnLst>
                                </p:cTn>
                              </p:par>
                              <p:par>
                                <p:cTn id="54" presetID="1" presetClass="entr" presetSubtype="0" fill="hold" nodeType="withEffect" restart="never">
                                  <p:stCondLst>
                                    <p:cond delay="1520"/>
                                  </p:stCondLst>
                                  <p:childTnLst>
                                    <p:set>
                                      <p:cBhvr>
                                        <p:cTn id="55" dur="1" fill="hold">
                                          <p:stCondLst>
                                            <p:cond delay="0"/>
                                          </p:stCondLst>
                                        </p:cTn>
                                        <p:tgtEl>
                                          <p:spTgt spid="40"/>
                                        </p:tgtEl>
                                        <p:attrNameLst>
                                          <p:attrName>style.visibility</p:attrName>
                                        </p:attrNameLst>
                                      </p:cBhvr>
                                      <p:to>
                                        <p:strVal val="visible"/>
                                      </p:to>
                                    </p:set>
                                  </p:childTnLst>
                                </p:cTn>
                              </p:par>
                              <p:par>
                                <p:cTn id="56" presetID="1" presetClass="entr" presetSubtype="0" fill="hold" nodeType="withEffect" restart="never">
                                  <p:stCondLst>
                                    <p:cond delay="1600"/>
                                  </p:stCondLst>
                                  <p:childTnLst>
                                    <p:set>
                                      <p:cBhvr>
                                        <p:cTn id="57" dur="1" fill="hold">
                                          <p:stCondLst>
                                            <p:cond delay="0"/>
                                          </p:stCondLst>
                                        </p:cTn>
                                        <p:tgtEl>
                                          <p:spTgt spid="41"/>
                                        </p:tgtEl>
                                        <p:attrNameLst>
                                          <p:attrName>style.visibility</p:attrName>
                                        </p:attrNameLst>
                                      </p:cBhvr>
                                      <p:to>
                                        <p:strVal val="visible"/>
                                      </p:to>
                                    </p:set>
                                  </p:childTnLst>
                                </p:cTn>
                              </p:par>
                            </p:childTnLst>
                          </p:cTn>
                        </p:par>
                      </p:childTnLst>
                    </p:cTn>
                  </p:par>
                  <p:par>
                    <p:cTn id="58" fill="hold" restart="never" repeatCount="1000">
                      <p:stCondLst>
                        <p:cond delay="indefinite"/>
                      </p:stCondLst>
                      <p:childTnLst>
                        <p:par>
                          <p:cTn id="59" fill="hold" dur="2100">
                            <p:stCondLst>
                              <p:cond delay="0"/>
                            </p:stCondLst>
                            <p:childTnLst>
                              <p:par>
                                <p:cTn id="60" presetID="1" presetClass="entr" presetSubtype="0" fill="hold" nodeType="clickEffect" restart="never">
                                  <p:stCondLst>
                                    <p:cond delay="0"/>
                                  </p:stCondLst>
                                  <p:childTnLst>
                                    <p:set>
                                      <p:cBhvr>
                                        <p:cTn id="61" dur="1" fill="hold">
                                          <p:stCondLst>
                                            <p:cond delay="0"/>
                                          </p:stCondLst>
                                        </p:cTn>
                                        <p:tgtEl>
                                          <p:spTgt spid="9"/>
                                        </p:tgtEl>
                                        <p:attrNameLst>
                                          <p:attrName>style.visibility</p:attrName>
                                        </p:attrNameLst>
                                      </p:cBhvr>
                                      <p:to>
                                        <p:strVal val="visible"/>
                                      </p:to>
                                    </p:set>
                                  </p:childTnLst>
                                </p:cTn>
                              </p:par>
                              <p:par>
                                <p:cTn id="62" presetID="1" presetClass="entr" presetSubtype="0" fill="hold" nodeType="withEffect" restart="never">
                                  <p:stCondLst>
                                    <p:cond delay="80"/>
                                  </p:stCondLst>
                                  <p:childTnLst>
                                    <p:set>
                                      <p:cBhvr>
                                        <p:cTn id="63" dur="1" fill="hold">
                                          <p:stCondLst>
                                            <p:cond delay="0"/>
                                          </p:stCondLst>
                                        </p:cTn>
                                        <p:tgtEl>
                                          <p:spTgt spid="42"/>
                                        </p:tgtEl>
                                        <p:attrNameLst>
                                          <p:attrName>style.visibility</p:attrName>
                                        </p:attrNameLst>
                                      </p:cBhvr>
                                      <p:to>
                                        <p:strVal val="visible"/>
                                      </p:to>
                                    </p:set>
                                  </p:childTnLst>
                                </p:cTn>
                              </p:par>
                              <p:par>
                                <p:cTn id="64" presetID="1" presetClass="entr" presetSubtype="0" fill="hold" nodeType="withEffect" restart="never">
                                  <p:stCondLst>
                                    <p:cond delay="160"/>
                                  </p:stCondLst>
                                  <p:childTnLst>
                                    <p:set>
                                      <p:cBhvr>
                                        <p:cTn id="65" dur="1" fill="hold">
                                          <p:stCondLst>
                                            <p:cond delay="0"/>
                                          </p:stCondLst>
                                        </p:cTn>
                                        <p:tgtEl>
                                          <p:spTgt spid="43"/>
                                        </p:tgtEl>
                                        <p:attrNameLst>
                                          <p:attrName>style.visibility</p:attrName>
                                        </p:attrNameLst>
                                      </p:cBhvr>
                                      <p:to>
                                        <p:strVal val="visible"/>
                                      </p:to>
                                    </p:set>
                                  </p:childTnLst>
                                </p:cTn>
                              </p:par>
                              <p:par>
                                <p:cTn id="66" presetID="1" presetClass="entr" presetSubtype="0" fill="hold" nodeType="withEffect" restart="never">
                                  <p:stCondLst>
                                    <p:cond delay="240"/>
                                  </p:stCondLst>
                                  <p:childTnLst>
                                    <p:set>
                                      <p:cBhvr>
                                        <p:cTn id="67" dur="1" fill="hold">
                                          <p:stCondLst>
                                            <p:cond delay="0"/>
                                          </p:stCondLst>
                                        </p:cTn>
                                        <p:tgtEl>
                                          <p:spTgt spid="44"/>
                                        </p:tgtEl>
                                        <p:attrNameLst>
                                          <p:attrName>style.visibility</p:attrName>
                                        </p:attrNameLst>
                                      </p:cBhvr>
                                      <p:to>
                                        <p:strVal val="visible"/>
                                      </p:to>
                                    </p:set>
                                  </p:childTnLst>
                                </p:cTn>
                              </p:par>
                              <p:par>
                                <p:cTn id="68" presetID="1" presetClass="entr" presetSubtype="0" fill="hold" nodeType="withEffect" restart="never">
                                  <p:stCondLst>
                                    <p:cond delay="320"/>
                                  </p:stCondLst>
                                  <p:childTnLst>
                                    <p:set>
                                      <p:cBhvr>
                                        <p:cTn id="69" dur="1" fill="hold">
                                          <p:stCondLst>
                                            <p:cond delay="0"/>
                                          </p:stCondLst>
                                        </p:cTn>
                                        <p:tgtEl>
                                          <p:spTgt spid="45"/>
                                        </p:tgtEl>
                                        <p:attrNameLst>
                                          <p:attrName>style.visibility</p:attrName>
                                        </p:attrNameLst>
                                      </p:cBhvr>
                                      <p:to>
                                        <p:strVal val="visible"/>
                                      </p:to>
                                    </p:set>
                                  </p:childTnLst>
                                </p:cTn>
                              </p:par>
                              <p:par>
                                <p:cTn id="70" presetID="1" presetClass="entr" presetSubtype="0" fill="hold" nodeType="withEffect" restart="never">
                                  <p:stCondLst>
                                    <p:cond delay="400"/>
                                  </p:stCondLst>
                                  <p:childTnLst>
                                    <p:set>
                                      <p:cBhvr>
                                        <p:cTn id="71" dur="1" fill="hold">
                                          <p:stCondLst>
                                            <p:cond delay="0"/>
                                          </p:stCondLst>
                                        </p:cTn>
                                        <p:tgtEl>
                                          <p:spTgt spid="46"/>
                                        </p:tgtEl>
                                        <p:attrNameLst>
                                          <p:attrName>style.visibility</p:attrName>
                                        </p:attrNameLst>
                                      </p:cBhvr>
                                      <p:to>
                                        <p:strVal val="visible"/>
                                      </p:to>
                                    </p:set>
                                  </p:childTnLst>
                                </p:cTn>
                              </p:par>
                              <p:par>
                                <p:cTn id="72" presetID="1" presetClass="entr" presetSubtype="0" fill="hold" nodeType="withEffect" restart="never">
                                  <p:stCondLst>
                                    <p:cond delay="480"/>
                                  </p:stCondLst>
                                  <p:childTnLst>
                                    <p:set>
                                      <p:cBhvr>
                                        <p:cTn id="73" dur="1" fill="hold">
                                          <p:stCondLst>
                                            <p:cond delay="0"/>
                                          </p:stCondLst>
                                        </p:cTn>
                                        <p:tgtEl>
                                          <p:spTgt spid="47"/>
                                        </p:tgtEl>
                                        <p:attrNameLst>
                                          <p:attrName>style.visibility</p:attrName>
                                        </p:attrNameLst>
                                      </p:cBhvr>
                                      <p:to>
                                        <p:strVal val="visible"/>
                                      </p:to>
                                    </p:set>
                                  </p:childTnLst>
                                </p:cTn>
                              </p:par>
                              <p:par>
                                <p:cTn id="74" presetID="1" presetClass="entr" presetSubtype="0" fill="hold" nodeType="withEffect" restart="never">
                                  <p:stCondLst>
                                    <p:cond delay="560"/>
                                  </p:stCondLst>
                                  <p:childTnLst>
                                    <p:set>
                                      <p:cBhvr>
                                        <p:cTn id="75" dur="1" fill="hold">
                                          <p:stCondLst>
                                            <p:cond delay="0"/>
                                          </p:stCondLst>
                                        </p:cTn>
                                        <p:tgtEl>
                                          <p:spTgt spid="48"/>
                                        </p:tgtEl>
                                        <p:attrNameLst>
                                          <p:attrName>style.visibility</p:attrName>
                                        </p:attrNameLst>
                                      </p:cBhvr>
                                      <p:to>
                                        <p:strVal val="visible"/>
                                      </p:to>
                                    </p:set>
                                  </p:childTnLst>
                                </p:cTn>
                              </p:par>
                              <p:par>
                                <p:cTn id="76" presetID="1" presetClass="entr" presetSubtype="0" fill="hold" nodeType="withEffect" restart="never">
                                  <p:stCondLst>
                                    <p:cond delay="640"/>
                                  </p:stCondLst>
                                  <p:childTnLst>
                                    <p:set>
                                      <p:cBhvr>
                                        <p:cTn id="77" dur="1" fill="hold">
                                          <p:stCondLst>
                                            <p:cond delay="0"/>
                                          </p:stCondLst>
                                        </p:cTn>
                                        <p:tgtEl>
                                          <p:spTgt spid="49"/>
                                        </p:tgtEl>
                                        <p:attrNameLst>
                                          <p:attrName>style.visibility</p:attrName>
                                        </p:attrNameLst>
                                      </p:cBhvr>
                                      <p:to>
                                        <p:strVal val="visible"/>
                                      </p:to>
                                    </p:set>
                                  </p:childTnLst>
                                </p:cTn>
                              </p:par>
                              <p:par>
                                <p:cTn id="78" presetID="1" presetClass="entr" presetSubtype="0" fill="hold" nodeType="withEffect" restart="never">
                                  <p:stCondLst>
                                    <p:cond delay="720"/>
                                  </p:stCondLst>
                                  <p:childTnLst>
                                    <p:set>
                                      <p:cBhvr>
                                        <p:cTn id="79" dur="1" fill="hold">
                                          <p:stCondLst>
                                            <p:cond delay="0"/>
                                          </p:stCondLst>
                                        </p:cTn>
                                        <p:tgtEl>
                                          <p:spTgt spid="50"/>
                                        </p:tgtEl>
                                        <p:attrNameLst>
                                          <p:attrName>style.visibility</p:attrName>
                                        </p:attrNameLst>
                                      </p:cBhvr>
                                      <p:to>
                                        <p:strVal val="visible"/>
                                      </p:to>
                                    </p:set>
                                  </p:childTnLst>
                                </p:cTn>
                              </p:par>
                              <p:par>
                                <p:cTn id="80" presetID="1" presetClass="entr" presetSubtype="0" fill="hold" nodeType="withEffect" restart="never">
                                  <p:stCondLst>
                                    <p:cond delay="800"/>
                                  </p:stCondLst>
                                  <p:childTnLst>
                                    <p:set>
                                      <p:cBhvr>
                                        <p:cTn id="81" dur="1" fill="hold">
                                          <p:stCondLst>
                                            <p:cond delay="0"/>
                                          </p:stCondLst>
                                        </p:cTn>
                                        <p:tgtEl>
                                          <p:spTgt spid="51"/>
                                        </p:tgtEl>
                                        <p:attrNameLst>
                                          <p:attrName>style.visibility</p:attrName>
                                        </p:attrNameLst>
                                      </p:cBhvr>
                                      <p:to>
                                        <p:strVal val="visible"/>
                                      </p:to>
                                    </p:set>
                                  </p:childTnLst>
                                </p:cTn>
                              </p:par>
                              <p:par>
                                <p:cTn id="82" presetID="1" presetClass="entr" presetSubtype="0" fill="hold" nodeType="withEffect" restart="never">
                                  <p:stCondLst>
                                    <p:cond delay="880"/>
                                  </p:stCondLst>
                                  <p:childTnLst>
                                    <p:set>
                                      <p:cBhvr>
                                        <p:cTn id="83" dur="1" fill="hold">
                                          <p:stCondLst>
                                            <p:cond delay="0"/>
                                          </p:stCondLst>
                                        </p:cTn>
                                        <p:tgtEl>
                                          <p:spTgt spid="52"/>
                                        </p:tgtEl>
                                        <p:attrNameLst>
                                          <p:attrName>style.visibility</p:attrName>
                                        </p:attrNameLst>
                                      </p:cBhvr>
                                      <p:to>
                                        <p:strVal val="visible"/>
                                      </p:to>
                                    </p:set>
                                  </p:childTnLst>
                                </p:cTn>
                              </p:par>
                              <p:par>
                                <p:cTn id="84" presetID="1" presetClass="entr" presetSubtype="0" fill="hold" nodeType="withEffect" restart="never">
                                  <p:stCondLst>
                                    <p:cond delay="960"/>
                                  </p:stCondLst>
                                  <p:childTnLst>
                                    <p:set>
                                      <p:cBhvr>
                                        <p:cTn id="85" dur="1" fill="hold">
                                          <p:stCondLst>
                                            <p:cond delay="0"/>
                                          </p:stCondLst>
                                        </p:cTn>
                                        <p:tgtEl>
                                          <p:spTgt spid="53"/>
                                        </p:tgtEl>
                                        <p:attrNameLst>
                                          <p:attrName>style.visibility</p:attrName>
                                        </p:attrNameLst>
                                      </p:cBhvr>
                                      <p:to>
                                        <p:strVal val="visible"/>
                                      </p:to>
                                    </p:set>
                                  </p:childTnLst>
                                </p:cTn>
                              </p:par>
                              <p:par>
                                <p:cTn id="86" presetID="1" presetClass="entr" presetSubtype="0" fill="hold" nodeType="withEffect" restart="never">
                                  <p:stCondLst>
                                    <p:cond delay="1040"/>
                                  </p:stCondLst>
                                  <p:childTnLst>
                                    <p:set>
                                      <p:cBhvr>
                                        <p:cTn id="87" dur="1" fill="hold">
                                          <p:stCondLst>
                                            <p:cond delay="0"/>
                                          </p:stCondLst>
                                        </p:cTn>
                                        <p:tgtEl>
                                          <p:spTgt spid="54"/>
                                        </p:tgtEl>
                                        <p:attrNameLst>
                                          <p:attrName>style.visibility</p:attrName>
                                        </p:attrNameLst>
                                      </p:cBhvr>
                                      <p:to>
                                        <p:strVal val="visible"/>
                                      </p:to>
                                    </p:set>
                                  </p:childTnLst>
                                </p:cTn>
                              </p:par>
                              <p:par>
                                <p:cTn id="88" presetID="1" presetClass="entr" presetSubtype="0" fill="hold" nodeType="withEffect" restart="never">
                                  <p:stCondLst>
                                    <p:cond delay="1120"/>
                                  </p:stCondLst>
                                  <p:childTnLst>
                                    <p:set>
                                      <p:cBhvr>
                                        <p:cTn id="89" dur="1" fill="hold">
                                          <p:stCondLst>
                                            <p:cond delay="0"/>
                                          </p:stCondLst>
                                        </p:cTn>
                                        <p:tgtEl>
                                          <p:spTgt spid="55"/>
                                        </p:tgtEl>
                                        <p:attrNameLst>
                                          <p:attrName>style.visibility</p:attrName>
                                        </p:attrNameLst>
                                      </p:cBhvr>
                                      <p:to>
                                        <p:strVal val="visible"/>
                                      </p:to>
                                    </p:set>
                                  </p:childTnLst>
                                </p:cTn>
                              </p:par>
                              <p:par>
                                <p:cTn id="90" presetID="1" presetClass="entr" presetSubtype="0" fill="hold" nodeType="withEffect" restart="never">
                                  <p:stCondLst>
                                    <p:cond delay="1200"/>
                                  </p:stCondLst>
                                  <p:childTnLst>
                                    <p:set>
                                      <p:cBhvr>
                                        <p:cTn id="91" dur="1" fill="hold">
                                          <p:stCondLst>
                                            <p:cond delay="0"/>
                                          </p:stCondLst>
                                        </p:cTn>
                                        <p:tgtEl>
                                          <p:spTgt spid="56"/>
                                        </p:tgtEl>
                                        <p:attrNameLst>
                                          <p:attrName>style.visibility</p:attrName>
                                        </p:attrNameLst>
                                      </p:cBhvr>
                                      <p:to>
                                        <p:strVal val="visible"/>
                                      </p:to>
                                    </p:set>
                                  </p:childTnLst>
                                </p:cTn>
                              </p:par>
                              <p:par>
                                <p:cTn id="92" presetID="1" presetClass="entr" presetSubtype="0" fill="hold" nodeType="withEffect" restart="never">
                                  <p:stCondLst>
                                    <p:cond delay="1280"/>
                                  </p:stCondLst>
                                  <p:childTnLst>
                                    <p:set>
                                      <p:cBhvr>
                                        <p:cTn id="93" dur="1" fill="hold">
                                          <p:stCondLst>
                                            <p:cond delay="0"/>
                                          </p:stCondLst>
                                        </p:cTn>
                                        <p:tgtEl>
                                          <p:spTgt spid="57"/>
                                        </p:tgtEl>
                                        <p:attrNameLst>
                                          <p:attrName>style.visibility</p:attrName>
                                        </p:attrNameLst>
                                      </p:cBhvr>
                                      <p:to>
                                        <p:strVal val="visible"/>
                                      </p:to>
                                    </p:set>
                                  </p:childTnLst>
                                </p:cTn>
                              </p:par>
                              <p:par>
                                <p:cTn id="94" presetID="1" presetClass="entr" presetSubtype="0" fill="hold" nodeType="withEffect" restart="never">
                                  <p:stCondLst>
                                    <p:cond delay="1360"/>
                                  </p:stCondLst>
                                  <p:childTnLst>
                                    <p:set>
                                      <p:cBhvr>
                                        <p:cTn id="95" dur="1" fill="hold">
                                          <p:stCondLst>
                                            <p:cond delay="0"/>
                                          </p:stCondLst>
                                        </p:cTn>
                                        <p:tgtEl>
                                          <p:spTgt spid="58"/>
                                        </p:tgtEl>
                                        <p:attrNameLst>
                                          <p:attrName>style.visibility</p:attrName>
                                        </p:attrNameLst>
                                      </p:cBhvr>
                                      <p:to>
                                        <p:strVal val="visible"/>
                                      </p:to>
                                    </p:set>
                                  </p:childTnLst>
                                </p:cTn>
                              </p:par>
                              <p:par>
                                <p:cTn id="96" presetID="1" presetClass="entr" presetSubtype="0" fill="hold" nodeType="withEffect" restart="never">
                                  <p:stCondLst>
                                    <p:cond delay="1440"/>
                                  </p:stCondLst>
                                  <p:childTnLst>
                                    <p:set>
                                      <p:cBhvr>
                                        <p:cTn id="97" dur="1" fill="hold">
                                          <p:stCondLst>
                                            <p:cond delay="0"/>
                                          </p:stCondLst>
                                        </p:cTn>
                                        <p:tgtEl>
                                          <p:spTgt spid="59"/>
                                        </p:tgtEl>
                                        <p:attrNameLst>
                                          <p:attrName>style.visibility</p:attrName>
                                        </p:attrNameLst>
                                      </p:cBhvr>
                                      <p:to>
                                        <p:strVal val="visible"/>
                                      </p:to>
                                    </p:set>
                                  </p:childTnLst>
                                </p:cTn>
                              </p:par>
                              <p:par>
                                <p:cTn id="98" presetID="1" presetClass="entr" presetSubtype="0" fill="hold" nodeType="withEffect" restart="never">
                                  <p:stCondLst>
                                    <p:cond delay="1520"/>
                                  </p:stCondLst>
                                  <p:childTnLst>
                                    <p:set>
                                      <p:cBhvr>
                                        <p:cTn id="99" dur="1" fill="hold">
                                          <p:stCondLst>
                                            <p:cond delay="0"/>
                                          </p:stCondLst>
                                        </p:cTn>
                                        <p:tgtEl>
                                          <p:spTgt spid="60"/>
                                        </p:tgtEl>
                                        <p:attrNameLst>
                                          <p:attrName>style.visibility</p:attrName>
                                        </p:attrNameLst>
                                      </p:cBhvr>
                                      <p:to>
                                        <p:strVal val="visible"/>
                                      </p:to>
                                    </p:set>
                                  </p:childTnLst>
                                </p:cTn>
                              </p:par>
                              <p:par>
                                <p:cTn id="100" presetID="1" presetClass="entr" presetSubtype="0" fill="hold" nodeType="withEffect" restart="never">
                                  <p:stCondLst>
                                    <p:cond delay="1600"/>
                                  </p:stCondLst>
                                  <p:childTnLst>
                                    <p:set>
                                      <p:cBhvr>
                                        <p:cTn id="101" dur="1" fill="hold">
                                          <p:stCondLst>
                                            <p:cond delay="0"/>
                                          </p:stCondLst>
                                        </p:cTn>
                                        <p:tgtEl>
                                          <p:spTgt spid="61"/>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102" fill="hold" restart="never" repeatCount="1000">
                      <p:stCondLst>
                        <p:cond delay="indefinite"/>
                      </p:stCondLst>
                      <p:childTnLst>
                        <p:par>
                          <p:cTn id="103" fill="hold" dur="2100">
                            <p:stCondLst>
                              <p:cond delay="0"/>
                            </p:stCondLst>
                            <p:childTnLst>
                              <p:par>
                                <p:cTn id="104" presetID="1" presetClass="entr" presetSubtype="0" fill="hold" nodeType="clickEffect" restart="never">
                                  <p:stCondLst>
                                    <p:cond delay="0"/>
                                  </p:stCondLst>
                                  <p:childTnLst>
                                    <p:set>
                                      <p:cBhvr>
                                        <p:cTn id="105" dur="1" fill="hold">
                                          <p:stCondLst>
                                            <p:cond delay="0"/>
                                          </p:stCondLst>
                                        </p:cTn>
                                        <p:tgtEl>
                                          <p:spTgt spid="10"/>
                                        </p:tgtEl>
                                        <p:attrNameLst>
                                          <p:attrName>style.visibility</p:attrName>
                                        </p:attrNameLst>
                                      </p:cBhvr>
                                      <p:to>
                                        <p:strVal val="visible"/>
                                      </p:to>
                                    </p:set>
                                  </p:childTnLst>
                                </p:cTn>
                              </p:par>
                              <p:par>
                                <p:cTn id="106" presetID="1" presetClass="entr" presetSubtype="0" fill="hold" nodeType="withEffect" restart="never">
                                  <p:stCondLst>
                                    <p:cond delay="80"/>
                                  </p:stCondLst>
                                  <p:childTnLst>
                                    <p:set>
                                      <p:cBhvr>
                                        <p:cTn id="107" dur="1" fill="hold">
                                          <p:stCondLst>
                                            <p:cond delay="0"/>
                                          </p:stCondLst>
                                        </p:cTn>
                                        <p:tgtEl>
                                          <p:spTgt spid="62"/>
                                        </p:tgtEl>
                                        <p:attrNameLst>
                                          <p:attrName>style.visibility</p:attrName>
                                        </p:attrNameLst>
                                      </p:cBhvr>
                                      <p:to>
                                        <p:strVal val="visible"/>
                                      </p:to>
                                    </p:set>
                                  </p:childTnLst>
                                </p:cTn>
                              </p:par>
                              <p:par>
                                <p:cTn id="108" presetID="1" presetClass="entr" presetSubtype="0" fill="hold" nodeType="withEffect" restart="never">
                                  <p:stCondLst>
                                    <p:cond delay="160"/>
                                  </p:stCondLst>
                                  <p:childTnLst>
                                    <p:set>
                                      <p:cBhvr>
                                        <p:cTn id="109" dur="1" fill="hold">
                                          <p:stCondLst>
                                            <p:cond delay="0"/>
                                          </p:stCondLst>
                                        </p:cTn>
                                        <p:tgtEl>
                                          <p:spTgt spid="63"/>
                                        </p:tgtEl>
                                        <p:attrNameLst>
                                          <p:attrName>style.visibility</p:attrName>
                                        </p:attrNameLst>
                                      </p:cBhvr>
                                      <p:to>
                                        <p:strVal val="visible"/>
                                      </p:to>
                                    </p:set>
                                  </p:childTnLst>
                                </p:cTn>
                              </p:par>
                              <p:par>
                                <p:cTn id="110" presetID="1" presetClass="entr" presetSubtype="0" fill="hold" nodeType="withEffect" restart="never">
                                  <p:stCondLst>
                                    <p:cond delay="240"/>
                                  </p:stCondLst>
                                  <p:childTnLst>
                                    <p:set>
                                      <p:cBhvr>
                                        <p:cTn id="111" dur="1" fill="hold">
                                          <p:stCondLst>
                                            <p:cond delay="0"/>
                                          </p:stCondLst>
                                        </p:cTn>
                                        <p:tgtEl>
                                          <p:spTgt spid="64"/>
                                        </p:tgtEl>
                                        <p:attrNameLst>
                                          <p:attrName>style.visibility</p:attrName>
                                        </p:attrNameLst>
                                      </p:cBhvr>
                                      <p:to>
                                        <p:strVal val="visible"/>
                                      </p:to>
                                    </p:set>
                                  </p:childTnLst>
                                </p:cTn>
                              </p:par>
                              <p:par>
                                <p:cTn id="112" presetID="1" presetClass="entr" presetSubtype="0" fill="hold" nodeType="withEffect" restart="never">
                                  <p:stCondLst>
                                    <p:cond delay="320"/>
                                  </p:stCondLst>
                                  <p:childTnLst>
                                    <p:set>
                                      <p:cBhvr>
                                        <p:cTn id="113" dur="1" fill="hold">
                                          <p:stCondLst>
                                            <p:cond delay="0"/>
                                          </p:stCondLst>
                                        </p:cTn>
                                        <p:tgtEl>
                                          <p:spTgt spid="65"/>
                                        </p:tgtEl>
                                        <p:attrNameLst>
                                          <p:attrName>style.visibility</p:attrName>
                                        </p:attrNameLst>
                                      </p:cBhvr>
                                      <p:to>
                                        <p:strVal val="visible"/>
                                      </p:to>
                                    </p:set>
                                  </p:childTnLst>
                                </p:cTn>
                              </p:par>
                              <p:par>
                                <p:cTn id="114" presetID="1" presetClass="entr" presetSubtype="0" fill="hold" nodeType="withEffect" restart="never">
                                  <p:stCondLst>
                                    <p:cond delay="400"/>
                                  </p:stCondLst>
                                  <p:childTnLst>
                                    <p:set>
                                      <p:cBhvr>
                                        <p:cTn id="115" dur="1" fill="hold">
                                          <p:stCondLst>
                                            <p:cond delay="0"/>
                                          </p:stCondLst>
                                        </p:cTn>
                                        <p:tgtEl>
                                          <p:spTgt spid="66"/>
                                        </p:tgtEl>
                                        <p:attrNameLst>
                                          <p:attrName>style.visibility</p:attrName>
                                        </p:attrNameLst>
                                      </p:cBhvr>
                                      <p:to>
                                        <p:strVal val="visible"/>
                                      </p:to>
                                    </p:set>
                                  </p:childTnLst>
                                </p:cTn>
                              </p:par>
                              <p:par>
                                <p:cTn id="116" presetID="1" presetClass="entr" presetSubtype="0" fill="hold" nodeType="withEffect" restart="never">
                                  <p:stCondLst>
                                    <p:cond delay="480"/>
                                  </p:stCondLst>
                                  <p:childTnLst>
                                    <p:set>
                                      <p:cBhvr>
                                        <p:cTn id="117" dur="1" fill="hold">
                                          <p:stCondLst>
                                            <p:cond delay="0"/>
                                          </p:stCondLst>
                                        </p:cTn>
                                        <p:tgtEl>
                                          <p:spTgt spid="67"/>
                                        </p:tgtEl>
                                        <p:attrNameLst>
                                          <p:attrName>style.visibility</p:attrName>
                                        </p:attrNameLst>
                                      </p:cBhvr>
                                      <p:to>
                                        <p:strVal val="visible"/>
                                      </p:to>
                                    </p:set>
                                  </p:childTnLst>
                                </p:cTn>
                              </p:par>
                              <p:par>
                                <p:cTn id="118" presetID="1" presetClass="entr" presetSubtype="0" fill="hold" nodeType="withEffect" restart="never">
                                  <p:stCondLst>
                                    <p:cond delay="560"/>
                                  </p:stCondLst>
                                  <p:childTnLst>
                                    <p:set>
                                      <p:cBhvr>
                                        <p:cTn id="119" dur="1" fill="hold">
                                          <p:stCondLst>
                                            <p:cond delay="0"/>
                                          </p:stCondLst>
                                        </p:cTn>
                                        <p:tgtEl>
                                          <p:spTgt spid="68"/>
                                        </p:tgtEl>
                                        <p:attrNameLst>
                                          <p:attrName>style.visibility</p:attrName>
                                        </p:attrNameLst>
                                      </p:cBhvr>
                                      <p:to>
                                        <p:strVal val="visible"/>
                                      </p:to>
                                    </p:set>
                                  </p:childTnLst>
                                </p:cTn>
                              </p:par>
                              <p:par>
                                <p:cTn id="120" presetID="1" presetClass="entr" presetSubtype="0" fill="hold" nodeType="withEffect" restart="never">
                                  <p:stCondLst>
                                    <p:cond delay="640"/>
                                  </p:stCondLst>
                                  <p:childTnLst>
                                    <p:set>
                                      <p:cBhvr>
                                        <p:cTn id="121" dur="1" fill="hold">
                                          <p:stCondLst>
                                            <p:cond delay="0"/>
                                          </p:stCondLst>
                                        </p:cTn>
                                        <p:tgtEl>
                                          <p:spTgt spid="69"/>
                                        </p:tgtEl>
                                        <p:attrNameLst>
                                          <p:attrName>style.visibility</p:attrName>
                                        </p:attrNameLst>
                                      </p:cBhvr>
                                      <p:to>
                                        <p:strVal val="visible"/>
                                      </p:to>
                                    </p:set>
                                  </p:childTnLst>
                                </p:cTn>
                              </p:par>
                              <p:par>
                                <p:cTn id="122" presetID="1" presetClass="entr" presetSubtype="0" fill="hold" nodeType="withEffect" restart="never">
                                  <p:stCondLst>
                                    <p:cond delay="720"/>
                                  </p:stCondLst>
                                  <p:childTnLst>
                                    <p:set>
                                      <p:cBhvr>
                                        <p:cTn id="123" dur="1" fill="hold">
                                          <p:stCondLst>
                                            <p:cond delay="0"/>
                                          </p:stCondLst>
                                        </p:cTn>
                                        <p:tgtEl>
                                          <p:spTgt spid="70"/>
                                        </p:tgtEl>
                                        <p:attrNameLst>
                                          <p:attrName>style.visibility</p:attrName>
                                        </p:attrNameLst>
                                      </p:cBhvr>
                                      <p:to>
                                        <p:strVal val="visible"/>
                                      </p:to>
                                    </p:set>
                                  </p:childTnLst>
                                </p:cTn>
                              </p:par>
                              <p:par>
                                <p:cTn id="124" presetID="1" presetClass="entr" presetSubtype="0" fill="hold" nodeType="withEffect" restart="never">
                                  <p:stCondLst>
                                    <p:cond delay="800"/>
                                  </p:stCondLst>
                                  <p:childTnLst>
                                    <p:set>
                                      <p:cBhvr>
                                        <p:cTn id="125" dur="1" fill="hold">
                                          <p:stCondLst>
                                            <p:cond delay="0"/>
                                          </p:stCondLst>
                                        </p:cTn>
                                        <p:tgtEl>
                                          <p:spTgt spid="71"/>
                                        </p:tgtEl>
                                        <p:attrNameLst>
                                          <p:attrName>style.visibility</p:attrName>
                                        </p:attrNameLst>
                                      </p:cBhvr>
                                      <p:to>
                                        <p:strVal val="visible"/>
                                      </p:to>
                                    </p:set>
                                  </p:childTnLst>
                                </p:cTn>
                              </p:par>
                              <p:par>
                                <p:cTn id="126" presetID="1" presetClass="entr" presetSubtype="0" fill="hold" nodeType="withEffect" restart="never">
                                  <p:stCondLst>
                                    <p:cond delay="880"/>
                                  </p:stCondLst>
                                  <p:childTnLst>
                                    <p:set>
                                      <p:cBhvr>
                                        <p:cTn id="127" dur="1" fill="hold">
                                          <p:stCondLst>
                                            <p:cond delay="0"/>
                                          </p:stCondLst>
                                        </p:cTn>
                                        <p:tgtEl>
                                          <p:spTgt spid="72"/>
                                        </p:tgtEl>
                                        <p:attrNameLst>
                                          <p:attrName>style.visibility</p:attrName>
                                        </p:attrNameLst>
                                      </p:cBhvr>
                                      <p:to>
                                        <p:strVal val="visible"/>
                                      </p:to>
                                    </p:set>
                                  </p:childTnLst>
                                </p:cTn>
                              </p:par>
                              <p:par>
                                <p:cTn id="128" presetID="1" presetClass="entr" presetSubtype="0" fill="hold" nodeType="withEffect" restart="never">
                                  <p:stCondLst>
                                    <p:cond delay="960"/>
                                  </p:stCondLst>
                                  <p:childTnLst>
                                    <p:set>
                                      <p:cBhvr>
                                        <p:cTn id="129" dur="1" fill="hold">
                                          <p:stCondLst>
                                            <p:cond delay="0"/>
                                          </p:stCondLst>
                                        </p:cTn>
                                        <p:tgtEl>
                                          <p:spTgt spid="73"/>
                                        </p:tgtEl>
                                        <p:attrNameLst>
                                          <p:attrName>style.visibility</p:attrName>
                                        </p:attrNameLst>
                                      </p:cBhvr>
                                      <p:to>
                                        <p:strVal val="visible"/>
                                      </p:to>
                                    </p:set>
                                  </p:childTnLst>
                                </p:cTn>
                              </p:par>
                              <p:par>
                                <p:cTn id="130" presetID="1" presetClass="entr" presetSubtype="0" fill="hold" nodeType="withEffect" restart="never">
                                  <p:stCondLst>
                                    <p:cond delay="1040"/>
                                  </p:stCondLst>
                                  <p:childTnLst>
                                    <p:set>
                                      <p:cBhvr>
                                        <p:cTn id="131" dur="1" fill="hold">
                                          <p:stCondLst>
                                            <p:cond delay="0"/>
                                          </p:stCondLst>
                                        </p:cTn>
                                        <p:tgtEl>
                                          <p:spTgt spid="74"/>
                                        </p:tgtEl>
                                        <p:attrNameLst>
                                          <p:attrName>style.visibility</p:attrName>
                                        </p:attrNameLst>
                                      </p:cBhvr>
                                      <p:to>
                                        <p:strVal val="visible"/>
                                      </p:to>
                                    </p:set>
                                  </p:childTnLst>
                                </p:cTn>
                              </p:par>
                              <p:par>
                                <p:cTn id="132" presetID="1" presetClass="entr" presetSubtype="0" fill="hold" nodeType="withEffect" restart="never">
                                  <p:stCondLst>
                                    <p:cond delay="1120"/>
                                  </p:stCondLst>
                                  <p:childTnLst>
                                    <p:set>
                                      <p:cBhvr>
                                        <p:cTn id="133" dur="1" fill="hold">
                                          <p:stCondLst>
                                            <p:cond delay="0"/>
                                          </p:stCondLst>
                                        </p:cTn>
                                        <p:tgtEl>
                                          <p:spTgt spid="75"/>
                                        </p:tgtEl>
                                        <p:attrNameLst>
                                          <p:attrName>style.visibility</p:attrName>
                                        </p:attrNameLst>
                                      </p:cBhvr>
                                      <p:to>
                                        <p:strVal val="visible"/>
                                      </p:to>
                                    </p:set>
                                  </p:childTnLst>
                                </p:cTn>
                              </p:par>
                              <p:par>
                                <p:cTn id="134" presetID="1" presetClass="entr" presetSubtype="0" fill="hold" nodeType="withEffect" restart="never">
                                  <p:stCondLst>
                                    <p:cond delay="1200"/>
                                  </p:stCondLst>
                                  <p:childTnLst>
                                    <p:set>
                                      <p:cBhvr>
                                        <p:cTn id="135" dur="1" fill="hold">
                                          <p:stCondLst>
                                            <p:cond delay="0"/>
                                          </p:stCondLst>
                                        </p:cTn>
                                        <p:tgtEl>
                                          <p:spTgt spid="76"/>
                                        </p:tgtEl>
                                        <p:attrNameLst>
                                          <p:attrName>style.visibility</p:attrName>
                                        </p:attrNameLst>
                                      </p:cBhvr>
                                      <p:to>
                                        <p:strVal val="visible"/>
                                      </p:to>
                                    </p:set>
                                  </p:childTnLst>
                                </p:cTn>
                              </p:par>
                              <p:par>
                                <p:cTn id="136" presetID="1" presetClass="entr" presetSubtype="0" fill="hold" nodeType="withEffect" restart="never">
                                  <p:stCondLst>
                                    <p:cond delay="1280"/>
                                  </p:stCondLst>
                                  <p:childTnLst>
                                    <p:set>
                                      <p:cBhvr>
                                        <p:cTn id="137" dur="1" fill="hold">
                                          <p:stCondLst>
                                            <p:cond delay="0"/>
                                          </p:stCondLst>
                                        </p:cTn>
                                        <p:tgtEl>
                                          <p:spTgt spid="77"/>
                                        </p:tgtEl>
                                        <p:attrNameLst>
                                          <p:attrName>style.visibility</p:attrName>
                                        </p:attrNameLst>
                                      </p:cBhvr>
                                      <p:to>
                                        <p:strVal val="visible"/>
                                      </p:to>
                                    </p:set>
                                  </p:childTnLst>
                                </p:cTn>
                              </p:par>
                              <p:par>
                                <p:cTn id="138" presetID="1" presetClass="entr" presetSubtype="0" fill="hold" nodeType="withEffect" restart="never">
                                  <p:stCondLst>
                                    <p:cond delay="1360"/>
                                  </p:stCondLst>
                                  <p:childTnLst>
                                    <p:set>
                                      <p:cBhvr>
                                        <p:cTn id="139" dur="1" fill="hold">
                                          <p:stCondLst>
                                            <p:cond delay="0"/>
                                          </p:stCondLst>
                                        </p:cTn>
                                        <p:tgtEl>
                                          <p:spTgt spid="78"/>
                                        </p:tgtEl>
                                        <p:attrNameLst>
                                          <p:attrName>style.visibility</p:attrName>
                                        </p:attrNameLst>
                                      </p:cBhvr>
                                      <p:to>
                                        <p:strVal val="visible"/>
                                      </p:to>
                                    </p:set>
                                  </p:childTnLst>
                                </p:cTn>
                              </p:par>
                              <p:par>
                                <p:cTn id="140" presetID="1" presetClass="entr" presetSubtype="0" fill="hold" nodeType="withEffect" restart="never">
                                  <p:stCondLst>
                                    <p:cond delay="1440"/>
                                  </p:stCondLst>
                                  <p:childTnLst>
                                    <p:set>
                                      <p:cBhvr>
                                        <p:cTn id="141" dur="1" fill="hold">
                                          <p:stCondLst>
                                            <p:cond delay="0"/>
                                          </p:stCondLst>
                                        </p:cTn>
                                        <p:tgtEl>
                                          <p:spTgt spid="79"/>
                                        </p:tgtEl>
                                        <p:attrNameLst>
                                          <p:attrName>style.visibility</p:attrName>
                                        </p:attrNameLst>
                                      </p:cBhvr>
                                      <p:to>
                                        <p:strVal val="visible"/>
                                      </p:to>
                                    </p:set>
                                  </p:childTnLst>
                                </p:cTn>
                              </p:par>
                              <p:par>
                                <p:cTn id="142" presetID="1" presetClass="entr" presetSubtype="0" fill="hold" nodeType="withEffect" restart="never">
                                  <p:stCondLst>
                                    <p:cond delay="1520"/>
                                  </p:stCondLst>
                                  <p:childTnLst>
                                    <p:set>
                                      <p:cBhvr>
                                        <p:cTn id="143" dur="1" fill="hold">
                                          <p:stCondLst>
                                            <p:cond delay="0"/>
                                          </p:stCondLst>
                                        </p:cTn>
                                        <p:tgtEl>
                                          <p:spTgt spid="80"/>
                                        </p:tgtEl>
                                        <p:attrNameLst>
                                          <p:attrName>style.visibility</p:attrName>
                                        </p:attrNameLst>
                                      </p:cBhvr>
                                      <p:to>
                                        <p:strVal val="visible"/>
                                      </p:to>
                                    </p:set>
                                  </p:childTnLst>
                                </p:cTn>
                              </p:par>
                              <p:par>
                                <p:cTn id="144" presetID="1" presetClass="entr" presetSubtype="0" fill="hold" nodeType="withEffect" restart="never">
                                  <p:stCondLst>
                                    <p:cond delay="1600"/>
                                  </p:stCondLst>
                                  <p:childTnLst>
                                    <p:set>
                                      <p:cBhvr>
                                        <p:cTn id="145" dur="1" fill="hold">
                                          <p:stCondLst>
                                            <p:cond delay="0"/>
                                          </p:stCondLst>
                                        </p:cTn>
                                        <p:tgtEl>
                                          <p:spTgt spid="81"/>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Derivation: the reconstruction response</a:t>
            </a:r>
          </a:p>
        </p:txBody>
      </p:sp>
      <p:sp>
        <p:nvSpPr>
          <p:cNvPr id="3" name="route-a-shaft">
            <a:extLst xmlns:a="http://schemas.openxmlformats.org/drawingml/2006/main">
              <a:ext uri="{FF2B5EF4-FFF2-40B4-BE49-F238E27FC236}">
                <a16:creationId xmlns:a16="http://schemas.microsoft.com/office/drawing/2014/main" id="{7F9DE7EA-413D-45DA-A2C9-41F4BD22C52B}"/>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CA0999B6-6155-4E7E-B00B-9FA5099EF255}"/>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3E10F4A9-2E90-4FD2-AABB-73F92C267BB3}"/>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394A3325-63C8-4811-A1A2-07BF839707E3}"/>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8ED6F39B-27A2-4DAB-AD40-C4F61442AAA3}"/>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sp>
        <p:nvSpPr>
          <p:cNvPr id="8" name="continue-mainline">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C2D0A7E6-D677-4A61-8CDE-99E3E3CCCAA2}"/>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sp>
        <p:nvSpPr>
          <p:cNvPr id="9" name="scaled-kernel-line">
            <a:extLst xmlns:a="http://schemas.openxmlformats.org/drawingml/2006/main">
              <a:ext uri="{FF2B5EF4-FFF2-40B4-BE49-F238E27FC236}">
                <a16:creationId xmlns:a16="http://schemas.microsoft.com/office/drawing/2014/main" id="{50440623-C7A1-4E2B-8486-5DB74A635CA2}"/>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0"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3017CBA-584F-492A-B854-08D3E9FB0A0A}"/>
              </a:ext>
            </a:extLst>
          </p:cNvPr>
          <p:cNvPicPr>
            <a:picLocks xmlns:a="http://schemas.openxmlformats.org/drawingml/2006/main" noChangeAspect="1"/>
          </p:cNvPicPr>
          <p:nvPr/>
        </p:nvPicPr>
        <p:blipFill>
          <a:blip xmlns:r="http://schemas.openxmlformats.org/officeDocument/2006/relationships" xmlns:a="http://schemas.openxmlformats.org/drawingml/2006/main" r:embed="R49f38d76aa5844b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64BBA8C-8110-48FE-AB87-F3B956A04EB0}"/>
              </a:ext>
            </a:extLst>
          </p:cNvPr>
          <p:cNvPicPr>
            <a:picLocks xmlns:a="http://schemas.openxmlformats.org/drawingml/2006/main" noChangeAspect="1"/>
          </p:cNvPicPr>
          <p:nvPr/>
        </p:nvPicPr>
        <p:blipFill>
          <a:blip xmlns:r="http://schemas.openxmlformats.org/officeDocument/2006/relationships" xmlns:a="http://schemas.openxmlformats.org/drawingml/2006/main" r:embed="R8c3e1ff158be49b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2"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94E6F87-9A0C-4D53-85BC-DE41AE4570EC}"/>
              </a:ext>
            </a:extLst>
          </p:cNvPr>
          <p:cNvPicPr>
            <a:picLocks xmlns:a="http://schemas.openxmlformats.org/drawingml/2006/main" noChangeAspect="1"/>
          </p:cNvPicPr>
          <p:nvPr/>
        </p:nvPicPr>
        <p:blipFill>
          <a:blip xmlns:r="http://schemas.openxmlformats.org/officeDocument/2006/relationships" xmlns:a="http://schemas.openxmlformats.org/drawingml/2006/main" r:embed="R77c77f7b02c848c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3" name="representation-pair" descr="\longleftrightarrow">
            <a:extLst xmlns:a="http://schemas.openxmlformats.org/drawingml/2006/main">
              <a:ext uri="{FF2B5EF4-FFF2-40B4-BE49-F238E27FC236}">
                <a16:creationId xmlns:a16="http://schemas.microsoft.com/office/drawing/2014/main" id="{79225897-405C-44C1-A1DE-3BFEBFE21108}"/>
              </a:ext>
            </a:extLst>
          </p:cNvPr>
          <p:cNvPicPr>
            <a:picLocks xmlns:a="http://schemas.openxmlformats.org/drawingml/2006/main" noChangeAspect="1"/>
          </p:cNvPicPr>
          <p:nvPr/>
        </p:nvPicPr>
        <p:blipFill>
          <a:blip xmlns:r="http://schemas.openxmlformats.org/officeDocument/2006/relationships" xmlns:a="http://schemas.openxmlformats.org/drawingml/2006/main" r:embed="R43ca5202f3044112">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4"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939FBE9-288F-455C-BFC2-3924C6C420FA}"/>
              </a:ext>
            </a:extLst>
          </p:cNvPr>
          <p:cNvPicPr>
            <a:picLocks xmlns:a="http://schemas.openxmlformats.org/drawingml/2006/main" noChangeAspect="1"/>
          </p:cNvPicPr>
          <p:nvPr/>
        </p:nvPicPr>
        <p:blipFill>
          <a:blip xmlns:r="http://schemas.openxmlformats.org/officeDocument/2006/relationships" xmlns:a="http://schemas.openxmlformats.org/drawingml/2006/main" r:embed="R9b6ee4243d9146c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5"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D96DFE6C-D194-418E-87FB-9E04FDD1275A}"/>
              </a:ext>
            </a:extLst>
          </p:cNvPr>
          <p:cNvPicPr>
            <a:picLocks xmlns:a="http://schemas.openxmlformats.org/drawingml/2006/main" noChangeAspect="1"/>
          </p:cNvPicPr>
          <p:nvPr/>
        </p:nvPicPr>
        <p:blipFill>
          <a:blip xmlns:r="http://schemas.openxmlformats.org/officeDocument/2006/relationships" xmlns:a="http://schemas.openxmlformats.org/drawingml/2006/main" r:embed="R0ace97ec7e1242b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6" name="known-rectangle" descr="H_{\mathrm{LP}}(f)=1\quad(|f|&lt;f_s/2),\quad0\ \text{otherwise}">
            <a:extLst xmlns:a="http://schemas.openxmlformats.org/drawingml/2006/main">
              <a:ext uri="{FF2B5EF4-FFF2-40B4-BE49-F238E27FC236}">
                <a16:creationId xmlns:a16="http://schemas.microsoft.com/office/drawing/2014/main" id="{923E6CEF-5676-4EA6-B015-45DB8CEB7D11}"/>
              </a:ext>
            </a:extLst>
          </p:cNvPr>
          <p:cNvPicPr>
            <a:picLocks xmlns:a="http://schemas.openxmlformats.org/drawingml/2006/main" noChangeAspect="1"/>
          </p:cNvPicPr>
          <p:nvPr/>
        </p:nvPicPr>
        <p:blipFill>
          <a:blip xmlns:r="http://schemas.openxmlformats.org/officeDocument/2006/relationships" xmlns:a="http://schemas.openxmlformats.org/drawingml/2006/main" r:embed="Ra022a304618145b6">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124998"/>
            <a:ext cx="5757863" cy="293430"/>
          </a:xfrm>
          <a:prstGeom xmlns:a="http://schemas.openxmlformats.org/drawingml/2006/main" prst="rect">
            <a:avLst/>
          </a:prstGeom>
        </p:spPr>
      </p:pic>
      <p:pic>
        <p:nvPicPr>
          <p:cNvPr id="17" name="kernel-step-0" descr="h_{\mathrm{LP}}(t)=\int_{-f_s/2}^{f_s/2}e^{j2\pi ft}\,df">
            <a:extLst xmlns:a="http://schemas.openxmlformats.org/drawingml/2006/main">
              <a:ext uri="{FF2B5EF4-FFF2-40B4-BE49-F238E27FC236}">
                <a16:creationId xmlns:a16="http://schemas.microsoft.com/office/drawing/2014/main" id="{4CA61BDC-D7C8-4D55-9EBA-82C52977B4CA}"/>
              </a:ext>
            </a:extLst>
          </p:cNvPr>
          <p:cNvPicPr>
            <a:picLocks xmlns:a="http://schemas.openxmlformats.org/drawingml/2006/main" noChangeAspect="1"/>
          </p:cNvPicPr>
          <p:nvPr/>
        </p:nvPicPr>
        <p:blipFill>
          <a:blip xmlns:r="http://schemas.openxmlformats.org/officeDocument/2006/relationships" xmlns:a="http://schemas.openxmlformats.org/drawingml/2006/main" r:embed="R1da63a5b9c92486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3080445"/>
            <a:ext cx="3257550" cy="458986"/>
          </a:xfrm>
          <a:prstGeom xmlns:a="http://schemas.openxmlformats.org/drawingml/2006/main" prst="rect">
            <a:avLst/>
          </a:prstGeom>
        </p:spPr>
      </p:pic>
      <p:pic>
        <p:nvPicPr>
          <p:cNvPr id="18" name="kernel-step-1" descr="=\left[\frac{e^{j2\pi ft}}{j2\pi t}\right]_{-f_s/2}^{f_s/2}=\frac{e^{j\pi f_st}-e^{-j\pi f_st}}{j2\pi t}">
            <a:extLst xmlns:a="http://schemas.openxmlformats.org/drawingml/2006/main">
              <a:ext uri="{FF2B5EF4-FFF2-40B4-BE49-F238E27FC236}">
                <a16:creationId xmlns:a16="http://schemas.microsoft.com/office/drawing/2014/main" id="{9973E61A-B918-49B2-9BF4-032AEDF16C61}"/>
              </a:ext>
            </a:extLst>
          </p:cNvPr>
          <p:cNvPicPr>
            <a:picLocks xmlns:a="http://schemas.openxmlformats.org/drawingml/2006/main" noChangeAspect="1"/>
          </p:cNvPicPr>
          <p:nvPr/>
        </p:nvPicPr>
        <p:blipFill>
          <a:blip xmlns:r="http://schemas.openxmlformats.org/officeDocument/2006/relationships" xmlns:a="http://schemas.openxmlformats.org/drawingml/2006/main" r:embed="R61c5fee414d44a6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3743325"/>
            <a:ext cx="3741668" cy="619125"/>
          </a:xfrm>
          <a:prstGeom xmlns:a="http://schemas.openxmlformats.org/drawingml/2006/main" prst="rect">
            <a:avLst/>
          </a:prstGeom>
        </p:spPr>
      </p:pic>
      <p:pic>
        <p:nvPicPr>
          <p:cNvPr id="19" name="kernel-step-2" descr="=\frac{\sin(\pi f_st)}{\pi t}=f_s\operatorname{sinc}(f_st)">
            <a:extLst xmlns:a="http://schemas.openxmlformats.org/drawingml/2006/main">
              <a:ext uri="{FF2B5EF4-FFF2-40B4-BE49-F238E27FC236}">
                <a16:creationId xmlns:a16="http://schemas.microsoft.com/office/drawing/2014/main" id="{5A63512B-8140-45F8-A68B-ECB8CEB88A8C}"/>
              </a:ext>
            </a:extLst>
          </p:cNvPr>
          <p:cNvPicPr>
            <a:picLocks xmlns:a="http://schemas.openxmlformats.org/drawingml/2006/main" noChangeAspect="1"/>
          </p:cNvPicPr>
          <p:nvPr/>
        </p:nvPicPr>
        <p:blipFill>
          <a:blip xmlns:r="http://schemas.openxmlformats.org/officeDocument/2006/relationships" xmlns:a="http://schemas.openxmlformats.org/drawingml/2006/main" r:embed="Rbe90467b152f4c21">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4598491"/>
            <a:ext cx="3228975" cy="394692"/>
          </a:xfrm>
          <a:prstGeom xmlns:a="http://schemas.openxmlformats.org/drawingml/2006/main" prst="rect">
            <a:avLst/>
          </a:prstGeom>
        </p:spPr>
      </p:pic>
      <p:pic>
        <p:nvPicPr>
          <p:cNvPr id="20" name="scaled-kernel" descr="T_sh_{\mathrm{LP}}(t)=\operatorname{sinc}(t/T_s),\qquad f_sT_s=1">
            <a:extLst xmlns:a="http://schemas.openxmlformats.org/drawingml/2006/main">
              <a:ext uri="{FF2B5EF4-FFF2-40B4-BE49-F238E27FC236}">
                <a16:creationId xmlns:a16="http://schemas.microsoft.com/office/drawing/2014/main" id="{D3AE6B40-B5C9-4507-9CBD-4BA444BCB49E}"/>
              </a:ext>
            </a:extLst>
          </p:cNvPr>
          <p:cNvPicPr>
            <a:picLocks xmlns:a="http://schemas.openxmlformats.org/drawingml/2006/main" noChangeAspect="1"/>
          </p:cNvPicPr>
          <p:nvPr/>
        </p:nvPicPr>
        <p:blipFill>
          <a:blip xmlns:r="http://schemas.openxmlformats.org/officeDocument/2006/relationships" xmlns:a="http://schemas.openxmlformats.org/drawingml/2006/main" r:embed="Red62a34cd1ae4443">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6244650"/>
            <a:ext cx="5764530" cy="321826"/>
          </a:xfrm>
          <a:prstGeom xmlns:a="http://schemas.openxmlformats.org/drawingml/2006/main" prst="rect">
            <a:avLst/>
          </a:prstGeom>
        </p:spPr>
      </p:pic>
    </p:spTree>
    <p:extLst>
      <p:ext uri="{BB962C8B-B14F-4D97-AF65-F5344CB8AC3E}">
        <p14:creationId xmlns:p14="http://schemas.microsoft.com/office/powerpoint/2010/main" val="202432775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Derivation: add the weighted responses</a:t>
            </a:r>
          </a:p>
        </p:txBody>
      </p:sp>
      <p:sp>
        <p:nvSpPr>
          <p:cNvPr id="3" name="route-a-shaft">
            <a:extLst xmlns:a="http://schemas.openxmlformats.org/drawingml/2006/main">
              <a:ext uri="{FF2B5EF4-FFF2-40B4-BE49-F238E27FC236}">
                <a16:creationId xmlns:a16="http://schemas.microsoft.com/office/drawing/2014/main" id="{979D1F6C-F44C-478D-9611-E1EAD26E727B}"/>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849B152B-44EC-4E41-BE74-9360833841F1}"/>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E9378705-E623-495B-B32B-D8A170E81993}"/>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5FBF836A-9218-4E50-B21B-D87A9D1655E4}"/>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21CCA226-C3AB-44B6-8E25-CE9033ECAC12}"/>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sp>
        <p:nvSpPr>
          <p:cNvPr id="8" name="continue-mainline">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A8C1CDE3-C0CA-4ED3-B4AB-10B632512C05}"/>
              </a:ext>
            </a:extLst>
          </p:cNvPr>
          <p:cNvSpPr>
            <a:spLocks xmlns:a="http://schemas.openxmlformats.org/drawingml/2006/main" noGrp="1"/>
          </p:cNvSpPr>
          <p:nvPr/>
        </p:nvSpPr>
        <p:spPr>
          <a:xfrm xmlns:a="http://schemas.openxmlformats.org/drawingml/2006/main">
            <a:off x="9848850" y="219075"/>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Continue</a:t>
            </a:r>
          </a:p>
        </p:txBody>
      </p:sp>
      <p:sp>
        <p:nvSpPr>
          <p:cNvPr id="9" name="interpolation-final-line">
            <a:extLst xmlns:a="http://schemas.openxmlformats.org/drawingml/2006/main">
              <a:ext uri="{FF2B5EF4-FFF2-40B4-BE49-F238E27FC236}">
                <a16:creationId xmlns:a16="http://schemas.microsoft.com/office/drawing/2014/main" id="{A3CBD9E6-DE18-4BBB-82E5-4D251DC41EE8}"/>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0"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DBD67FB-6E89-4E9D-A3E9-4B3229AE0D2E}"/>
              </a:ext>
            </a:extLst>
          </p:cNvPr>
          <p:cNvPicPr>
            <a:picLocks xmlns:a="http://schemas.openxmlformats.org/drawingml/2006/main" noChangeAspect="1"/>
          </p:cNvPicPr>
          <p:nvPr/>
        </p:nvPicPr>
        <p:blipFill>
          <a:blip xmlns:r="http://schemas.openxmlformats.org/officeDocument/2006/relationships" xmlns:a="http://schemas.openxmlformats.org/drawingml/2006/main" r:embed="R68a09378f28244b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5B1A82EF-E944-4B17-9339-8F2C7BFCC489}"/>
              </a:ext>
            </a:extLst>
          </p:cNvPr>
          <p:cNvPicPr>
            <a:picLocks xmlns:a="http://schemas.openxmlformats.org/drawingml/2006/main" noChangeAspect="1"/>
          </p:cNvPicPr>
          <p:nvPr/>
        </p:nvPicPr>
        <p:blipFill>
          <a:blip xmlns:r="http://schemas.openxmlformats.org/officeDocument/2006/relationships" xmlns:a="http://schemas.openxmlformats.org/drawingml/2006/main" r:embed="R1f3ccecb994b4eb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2"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FE0A9ADD-A4A7-4A75-BDD4-566C9898676D}"/>
              </a:ext>
            </a:extLst>
          </p:cNvPr>
          <p:cNvPicPr>
            <a:picLocks xmlns:a="http://schemas.openxmlformats.org/drawingml/2006/main" noChangeAspect="1"/>
          </p:cNvPicPr>
          <p:nvPr/>
        </p:nvPicPr>
        <p:blipFill>
          <a:blip xmlns:r="http://schemas.openxmlformats.org/officeDocument/2006/relationships" xmlns:a="http://schemas.openxmlformats.org/drawingml/2006/main" r:embed="Rfc28e9b5434646b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3" name="representation-pair" descr="\longleftrightarrow">
            <a:extLst xmlns:a="http://schemas.openxmlformats.org/drawingml/2006/main">
              <a:ext uri="{FF2B5EF4-FFF2-40B4-BE49-F238E27FC236}">
                <a16:creationId xmlns:a16="http://schemas.microsoft.com/office/drawing/2014/main" id="{38D90E90-49A8-4D6B-8F77-CBF6278C3E93}"/>
              </a:ext>
            </a:extLst>
          </p:cNvPr>
          <p:cNvPicPr>
            <a:picLocks xmlns:a="http://schemas.openxmlformats.org/drawingml/2006/main" noChangeAspect="1"/>
          </p:cNvPicPr>
          <p:nvPr/>
        </p:nvPicPr>
        <p:blipFill>
          <a:blip xmlns:r="http://schemas.openxmlformats.org/officeDocument/2006/relationships" xmlns:a="http://schemas.openxmlformats.org/drawingml/2006/main" r:embed="R10ed177aec6440a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4"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97F76047-FA68-40C7-B8EA-5AE0005D2746}"/>
              </a:ext>
            </a:extLst>
          </p:cNvPr>
          <p:cNvPicPr>
            <a:picLocks xmlns:a="http://schemas.openxmlformats.org/drawingml/2006/main" noChangeAspect="1"/>
          </p:cNvPicPr>
          <p:nvPr/>
        </p:nvPicPr>
        <p:blipFill>
          <a:blip xmlns:r="http://schemas.openxmlformats.org/officeDocument/2006/relationships" xmlns:a="http://schemas.openxmlformats.org/drawingml/2006/main" r:embed="R76cc7b631842453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5"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E0509C65-32A0-4CCA-8E22-3356A9BB8F29}"/>
              </a:ext>
            </a:extLst>
          </p:cNvPr>
          <p:cNvPicPr>
            <a:picLocks xmlns:a="http://schemas.openxmlformats.org/drawingml/2006/main" noChangeAspect="1"/>
          </p:cNvPicPr>
          <p:nvPr/>
        </p:nvPicPr>
        <p:blipFill>
          <a:blip xmlns:r="http://schemas.openxmlformats.org/officeDocument/2006/relationships" xmlns:a="http://schemas.openxmlformats.org/drawingml/2006/main" r:embed="R83ae01870552407d">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6" name="interpolation-step-0" descr="m(t)=T_s\int_{-\infty}^\infty h_{\mathrm{LP}}(\tau)m_\delta(t-\tau)\,d\tau">
            <a:extLst xmlns:a="http://schemas.openxmlformats.org/drawingml/2006/main">
              <a:ext uri="{FF2B5EF4-FFF2-40B4-BE49-F238E27FC236}">
                <a16:creationId xmlns:a16="http://schemas.microsoft.com/office/drawing/2014/main" id="{097BE6CB-F96B-4036-8E3D-350371A56F87}"/>
              </a:ext>
            </a:extLst>
          </p:cNvPr>
          <p:cNvPicPr>
            <a:picLocks xmlns:a="http://schemas.openxmlformats.org/drawingml/2006/main" noChangeAspect="1"/>
          </p:cNvPicPr>
          <p:nvPr/>
        </p:nvPicPr>
        <p:blipFill>
          <a:blip xmlns:r="http://schemas.openxmlformats.org/officeDocument/2006/relationships" xmlns:a="http://schemas.openxmlformats.org/drawingml/2006/main" r:embed="Re74d8889e5fc4e7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136874"/>
            <a:ext cx="4886325" cy="383977"/>
          </a:xfrm>
          <a:prstGeom xmlns:a="http://schemas.openxmlformats.org/drawingml/2006/main" prst="rect">
            <a:avLst/>
          </a:prstGeom>
        </p:spPr>
      </p:pic>
      <p:pic>
        <p:nvPicPr>
          <p:cNvPr id="17" name="interpolation-step-1" descr="=T_s\int_{-\infty}^\infty h_{\mathrm{LP}}(\tau)\sum_n m(nT_s)\delta(t-\tau-nT_s)\,d\tau">
            <a:extLst xmlns:a="http://schemas.openxmlformats.org/drawingml/2006/main">
              <a:ext uri="{FF2B5EF4-FFF2-40B4-BE49-F238E27FC236}">
                <a16:creationId xmlns:a16="http://schemas.microsoft.com/office/drawing/2014/main" id="{D4FACFC7-B649-4674-BD99-78D92D00173E}"/>
              </a:ext>
            </a:extLst>
          </p:cNvPr>
          <p:cNvPicPr>
            <a:picLocks xmlns:a="http://schemas.openxmlformats.org/drawingml/2006/main" noChangeAspect="1"/>
          </p:cNvPicPr>
          <p:nvPr/>
        </p:nvPicPr>
        <p:blipFill>
          <a:blip xmlns:r="http://schemas.openxmlformats.org/officeDocument/2006/relationships" xmlns:a="http://schemas.openxmlformats.org/drawingml/2006/main" r:embed="R72e8c77f2627420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899023"/>
            <a:ext cx="5760720" cy="345579"/>
          </a:xfrm>
          <a:prstGeom xmlns:a="http://schemas.openxmlformats.org/drawingml/2006/main" prst="rect">
            <a:avLst/>
          </a:prstGeom>
        </p:spPr>
      </p:pic>
      <p:pic>
        <p:nvPicPr>
          <p:cNvPr id="18" name="interpolation-step-2" descr="=T_s\sum_n m(nT_s)\int_{-\infty}^\infty h_{\mathrm{LP}}(\tau)\delta(t-\tau-nT_s)\,d\tau">
            <a:extLst xmlns:a="http://schemas.openxmlformats.org/drawingml/2006/main">
              <a:ext uri="{FF2B5EF4-FFF2-40B4-BE49-F238E27FC236}">
                <a16:creationId xmlns:a16="http://schemas.microsoft.com/office/drawing/2014/main" id="{9749B7F0-BEA0-4353-AD9F-5BE1FD3A1825}"/>
              </a:ext>
            </a:extLst>
          </p:cNvPr>
          <p:cNvPicPr>
            <a:picLocks xmlns:a="http://schemas.openxmlformats.org/drawingml/2006/main" noChangeAspect="1"/>
          </p:cNvPicPr>
          <p:nvPr/>
        </p:nvPicPr>
        <p:blipFill>
          <a:blip xmlns:r="http://schemas.openxmlformats.org/officeDocument/2006/relationships" xmlns:a="http://schemas.openxmlformats.org/drawingml/2006/main" r:embed="R5d826dcdbfd24211">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3641973"/>
            <a:ext cx="5760720" cy="345579"/>
          </a:xfrm>
          <a:prstGeom xmlns:a="http://schemas.openxmlformats.org/drawingml/2006/main" prst="rect">
            <a:avLst/>
          </a:prstGeom>
        </p:spPr>
      </p:pic>
      <p:pic>
        <p:nvPicPr>
          <p:cNvPr id="19" name="interpolation-step-3" descr="=T_s\sum_n m(nT_s)h_{\mathrm{LP}}(t-nT_s)">
            <a:extLst xmlns:a="http://schemas.openxmlformats.org/drawingml/2006/main">
              <a:ext uri="{FF2B5EF4-FFF2-40B4-BE49-F238E27FC236}">
                <a16:creationId xmlns:a16="http://schemas.microsoft.com/office/drawing/2014/main" id="{81AE18E8-B09B-480A-8AE4-DADAF36DC84D}"/>
              </a:ext>
            </a:extLst>
          </p:cNvPr>
          <p:cNvPicPr>
            <a:picLocks xmlns:a="http://schemas.openxmlformats.org/drawingml/2006/main" noChangeAspect="1"/>
          </p:cNvPicPr>
          <p:nvPr/>
        </p:nvPicPr>
        <p:blipFill>
          <a:blip xmlns:r="http://schemas.openxmlformats.org/officeDocument/2006/relationships" xmlns:a="http://schemas.openxmlformats.org/drawingml/2006/main" r:embed="Raf406f87c3134023">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4408587"/>
            <a:ext cx="4143375" cy="298252"/>
          </a:xfrm>
          <a:prstGeom xmlns:a="http://schemas.openxmlformats.org/drawingml/2006/main" prst="rect">
            <a:avLst/>
          </a:prstGeom>
        </p:spPr>
      </p:pic>
      <p:pic>
        <p:nvPicPr>
          <p:cNvPr id="20" name="interpolation-step-4" descr="=T_sf_s\sum_n m(nT_s)\operatorname{sinc}[f_s(t-nT_s)]">
            <a:extLst xmlns:a="http://schemas.openxmlformats.org/drawingml/2006/main">
              <a:ext uri="{FF2B5EF4-FFF2-40B4-BE49-F238E27FC236}">
                <a16:creationId xmlns:a16="http://schemas.microsoft.com/office/drawing/2014/main" id="{AC983507-6297-49E5-83E6-F59003F2EE7B}"/>
              </a:ext>
            </a:extLst>
          </p:cNvPr>
          <p:cNvPicPr>
            <a:picLocks xmlns:a="http://schemas.openxmlformats.org/drawingml/2006/main" noChangeAspect="1"/>
          </p:cNvPicPr>
          <p:nvPr/>
        </p:nvPicPr>
        <p:blipFill>
          <a:blip xmlns:r="http://schemas.openxmlformats.org/officeDocument/2006/relationships" xmlns:a="http://schemas.openxmlformats.org/drawingml/2006/main" r:embed="R47da67d4cb5549b5">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5151537"/>
            <a:ext cx="4829175" cy="298252"/>
          </a:xfrm>
          <a:prstGeom xmlns:a="http://schemas.openxmlformats.org/drawingml/2006/main" prst="rect">
            <a:avLst/>
          </a:prstGeom>
        </p:spPr>
      </p:pic>
      <p:pic>
        <p:nvPicPr>
          <p:cNvPr id="21" name="interpolation-final" descr="m(t)=\sum_n m(nT_s)\operatorname{sinc}\!\left(\frac{t-nT_s}{T_s}\right)">
            <a:extLst xmlns:a="http://schemas.openxmlformats.org/drawingml/2006/main">
              <a:ext uri="{FF2B5EF4-FFF2-40B4-BE49-F238E27FC236}">
                <a16:creationId xmlns:a16="http://schemas.microsoft.com/office/drawing/2014/main" id="{23D0E086-7875-4ACB-8FC9-8E721E87007E}"/>
              </a:ext>
            </a:extLst>
          </p:cNvPr>
          <p:cNvPicPr>
            <a:picLocks xmlns:a="http://schemas.openxmlformats.org/drawingml/2006/main" noChangeAspect="1"/>
          </p:cNvPicPr>
          <p:nvPr/>
        </p:nvPicPr>
        <p:blipFill>
          <a:blip xmlns:r="http://schemas.openxmlformats.org/officeDocument/2006/relationships" xmlns:a="http://schemas.openxmlformats.org/drawingml/2006/main" r:embed="Rca5799ef5f1e4e33">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6115050"/>
            <a:ext cx="4970992" cy="581025"/>
          </a:xfrm>
          <a:prstGeom xmlns:a="http://schemas.openxmlformats.org/drawingml/2006/main" prst="rect">
            <a:avLst/>
          </a:prstGeom>
        </p:spPr>
      </p:pic>
    </p:spTree>
    <p:extLst>
      <p:ext uri="{BB962C8B-B14F-4D97-AF65-F5344CB8AC3E}">
        <p14:creationId xmlns:p14="http://schemas.microsoft.com/office/powerpoint/2010/main" val="12014548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Shift, weight, then add the sinc responses</a:t>
            </a:r>
          </a:p>
        </p:txBody>
      </p:sp>
      <p:sp>
        <p:nvSpPr>
          <p:cNvPr id="3" name="route-a-shaft">
            <a:extLst xmlns:a="http://schemas.openxmlformats.org/drawingml/2006/main">
              <a:ext uri="{FF2B5EF4-FFF2-40B4-BE49-F238E27FC236}">
                <a16:creationId xmlns:a16="http://schemas.microsoft.com/office/drawing/2014/main" id="{6C5C3C53-48EF-40C4-8032-385C819630C9}"/>
              </a:ext>
            </a:extLst>
          </p:cNvPr>
          <p:cNvSpPr>
            <a:spLocks xmlns:a="http://schemas.openxmlformats.org/drawingml/2006/main" noGrp="1"/>
          </p:cNvSpPr>
          <p:nvPr/>
        </p:nvSpPr>
        <p:spPr>
          <a:xfrm xmlns:a="http://schemas.openxmlformats.org/drawingml/2006/main">
            <a:off x="2276475" y="1485900"/>
            <a:ext cx="2324100"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4" name="route-a-head">
            <a:extLst xmlns:a="http://schemas.openxmlformats.org/drawingml/2006/main">
              <a:ext uri="{FF2B5EF4-FFF2-40B4-BE49-F238E27FC236}">
                <a16:creationId xmlns:a16="http://schemas.microsoft.com/office/drawing/2014/main" id="{A7F118CB-3BC0-4599-8413-EBC7F678915C}"/>
              </a:ext>
            </a:extLst>
          </p:cNvPr>
          <p:cNvSpPr>
            <a:spLocks xmlns:a="http://schemas.openxmlformats.org/drawingml/2006/main" noGrp="1"/>
          </p:cNvSpPr>
          <p:nvPr/>
        </p:nvSpPr>
        <p:spPr>
          <a:xfrm xmlns:a="http://schemas.openxmlformats.org/drawingml/2006/main" rot="5400000">
            <a:off x="4581525" y="14430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5" name="route-b-shaft">
            <a:extLst xmlns:a="http://schemas.openxmlformats.org/drawingml/2006/main">
              <a:ext uri="{FF2B5EF4-FFF2-40B4-BE49-F238E27FC236}">
                <a16:creationId xmlns:a16="http://schemas.microsoft.com/office/drawing/2014/main" id="{B88366B0-87A7-4F66-93A4-C3B4D3AC4F7E}"/>
              </a:ext>
            </a:extLst>
          </p:cNvPr>
          <p:cNvSpPr>
            <a:spLocks xmlns:a="http://schemas.openxmlformats.org/drawingml/2006/main" noGrp="1"/>
          </p:cNvSpPr>
          <p:nvPr/>
        </p:nvSpPr>
        <p:spPr>
          <a:xfrm xmlns:a="http://schemas.openxmlformats.org/drawingml/2006/main">
            <a:off x="6705600" y="1485900"/>
            <a:ext cx="26193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b-head">
            <a:extLst xmlns:a="http://schemas.openxmlformats.org/drawingml/2006/main">
              <a:ext uri="{FF2B5EF4-FFF2-40B4-BE49-F238E27FC236}">
                <a16:creationId xmlns:a16="http://schemas.microsoft.com/office/drawing/2014/main" id="{F2E960C2-D749-4417-8A80-06806FCAF46F}"/>
              </a:ext>
            </a:extLst>
          </p:cNvPr>
          <p:cNvSpPr>
            <a:spLocks xmlns:a="http://schemas.openxmlformats.org/drawingml/2006/main" noGrp="1"/>
          </p:cNvSpPr>
          <p:nvPr/>
        </p:nvSpPr>
        <p:spPr>
          <a:xfrm xmlns:a="http://schemas.openxmlformats.org/drawingml/2006/main" rot="5400000">
            <a:off x="9305925" y="1443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presentation-branch">
            <a:extLst xmlns:a="http://schemas.openxmlformats.org/drawingml/2006/main">
              <a:ext uri="{FF2B5EF4-FFF2-40B4-BE49-F238E27FC236}">
                <a16:creationId xmlns:a16="http://schemas.microsoft.com/office/drawing/2014/main" id="{78BB2F6D-704C-420D-924F-04D8AD8DE978}"/>
              </a:ext>
            </a:extLst>
          </p:cNvPr>
          <p:cNvSpPr>
            <a:spLocks xmlns:a="http://schemas.openxmlformats.org/drawingml/2006/main" noGrp="1"/>
          </p:cNvSpPr>
          <p:nvPr/>
        </p:nvSpPr>
        <p:spPr>
          <a:xfrm xmlns:a="http://schemas.openxmlformats.org/drawingml/2006/main">
            <a:off x="5334000" y="1657350"/>
            <a:ext cx="819150" cy="114300"/>
          </a:xfrm>
          <a:custGeom xmlns:a="http://schemas.openxmlformats.org/drawingml/2006/main">
            <a:pathLst>
              <a:path w="819150" h="114300">
                <a:moveTo>
                  <a:pt x="0" y="0"/>
                </a:moveTo>
                <a:lnTo>
                  <a:pt x="0" y="114300"/>
                </a:lnTo>
                <a:lnTo>
                  <a:pt x="819150" y="114300"/>
                </a:lnTo>
              </a:path>
            </a:pathLst>
          </a:custGeom>
          <a:noFill xmlns:a="http://schemas.openxmlformats.org/drawingml/2006/main"/>
          <a:ln xmlns:a="http://schemas.openxmlformats.org/drawingml/2006/main" w="12383">
            <a:solidFill>
              <a:srgbClr val="AAAAAA"/>
            </a:solidFill>
          </a:ln>
        </p:spPr>
      </p:sp>
      <p:pic>
        <p:nvPicPr>
          <p:cNvPr id="8" name="sinc-shift-centres" descr="Track the centre of each shifted sinc, match its weighted value to the input sample, and add responses without changing completed sample values.">
            <a:extLst xmlns:a="http://schemas.openxmlformats.org/drawingml/2006/main">
              <a:ext uri="{FF2B5EF4-FFF2-40B4-BE49-F238E27FC236}">
                <a16:creationId xmlns:a16="http://schemas.microsoft.com/office/drawing/2014/main" id="{D74BA78F-2997-4ED5-96D9-708E9B914E2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2" name="sinc-shift-centres--t4-click-frame-00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3" name="sinc-shift-centres--t4-click-frame-00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4" name="sinc-shift-centres--t4-click-frame-00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5" name="sinc-shift-centres--t4-click-frame-00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6" name="sinc-shift-centres--t4-click-frame-00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7" name="sinc-shift-centres--t4-click-frame-00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8" name="sinc-shift-centres--t4-click-frame-00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29" name="sinc-shift-centres--t4-click-frame-00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0" name="sinc-shift-centres--t4-click-frame-00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1" name="sinc-shift-centres--t4-click-frame-01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2" name="sinc-shift-centres--t4-click-frame-01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3" name="sinc-shift-centres--t4-click-frame-01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4" name="sinc-shift-centres--t4-click-frame-01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5" name="sinc-shift-centres--t4-click-frame-01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6" name="sinc-shift-centres--t4-click-frame-01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7" name="sinc-shift-centres--t4-click-frame-01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8" name="sinc-shift-centres--t4-click-frame-01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39" name="sinc-shift-centres--t4-click-frame-01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0" name="sinc-shift-centres--t4-click-frame-01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1" name="sinc-shift-centres--t4-click-frame-02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2" name="sinc-shift-centres--t4-click-frame-02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3" name="sinc-shift-centres--t4-click-frame-02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4" name="sinc-shift-centres--t4-click-frame-02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5" name="sinc-shift-centres--t4-click-frame-02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6" name="sinc-shift-centres--t4-click-frame-02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7" name="sinc-shift-centres--t4-click-frame-02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8" name="sinc-shift-centres--t4-click-frame-02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49" name="sinc-shift-centres--t4-click-frame-02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0" name="sinc-shift-centres--t4-click-frame-02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1" name="sinc-shift-centres--t4-click-frame-03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2" name="sinc-shift-centres--t4-click-frame-03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3" name="sinc-shift-centres--t4-click-frame-03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4" name="sinc-shift-centres--t4-click-frame-03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5" name="sinc-shift-centres--t4-click-frame-03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6" name="sinc-shift-centres--t4-click-frame-03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7" name="sinc-shift-centres--t4-click-frame-03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8" name="sinc-shift-centres--t4-click-frame-03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59" name="sinc-shift-centres--t4-click-frame-03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0" name="sinc-shift-centres--t4-click-frame-03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1" name="sinc-shift-centres--t4-click-frame-04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2" name="sinc-shift-centres--t4-click-frame-04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3" name="sinc-shift-centres--t4-click-frame-04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4" name="sinc-shift-centres--t4-click-frame-04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5" name="sinc-shift-centres--t4-click-frame-04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6" name="sinc-shift-centres--t4-click-frame-04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7" name="sinc-shift-centres--t4-click-frame-04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8" name="sinc-shift-centres--t4-click-frame-04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69" name="sinc-shift-centres--t4-click-frame-04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 name="sinc-weight-centres" descr="Track the centre of each shifted sinc, match its weighted value to the input sample, and add responses without changing completed sample values.">
            <a:extLst xmlns:a="http://schemas.openxmlformats.org/drawingml/2006/main">
              <a:ext uri="{FF2B5EF4-FFF2-40B4-BE49-F238E27FC236}">
                <a16:creationId xmlns:a16="http://schemas.microsoft.com/office/drawing/2014/main" id="{F51B4959-CC96-4F0E-95A3-0966F5231A8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0" name="sinc-weight-centres--t4-click-frame-00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1" name="sinc-weight-centres--t4-click-frame-00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2" name="sinc-weight-centres--t4-click-frame-00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3" name="sinc-weight-centres--t4-click-frame-00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4" name="sinc-weight-centres--t4-click-frame-00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5" name="sinc-weight-centres--t4-click-frame-00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6" name="sinc-weight-centres--t4-click-frame-00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7" name="sinc-weight-centres--t4-click-frame-00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8" name="sinc-weight-centres--t4-click-frame-00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79" name="sinc-weight-centres--t4-click-frame-01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0" name="sinc-weight-centres--t4-click-frame-01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1" name="sinc-weight-centres--t4-click-frame-01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2" name="sinc-weight-centres--t4-click-frame-01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3" name="sinc-weight-centres--t4-click-frame-01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4" name="sinc-weight-centres--t4-click-frame-01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5" name="sinc-weight-centres--t4-click-frame-01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6" name="sinc-weight-centres--t4-click-frame-01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7" name="sinc-weight-centres--t4-click-frame-01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8" name="sinc-weight-centres--t4-click-frame-01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89" name="sinc-weight-centres--t4-click-frame-02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0" name="sinc-weight-centres--t4-click-frame-02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1" name="sinc-weight-centres--t4-click-frame-02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2" name="sinc-weight-centres--t4-click-frame-02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3" name="sinc-weight-centres--t4-click-frame-02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4" name="sinc-weight-centres--t4-click-frame-02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5" name="sinc-weight-centres--t4-click-frame-02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6" name="sinc-weight-centres--t4-click-frame-02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7" name="sinc-weight-centres--t4-click-frame-02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8" name="sinc-weight-centres--t4-click-frame-02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7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99" name="sinc-weight-centres--t4-click-frame-03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0" name="sinc-weight-centres--t4-click-frame-03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1" name="sinc-weight-centres--t4-click-frame-03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2" name="sinc-weight-centres--t4-click-frame-03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3" name="sinc-weight-centres--t4-click-frame-03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4" name="sinc-weight-centres--t4-click-frame-03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5" name="sinc-weight-centres--t4-click-frame-03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6" name="sinc-weight-centres--t4-click-frame-03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7" name="sinc-weight-centres--t4-click-frame-03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8" name="sinc-weight-centres--t4-click-frame-03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8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9" name="sinc-weight-centres--t4-click-frame-04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0" name="sinc-weight-centres--t4-click-frame-04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1" name="sinc-weight-centres--t4-click-frame-04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2" name="sinc-weight-centres--t4-click-frame-04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3" name="sinc-weight-centres--t4-click-frame-04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4" name="sinc-weight-centres--t4-click-frame-04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5" name="sinc-weight-centres--t4-click-frame-04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6" name="sinc-weight-centres--t4-click-frame-04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7" name="sinc-weight-centres--t4-click-frame-04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8" name="sinc-weight-centres--t4-click-frame-04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9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19" name="sinc-weight-centres--t4-click-frame-05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0" name="sinc-weight-centres--t4-click-frame-05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1" name="sinc-weight-centres--t4-click-frame-05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2" name="sinc-weight-centres--t4-click-frame-05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3" name="sinc-weight-centres--t4-click-frame-05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4" name="sinc-weight-centres--t4-click-frame-05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5" name="sinc-weight-centres--t4-click-frame-05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6" name="sinc-weight-centres--t4-click-frame-05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7" name="sinc-weight-centres--t4-click-frame-05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8" name="sinc-weight-centres--t4-click-frame-05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0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29" name="sinc-weight-centres--t4-click-frame-06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0" name="sinc-add-responses" descr="Track the centre of each shifted sinc, match its weighted value to the input sample, and add responses without changing completed sample values.">
            <a:extLst xmlns:a="http://schemas.openxmlformats.org/drawingml/2006/main">
              <a:ext uri="{FF2B5EF4-FFF2-40B4-BE49-F238E27FC236}">
                <a16:creationId xmlns:a16="http://schemas.microsoft.com/office/drawing/2014/main" id="{10441684-0714-45A6-A918-CBC75C36051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1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0" name="sinc-add-responses--t4-click-frame-00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1" name="sinc-add-responses--t4-click-frame-00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2" name="sinc-add-responses--t4-click-frame-00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3" name="sinc-add-responses--t4-click-frame-00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4" name="sinc-add-responses--t4-click-frame-00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5" name="sinc-add-responses--t4-click-frame-00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6" name="sinc-add-responses--t4-click-frame-00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7" name="sinc-add-responses--t4-click-frame-00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1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8" name="sinc-add-responses--t4-click-frame-00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39" name="sinc-add-responses--t4-click-frame-01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0" name="sinc-add-responses--t4-click-frame-01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1" name="sinc-add-responses--t4-click-frame-01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2" name="sinc-add-responses--t4-click-frame-01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3" name="sinc-add-responses--t4-click-frame-01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4" name="sinc-add-responses--t4-click-frame-01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5" name="sinc-add-responses--t4-click-frame-01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6" name="sinc-add-responses--t4-click-frame-01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7" name="sinc-add-responses--t4-click-frame-01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2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8" name="sinc-add-responses--t4-click-frame-01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49" name="sinc-add-responses--t4-click-frame-02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0" name="sinc-add-responses--t4-click-frame-02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1" name="sinc-add-responses--t4-click-frame-02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2" name="sinc-add-responses--t4-click-frame-02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3" name="sinc-add-responses--t4-click-frame-02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4" name="sinc-add-responses--t4-click-frame-02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5" name="sinc-add-responses--t4-click-frame-02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6" name="sinc-add-responses--t4-click-frame-02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7" name="sinc-add-responses--t4-click-frame-02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3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8" name="sinc-add-responses--t4-click-frame-02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59" name="sinc-add-responses--t4-click-frame-03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0" name="sinc-add-responses--t4-click-frame-03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1" name="sinc-add-responses--t4-click-frame-03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2" name="sinc-add-responses--t4-click-frame-03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3" name="sinc-add-responses--t4-click-frame-03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4" name="sinc-add-responses--t4-click-frame-03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5" name="sinc-add-responses--t4-click-frame-03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6" name="sinc-add-responses--t4-click-frame-03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7" name="sinc-add-responses--t4-click-frame-03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4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8" name="sinc-add-responses--t4-click-frame-03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69" name="sinc-add-responses--t4-click-frame-04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0" name="sinc-add-responses--t4-click-frame-04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1" name="sinc-add-responses--t4-click-frame-04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2" name="sinc-add-responses--t4-click-frame-04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3" name="sinc-add-responses--t4-click-frame-04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4" name="sinc-add-responses--t4-click-frame-04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5" name="sinc-add-responses--t4-click-frame-04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6" name="sinc-add-responses--t4-click-frame-04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7" name="sinc-add-responses--t4-click-frame-04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5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8" name="sinc-add-responses--t4-click-frame-04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79" name="sinc-add-responses--t4-click-frame-05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0" name="sinc-add-responses--t4-click-frame-051"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2"/>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1" name="sinc-add-responses--t4-click-frame-052"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3"/>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2" name="sinc-add-responses--t4-click-frame-053"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4"/>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3" name="sinc-add-responses--t4-click-frame-054"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5"/>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4" name="sinc-add-responses--t4-click-frame-055"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6"/>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5" name="sinc-add-responses--t4-click-frame-056"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7"/>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6" name="sinc-add-responses--t4-click-frame-057"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8"/>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7" name="sinc-add-responses--t4-click-frame-058"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69"/>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8" name="sinc-add-responses--t4-click-frame-059"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0"/>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pic>
        <p:nvPicPr>
          <p:cNvPr id="189" name="sinc-add-responses--t4-click-frame-060" descr="Track the centre of each shifted sinc, match its weighted value to the input sample, and add responses without changing completed sample values."/>
          <p:cNvPicPr>
            <a:picLocks xmlns:a="http://schemas.openxmlformats.org/drawingml/2006/main" noChangeAspect="1"/>
          </p:cNvPicPr>
          <p:nvPr/>
        </p:nvPicPr>
        <p:blipFill>
          <ns0:blip xmlns:ns0="http://schemas.openxmlformats.org/drawingml/2006/main" xmlns:ns1="http://schemas.openxmlformats.org/officeDocument/2006/relationships" ns1:embed="rIdT4ClickFrame171"/>
          <a:stretch xmlns:a="http://schemas.openxmlformats.org/drawingml/2006/main"/>
        </p:blipFill>
        <p:spPr>
          <a:xfrm xmlns:a="http://schemas.openxmlformats.org/drawingml/2006/main">
            <a:off x="933450" y="3238500"/>
            <a:ext cx="10134600" cy="2714625"/>
          </a:xfrm>
          <a:prstGeom xmlns:a="http://schemas.openxmlformats.org/drawingml/2006/main" prst="rect">
            <a:avLst/>
          </a:prstGeom>
        </p:spPr>
      </p:pic>
      <p:sp>
        <p:nvSpPr>
          <p:cNvPr id="11" name="result-line">
            <a:extLst xmlns:a="http://schemas.openxmlformats.org/drawingml/2006/main">
              <a:ext uri="{FF2B5EF4-FFF2-40B4-BE49-F238E27FC236}">
                <a16:creationId xmlns:a16="http://schemas.microsoft.com/office/drawing/2014/main" id="{1AF7371D-BD9A-4823-BD53-1C5C24266EFA}"/>
              </a:ext>
            </a:extLst>
          </p:cNvPr>
          <p:cNvSpPr>
            <a:spLocks xmlns:a="http://schemas.openxmlformats.org/drawingml/2006/main" noGrp="1"/>
          </p:cNvSpPr>
          <p:nvPr/>
        </p:nvSpPr>
        <p:spPr>
          <a:xfrm xmlns:a="http://schemas.openxmlformats.org/drawingml/2006/main">
            <a:off x="609600" y="67246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999999}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5CC69AA-62EA-4E5A-BF48-73B848C616CC}"/>
              </a:ext>
            </a:extLst>
          </p:cNvPr>
          <p:cNvPicPr>
            <a:picLocks xmlns:a="http://schemas.openxmlformats.org/drawingml/2006/main" noChangeAspect="1"/>
          </p:cNvPicPr>
          <p:nvPr/>
        </p:nvPicPr>
        <p:blipFill>
          <a:blip xmlns:r="http://schemas.openxmlformats.org/officeDocument/2006/relationships" xmlns:a="http://schemas.openxmlformats.org/drawingml/2006/main" r:embed="R47dd24b2e5c34e4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52550"/>
            <a:ext cx="613410" cy="26670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61593DB-261C-417D-B231-D8170FDD3FC6}"/>
              </a:ext>
            </a:extLst>
          </p:cNvPr>
          <p:cNvPicPr>
            <a:picLocks xmlns:a="http://schemas.openxmlformats.org/drawingml/2006/main" noChangeAspect="1"/>
          </p:cNvPicPr>
          <p:nvPr/>
        </p:nvPicPr>
        <p:blipFill>
          <a:blip xmlns:r="http://schemas.openxmlformats.org/officeDocument/2006/relationships" xmlns:a="http://schemas.openxmlformats.org/drawingml/2006/main" r:embed="R95542946e9814b1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953000" y="1333310"/>
            <a:ext cx="548640" cy="305181"/>
          </a:xfrm>
          <a:prstGeom xmlns:a="http://schemas.openxmlformats.org/drawingml/2006/main" prst="rect">
            <a:avLst/>
          </a:prstGeom>
        </p:spPr>
      </p:pic>
      <p:pic>
        <p:nvPicPr>
          <p:cNvPr id="14" name="route-2" descr="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7B959D6-D650-450B-A7AC-8994374EC12A}"/>
              </a:ext>
            </a:extLst>
          </p:cNvPr>
          <p:cNvPicPr>
            <a:picLocks xmlns:a="http://schemas.openxmlformats.org/drawingml/2006/main" noChangeAspect="1"/>
          </p:cNvPicPr>
          <p:nvPr/>
        </p:nvPicPr>
        <p:blipFill>
          <a:blip xmlns:r="http://schemas.openxmlformats.org/officeDocument/2006/relationships" xmlns:a="http://schemas.openxmlformats.org/drawingml/2006/main" r:embed="Rc9665a0213bf40d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715500" y="1333500"/>
            <a:ext cx="701040" cy="304800"/>
          </a:xfrm>
          <a:prstGeom xmlns:a="http://schemas.openxmlformats.org/drawingml/2006/main" prst="rect">
            <a:avLst/>
          </a:prstGeom>
        </p:spPr>
      </p:pic>
      <p:pic>
        <p:nvPicPr>
          <p:cNvPr id="15" name="representation-pair" descr="\longleftrightarrow">
            <a:extLst xmlns:a="http://schemas.openxmlformats.org/drawingml/2006/main">
              <a:ext uri="{FF2B5EF4-FFF2-40B4-BE49-F238E27FC236}">
                <a16:creationId xmlns:a16="http://schemas.microsoft.com/office/drawing/2014/main" id="{BA9554A1-07AF-4657-8F5C-2DE1AFD5FB44}"/>
              </a:ext>
            </a:extLst>
          </p:cNvPr>
          <p:cNvPicPr>
            <a:picLocks xmlns:a="http://schemas.openxmlformats.org/drawingml/2006/main" noChangeAspect="1"/>
          </p:cNvPicPr>
          <p:nvPr/>
        </p:nvPicPr>
        <p:blipFill>
          <a:blip xmlns:r="http://schemas.openxmlformats.org/officeDocument/2006/relationships" xmlns:a="http://schemas.openxmlformats.org/drawingml/2006/main" r:embed="Ra81ab260c03543a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115050" y="1736824"/>
            <a:ext cx="520065" cy="69652"/>
          </a:xfrm>
          <a:prstGeom xmlns:a="http://schemas.openxmlformats.org/drawingml/2006/main" prst="rect">
            <a:avLst/>
          </a:prstGeom>
        </p:spPr>
      </p:pic>
      <p:pic>
        <p:nvPicPr>
          <p:cNvPr id="16" name="route-spectrum" descr="\color[HTML]{999999}S(f)">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84E983DE-AE90-47CD-95A5-0790B3DBC91C}"/>
              </a:ext>
            </a:extLst>
          </p:cNvPr>
          <p:cNvPicPr>
            <a:picLocks xmlns:a="http://schemas.openxmlformats.org/drawingml/2006/main" noChangeAspect="1"/>
          </p:cNvPicPr>
          <p:nvPr/>
        </p:nvPicPr>
        <p:blipFill>
          <a:blip xmlns:r="http://schemas.openxmlformats.org/officeDocument/2006/relationships" xmlns:a="http://schemas.openxmlformats.org/drawingml/2006/main" r:embed="R6fb819cb87df4baf">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105650" y="1628775"/>
            <a:ext cx="533400" cy="266700"/>
          </a:xfrm>
          <a:prstGeom xmlns:a="http://schemas.openxmlformats.org/drawingml/2006/main" prst="rect">
            <a:avLst/>
          </a:prstGeom>
        </p:spPr>
      </p:pic>
      <p:pic>
        <p:nvPicPr>
          <p:cNvPr id="17" name="back-to-process" descr="\leftarrow s(t)\to m(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7DCF420A-9171-4007-BFB8-DE277EFC46B2}"/>
              </a:ext>
            </a:extLst>
          </p:cNvPr>
          <p:cNvPicPr>
            <a:picLocks xmlns:a="http://schemas.openxmlformats.org/drawingml/2006/main" noChangeAspect="1"/>
          </p:cNvPicPr>
          <p:nvPr/>
        </p:nvPicPr>
        <p:blipFill>
          <a:blip xmlns:r="http://schemas.openxmlformats.org/officeDocument/2006/relationships" xmlns:a="http://schemas.openxmlformats.org/drawingml/2006/main" r:embed="Rcad6631ac185431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711440" y="267533"/>
            <a:ext cx="1946910" cy="265033"/>
          </a:xfrm>
          <a:prstGeom xmlns:a="http://schemas.openxmlformats.org/drawingml/2006/main" prst="rect">
            <a:avLst/>
          </a:prstGeom>
        </p:spPr>
      </p:pic>
      <p:pic>
        <p:nvPicPr>
          <p:cNvPr id="18" name="time-route" descr="m(t)=T_s[h_{\mathrm{LP}}*m_\delta](t)">
            <a:extLst xmlns:a="http://schemas.openxmlformats.org/drawingml/2006/main">
              <a:ext uri="{FF2B5EF4-FFF2-40B4-BE49-F238E27FC236}">
                <a16:creationId xmlns:a16="http://schemas.microsoft.com/office/drawing/2014/main" id="{D5DDE138-18C4-4EF2-86CB-296522AD1895}"/>
              </a:ext>
            </a:extLst>
          </p:cNvPr>
          <p:cNvPicPr>
            <a:picLocks xmlns:a="http://schemas.openxmlformats.org/drawingml/2006/main" noChangeAspect="1"/>
          </p:cNvPicPr>
          <p:nvPr/>
        </p:nvPicPr>
        <p:blipFill>
          <a:blip xmlns:r="http://schemas.openxmlformats.org/officeDocument/2006/relationships" xmlns:a="http://schemas.openxmlformats.org/drawingml/2006/main" r:embed="Rb0dfebe47d7048b9">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048917"/>
            <a:ext cx="3800475" cy="331291"/>
          </a:xfrm>
          <a:prstGeom xmlns:a="http://schemas.openxmlformats.org/drawingml/2006/main" prst="rect">
            <a:avLst/>
          </a:prstGeom>
        </p:spPr>
      </p:pic>
      <p:pic>
        <p:nvPicPr>
          <p:cNvPr id="19" name="scaled-kernel" descr="T_sh_{\mathrm{LP}}(t)=\operatorname{sinc}(t/T_s),\qquad f_sT_s=1">
            <a:extLst xmlns:a="http://schemas.openxmlformats.org/drawingml/2006/main">
              <a:ext uri="{FF2B5EF4-FFF2-40B4-BE49-F238E27FC236}">
                <a16:creationId xmlns:a16="http://schemas.microsoft.com/office/drawing/2014/main" id="{86ECF24A-4C56-46DA-8A9B-74B61255EE8B}"/>
              </a:ext>
            </a:extLst>
          </p:cNvPr>
          <p:cNvPicPr>
            <a:picLocks xmlns:a="http://schemas.openxmlformats.org/drawingml/2006/main" noChangeAspect="1"/>
          </p:cNvPicPr>
          <p:nvPr/>
        </p:nvPicPr>
        <p:blipFill>
          <a:blip xmlns:r="http://schemas.openxmlformats.org/officeDocument/2006/relationships" xmlns:a="http://schemas.openxmlformats.org/drawingml/2006/main" r:embed="R08fcd72da32e455d">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653665"/>
            <a:ext cx="5425440" cy="302895"/>
          </a:xfrm>
          <a:prstGeom xmlns:a="http://schemas.openxmlformats.org/drawingml/2006/main" prst="rect">
            <a:avLst/>
          </a:prstGeom>
        </p:spPr>
      </p:pic>
      <p:pic>
        <p:nvPicPr>
          <p:cNvPr id="20" name="interpolation-result" descr="m(t)=\sum_n m(nT_s)\operatorname{sinc}\!\left(\frac{t-nT_s}{T_s}\right)">
            <a:extLst xmlns:a="http://schemas.openxmlformats.org/drawingml/2006/main">
              <a:ext uri="{FF2B5EF4-FFF2-40B4-BE49-F238E27FC236}">
                <a16:creationId xmlns:a16="http://schemas.microsoft.com/office/drawing/2014/main" id="{C25F6220-9714-45C7-9CF2-394BD5DCDA51}"/>
              </a:ext>
            </a:extLst>
          </p:cNvPr>
          <p:cNvPicPr>
            <a:picLocks xmlns:a="http://schemas.openxmlformats.org/drawingml/2006/main" noChangeAspect="1"/>
          </p:cNvPicPr>
          <p:nvPr/>
        </p:nvPicPr>
        <p:blipFill>
          <a:blip xmlns:r="http://schemas.openxmlformats.org/officeDocument/2006/relationships" xmlns:a="http://schemas.openxmlformats.org/drawingml/2006/main" r:embed="Rb6477f9f460947b9">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115050"/>
            <a:ext cx="4970992" cy="581025"/>
          </a:xfrm>
          <a:prstGeom xmlns:a="http://schemas.openxmlformats.org/drawingml/2006/main" prst="rect">
            <a:avLst/>
          </a:prstGeom>
        </p:spPr>
      </p:pic>
    </p:spTree>
    <p:extLst>
      <p:ext uri="{BB962C8B-B14F-4D97-AF65-F5344CB8AC3E}">
        <p14:creationId xmlns:p14="http://schemas.microsoft.com/office/powerpoint/2010/main" val="1677910957"/>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4440">
                            <p:stCondLst>
                              <p:cond delay="0"/>
                            </p:stCondLst>
                            <p:childTnLst>
                              <p:par>
                                <p:cTn id="13" presetID="1" presetClass="entr" presetSubtype="0" fill="hold" nodeType="clickEffect" restart="never">
                                  <p:stCondLst>
                                    <p:cond delay="8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restart="never">
                                  <p:stCondLst>
                                    <p:cond delay="16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restart="never">
                                  <p:stCondLst>
                                    <p:cond delay="24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restart="never">
                                  <p:stCondLst>
                                    <p:cond delay="32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restart="never">
                                  <p:stCondLst>
                                    <p:cond delay="40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restart="never">
                                  <p:stCondLst>
                                    <p:cond delay="48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restart="never">
                                  <p:stCondLst>
                                    <p:cond delay="56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restart="never">
                                  <p:stCondLst>
                                    <p:cond delay="64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restart="never">
                                  <p:stCondLst>
                                    <p:cond delay="72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restart="never">
                                  <p:stCondLst>
                                    <p:cond delay="80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restart="never">
                                  <p:stCondLst>
                                    <p:cond delay="88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nodeType="withEffect" restart="never">
                                  <p:stCondLst>
                                    <p:cond delay="96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restart="never">
                                  <p:stCondLst>
                                    <p:cond delay="104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restart="never">
                                  <p:stCondLst>
                                    <p:cond delay="112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restart="never">
                                  <p:stCondLst>
                                    <p:cond delay="120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restart="never">
                                  <p:stCondLst>
                                    <p:cond delay="128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restart="never">
                                  <p:stCondLst>
                                    <p:cond delay="136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restart="never">
                                  <p:stCondLst>
                                    <p:cond delay="144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nodeType="withEffect" restart="never">
                                  <p:stCondLst>
                                    <p:cond delay="152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restart="never">
                                  <p:stCondLst>
                                    <p:cond delay="160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restart="never">
                                  <p:stCondLst>
                                    <p:cond delay="168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nodeType="withEffect" restart="never">
                                  <p:stCondLst>
                                    <p:cond delay="176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nodeType="withEffect" restart="never">
                                  <p:stCondLst>
                                    <p:cond delay="184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nodeType="withEffect" restart="never">
                                  <p:stCondLst>
                                    <p:cond delay="192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nodeType="withEffect" restart="never">
                                  <p:stCondLst>
                                    <p:cond delay="200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restart="never">
                                  <p:stCondLst>
                                    <p:cond delay="208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restart="never">
                                  <p:stCondLst>
                                    <p:cond delay="216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nodeType="withEffect" restart="never">
                                  <p:stCondLst>
                                    <p:cond delay="224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restart="never">
                                  <p:stCondLst>
                                    <p:cond delay="232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nodeType="withEffect" restart="never">
                                  <p:stCondLst>
                                    <p:cond delay="240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nodeType="withEffect" restart="never">
                                  <p:stCondLst>
                                    <p:cond delay="248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nodeType="withEffect" restart="never">
                                  <p:stCondLst>
                                    <p:cond delay="2560"/>
                                  </p:stCondLst>
                                  <p:childTnLst>
                                    <p:set>
                                      <p:cBhvr>
                                        <p:cTn id="76" dur="1" fill="hold">
                                          <p:stCondLst>
                                            <p:cond delay="0"/>
                                          </p:stCondLst>
                                        </p:cTn>
                                        <p:tgtEl>
                                          <p:spTgt spid="53"/>
                                        </p:tgtEl>
                                        <p:attrNameLst>
                                          <p:attrName>style.visibility</p:attrName>
                                        </p:attrNameLst>
                                      </p:cBhvr>
                                      <p:to>
                                        <p:strVal val="visible"/>
                                      </p:to>
                                    </p:set>
                                  </p:childTnLst>
                                </p:cTn>
                              </p:par>
                              <p:par>
                                <p:cTn id="77" presetID="1" presetClass="entr" presetSubtype="0" fill="hold" nodeType="withEffect" restart="never">
                                  <p:stCondLst>
                                    <p:cond delay="264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nodeType="withEffect" restart="never">
                                  <p:stCondLst>
                                    <p:cond delay="2720"/>
                                  </p:stCondLst>
                                  <p:childTnLst>
                                    <p:set>
                                      <p:cBhvr>
                                        <p:cTn id="80" dur="1" fill="hold">
                                          <p:stCondLst>
                                            <p:cond delay="0"/>
                                          </p:stCondLst>
                                        </p:cTn>
                                        <p:tgtEl>
                                          <p:spTgt spid="55"/>
                                        </p:tgtEl>
                                        <p:attrNameLst>
                                          <p:attrName>style.visibility</p:attrName>
                                        </p:attrNameLst>
                                      </p:cBhvr>
                                      <p:to>
                                        <p:strVal val="visible"/>
                                      </p:to>
                                    </p:set>
                                  </p:childTnLst>
                                </p:cTn>
                              </p:par>
                              <p:par>
                                <p:cTn id="81" presetID="1" presetClass="entr" presetSubtype="0" fill="hold" nodeType="withEffect" restart="never">
                                  <p:stCondLst>
                                    <p:cond delay="280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nodeType="withEffect" restart="never">
                                  <p:stCondLst>
                                    <p:cond delay="2880"/>
                                  </p:stCondLst>
                                  <p:childTnLst>
                                    <p:set>
                                      <p:cBhvr>
                                        <p:cTn id="84" dur="1" fill="hold">
                                          <p:stCondLst>
                                            <p:cond delay="0"/>
                                          </p:stCondLst>
                                        </p:cTn>
                                        <p:tgtEl>
                                          <p:spTgt spid="57"/>
                                        </p:tgtEl>
                                        <p:attrNameLst>
                                          <p:attrName>style.visibility</p:attrName>
                                        </p:attrNameLst>
                                      </p:cBhvr>
                                      <p:to>
                                        <p:strVal val="visible"/>
                                      </p:to>
                                    </p:set>
                                  </p:childTnLst>
                                </p:cTn>
                              </p:par>
                              <p:par>
                                <p:cTn id="85" presetID="1" presetClass="entr" presetSubtype="0" fill="hold" nodeType="withEffect" restart="never">
                                  <p:stCondLst>
                                    <p:cond delay="2960"/>
                                  </p:stCondLst>
                                  <p:childTnLst>
                                    <p:set>
                                      <p:cBhvr>
                                        <p:cTn id="86" dur="1" fill="hold">
                                          <p:stCondLst>
                                            <p:cond delay="0"/>
                                          </p:stCondLst>
                                        </p:cTn>
                                        <p:tgtEl>
                                          <p:spTgt spid="58"/>
                                        </p:tgtEl>
                                        <p:attrNameLst>
                                          <p:attrName>style.visibility</p:attrName>
                                        </p:attrNameLst>
                                      </p:cBhvr>
                                      <p:to>
                                        <p:strVal val="visible"/>
                                      </p:to>
                                    </p:set>
                                  </p:childTnLst>
                                </p:cTn>
                              </p:par>
                              <p:par>
                                <p:cTn id="87" presetID="1" presetClass="entr" presetSubtype="0" fill="hold" nodeType="withEffect" restart="never">
                                  <p:stCondLst>
                                    <p:cond delay="3040"/>
                                  </p:stCondLst>
                                  <p:childTnLst>
                                    <p:set>
                                      <p:cBhvr>
                                        <p:cTn id="88" dur="1" fill="hold">
                                          <p:stCondLst>
                                            <p:cond delay="0"/>
                                          </p:stCondLst>
                                        </p:cTn>
                                        <p:tgtEl>
                                          <p:spTgt spid="59"/>
                                        </p:tgtEl>
                                        <p:attrNameLst>
                                          <p:attrName>style.visibility</p:attrName>
                                        </p:attrNameLst>
                                      </p:cBhvr>
                                      <p:to>
                                        <p:strVal val="visible"/>
                                      </p:to>
                                    </p:set>
                                  </p:childTnLst>
                                </p:cTn>
                              </p:par>
                              <p:par>
                                <p:cTn id="89" presetID="1" presetClass="entr" presetSubtype="0" fill="hold" nodeType="withEffect" restart="never">
                                  <p:stCondLst>
                                    <p:cond delay="3120"/>
                                  </p:stCondLst>
                                  <p:childTnLst>
                                    <p:set>
                                      <p:cBhvr>
                                        <p:cTn id="90" dur="1" fill="hold">
                                          <p:stCondLst>
                                            <p:cond delay="0"/>
                                          </p:stCondLst>
                                        </p:cTn>
                                        <p:tgtEl>
                                          <p:spTgt spid="60"/>
                                        </p:tgtEl>
                                        <p:attrNameLst>
                                          <p:attrName>style.visibility</p:attrName>
                                        </p:attrNameLst>
                                      </p:cBhvr>
                                      <p:to>
                                        <p:strVal val="visible"/>
                                      </p:to>
                                    </p:set>
                                  </p:childTnLst>
                                </p:cTn>
                              </p:par>
                              <p:par>
                                <p:cTn id="91" presetID="1" presetClass="entr" presetSubtype="0" fill="hold" nodeType="withEffect" restart="never">
                                  <p:stCondLst>
                                    <p:cond delay="3200"/>
                                  </p:stCondLst>
                                  <p:childTnLst>
                                    <p:set>
                                      <p:cBhvr>
                                        <p:cTn id="92" dur="1" fill="hold">
                                          <p:stCondLst>
                                            <p:cond delay="0"/>
                                          </p:stCondLst>
                                        </p:cTn>
                                        <p:tgtEl>
                                          <p:spTgt spid="61"/>
                                        </p:tgtEl>
                                        <p:attrNameLst>
                                          <p:attrName>style.visibility</p:attrName>
                                        </p:attrNameLst>
                                      </p:cBhvr>
                                      <p:to>
                                        <p:strVal val="visible"/>
                                      </p:to>
                                    </p:set>
                                  </p:childTnLst>
                                </p:cTn>
                              </p:par>
                              <p:par>
                                <p:cTn id="93" presetID="1" presetClass="entr" presetSubtype="0" fill="hold" nodeType="withEffect" restart="never">
                                  <p:stCondLst>
                                    <p:cond delay="3280"/>
                                  </p:stCondLst>
                                  <p:childTnLst>
                                    <p:set>
                                      <p:cBhvr>
                                        <p:cTn id="94" dur="1" fill="hold">
                                          <p:stCondLst>
                                            <p:cond delay="0"/>
                                          </p:stCondLst>
                                        </p:cTn>
                                        <p:tgtEl>
                                          <p:spTgt spid="62"/>
                                        </p:tgtEl>
                                        <p:attrNameLst>
                                          <p:attrName>style.visibility</p:attrName>
                                        </p:attrNameLst>
                                      </p:cBhvr>
                                      <p:to>
                                        <p:strVal val="visible"/>
                                      </p:to>
                                    </p:set>
                                  </p:childTnLst>
                                </p:cTn>
                              </p:par>
                              <p:par>
                                <p:cTn id="95" presetID="1" presetClass="entr" presetSubtype="0" fill="hold" nodeType="withEffect" restart="never">
                                  <p:stCondLst>
                                    <p:cond delay="3360"/>
                                  </p:stCondLst>
                                  <p:childTnLst>
                                    <p:set>
                                      <p:cBhvr>
                                        <p:cTn id="96" dur="1" fill="hold">
                                          <p:stCondLst>
                                            <p:cond delay="0"/>
                                          </p:stCondLst>
                                        </p:cTn>
                                        <p:tgtEl>
                                          <p:spTgt spid="63"/>
                                        </p:tgtEl>
                                        <p:attrNameLst>
                                          <p:attrName>style.visibility</p:attrName>
                                        </p:attrNameLst>
                                      </p:cBhvr>
                                      <p:to>
                                        <p:strVal val="visible"/>
                                      </p:to>
                                    </p:set>
                                  </p:childTnLst>
                                </p:cTn>
                              </p:par>
                              <p:par>
                                <p:cTn id="97" presetID="1" presetClass="entr" presetSubtype="0" fill="hold" nodeType="withEffect" restart="never">
                                  <p:stCondLst>
                                    <p:cond delay="3440"/>
                                  </p:stCondLst>
                                  <p:childTnLst>
                                    <p:set>
                                      <p:cBhvr>
                                        <p:cTn id="98" dur="1" fill="hold">
                                          <p:stCondLst>
                                            <p:cond delay="0"/>
                                          </p:stCondLst>
                                        </p:cTn>
                                        <p:tgtEl>
                                          <p:spTgt spid="64"/>
                                        </p:tgtEl>
                                        <p:attrNameLst>
                                          <p:attrName>style.visibility</p:attrName>
                                        </p:attrNameLst>
                                      </p:cBhvr>
                                      <p:to>
                                        <p:strVal val="visible"/>
                                      </p:to>
                                    </p:set>
                                  </p:childTnLst>
                                </p:cTn>
                              </p:par>
                              <p:par>
                                <p:cTn id="99" presetID="1" presetClass="entr" presetSubtype="0" fill="hold" nodeType="withEffect" restart="never">
                                  <p:stCondLst>
                                    <p:cond delay="3520"/>
                                  </p:stCondLst>
                                  <p:childTnLst>
                                    <p:set>
                                      <p:cBhvr>
                                        <p:cTn id="100" dur="1" fill="hold">
                                          <p:stCondLst>
                                            <p:cond delay="0"/>
                                          </p:stCondLst>
                                        </p:cTn>
                                        <p:tgtEl>
                                          <p:spTgt spid="65"/>
                                        </p:tgtEl>
                                        <p:attrNameLst>
                                          <p:attrName>style.visibility</p:attrName>
                                        </p:attrNameLst>
                                      </p:cBhvr>
                                      <p:to>
                                        <p:strVal val="visible"/>
                                      </p:to>
                                    </p:set>
                                  </p:childTnLst>
                                </p:cTn>
                              </p:par>
                              <p:par>
                                <p:cTn id="101" presetID="1" presetClass="entr" presetSubtype="0" fill="hold" nodeType="withEffect" restart="never">
                                  <p:stCondLst>
                                    <p:cond delay="3600"/>
                                  </p:stCondLst>
                                  <p:childTnLst>
                                    <p:set>
                                      <p:cBhvr>
                                        <p:cTn id="102" dur="1" fill="hold">
                                          <p:stCondLst>
                                            <p:cond delay="0"/>
                                          </p:stCondLst>
                                        </p:cTn>
                                        <p:tgtEl>
                                          <p:spTgt spid="66"/>
                                        </p:tgtEl>
                                        <p:attrNameLst>
                                          <p:attrName>style.visibility</p:attrName>
                                        </p:attrNameLst>
                                      </p:cBhvr>
                                      <p:to>
                                        <p:strVal val="visible"/>
                                      </p:to>
                                    </p:set>
                                  </p:childTnLst>
                                </p:cTn>
                              </p:par>
                              <p:par>
                                <p:cTn id="103" presetID="1" presetClass="entr" presetSubtype="0" fill="hold" nodeType="withEffect" restart="never">
                                  <p:stCondLst>
                                    <p:cond delay="3680"/>
                                  </p:stCondLst>
                                  <p:childTnLst>
                                    <p:set>
                                      <p:cBhvr>
                                        <p:cTn id="104" dur="1" fill="hold">
                                          <p:stCondLst>
                                            <p:cond delay="0"/>
                                          </p:stCondLst>
                                        </p:cTn>
                                        <p:tgtEl>
                                          <p:spTgt spid="67"/>
                                        </p:tgtEl>
                                        <p:attrNameLst>
                                          <p:attrName>style.visibility</p:attrName>
                                        </p:attrNameLst>
                                      </p:cBhvr>
                                      <p:to>
                                        <p:strVal val="visible"/>
                                      </p:to>
                                    </p:set>
                                  </p:childTnLst>
                                </p:cTn>
                              </p:par>
                              <p:par>
                                <p:cTn id="105" presetID="1" presetClass="entr" presetSubtype="0" fill="hold" nodeType="withEffect" restart="never">
                                  <p:stCondLst>
                                    <p:cond delay="3760"/>
                                  </p:stCondLst>
                                  <p:childTnLst>
                                    <p:set>
                                      <p:cBhvr>
                                        <p:cTn id="106" dur="1" fill="hold">
                                          <p:stCondLst>
                                            <p:cond delay="0"/>
                                          </p:stCondLst>
                                        </p:cTn>
                                        <p:tgtEl>
                                          <p:spTgt spid="68"/>
                                        </p:tgtEl>
                                        <p:attrNameLst>
                                          <p:attrName>style.visibility</p:attrName>
                                        </p:attrNameLst>
                                      </p:cBhvr>
                                      <p:to>
                                        <p:strVal val="visible"/>
                                      </p:to>
                                    </p:set>
                                  </p:childTnLst>
                                </p:cTn>
                              </p:par>
                              <p:par>
                                <p:cTn id="107" presetID="1" presetClass="entr" presetSubtype="0" fill="hold" nodeType="withEffect" restart="never">
                                  <p:stCondLst>
                                    <p:cond delay="3840"/>
                                  </p:stCondLst>
                                  <p:childTnLst>
                                    <p:set>
                                      <p:cBhvr>
                                        <p:cTn id="108" dur="1" fill="hold">
                                          <p:stCondLst>
                                            <p:cond delay="0"/>
                                          </p:stCondLst>
                                        </p:cTn>
                                        <p:tgtEl>
                                          <p:spTgt spid="69"/>
                                        </p:tgtEl>
                                        <p:attrNameLst>
                                          <p:attrName>style.visibility</p:attrName>
                                        </p:attrNameLst>
                                      </p:cBhvr>
                                      <p:to>
                                        <p:strVal val="visible"/>
                                      </p:to>
                                    </p:set>
                                  </p:childTnLst>
                                </p:cTn>
                              </p:par>
                            </p:childTnLst>
                          </p:cTn>
                        </p:par>
                      </p:childTnLst>
                    </p:cTn>
                  </p:par>
                  <p:par>
                    <p:cTn id="109" fill="hold" restart="never" repeatCount="1000">
                      <p:stCondLst>
                        <p:cond delay="indefinite"/>
                      </p:stCondLst>
                      <p:childTnLst>
                        <p:par>
                          <p:cTn id="110" fill="hold" dur="5400">
                            <p:stCondLst>
                              <p:cond delay="0"/>
                            </p:stCondLst>
                            <p:childTnLst>
                              <p:par>
                                <p:cTn id="111" presetID="1" presetClass="entr" presetSubtype="0" fill="hold" nodeType="clickEffect" restart="never">
                                  <p:stCondLst>
                                    <p:cond delay="0"/>
                                  </p:stCondLst>
                                  <p:childTnLst>
                                    <p:set>
                                      <p:cBhvr>
                                        <p:cTn id="112" dur="1" fill="hold">
                                          <p:stCondLst>
                                            <p:cond delay="0"/>
                                          </p:stCondLst>
                                        </p:cTn>
                                        <p:tgtEl>
                                          <p:spTgt spid="9"/>
                                        </p:tgtEl>
                                        <p:attrNameLst>
                                          <p:attrName>style.visibility</p:attrName>
                                        </p:attrNameLst>
                                      </p:cBhvr>
                                      <p:to>
                                        <p:strVal val="visible"/>
                                      </p:to>
                                    </p:set>
                                  </p:childTnLst>
                                </p:cTn>
                              </p:par>
                              <p:par>
                                <p:cTn id="113" presetID="1" presetClass="entr" presetSubtype="0" fill="hold" nodeType="withEffect" restart="never">
                                  <p:stCondLst>
                                    <p:cond delay="80"/>
                                  </p:stCondLst>
                                  <p:childTnLst>
                                    <p:set>
                                      <p:cBhvr>
                                        <p:cTn id="114" dur="1" fill="hold">
                                          <p:stCondLst>
                                            <p:cond delay="0"/>
                                          </p:stCondLst>
                                        </p:cTn>
                                        <p:tgtEl>
                                          <p:spTgt spid="70"/>
                                        </p:tgtEl>
                                        <p:attrNameLst>
                                          <p:attrName>style.visibility</p:attrName>
                                        </p:attrNameLst>
                                      </p:cBhvr>
                                      <p:to>
                                        <p:strVal val="visible"/>
                                      </p:to>
                                    </p:set>
                                  </p:childTnLst>
                                </p:cTn>
                              </p:par>
                              <p:par>
                                <p:cTn id="115" presetID="1" presetClass="entr" presetSubtype="0" fill="hold" nodeType="withEffect" restart="never">
                                  <p:stCondLst>
                                    <p:cond delay="160"/>
                                  </p:stCondLst>
                                  <p:childTnLst>
                                    <p:set>
                                      <p:cBhvr>
                                        <p:cTn id="116" dur="1" fill="hold">
                                          <p:stCondLst>
                                            <p:cond delay="0"/>
                                          </p:stCondLst>
                                        </p:cTn>
                                        <p:tgtEl>
                                          <p:spTgt spid="71"/>
                                        </p:tgtEl>
                                        <p:attrNameLst>
                                          <p:attrName>style.visibility</p:attrName>
                                        </p:attrNameLst>
                                      </p:cBhvr>
                                      <p:to>
                                        <p:strVal val="visible"/>
                                      </p:to>
                                    </p:set>
                                  </p:childTnLst>
                                </p:cTn>
                              </p:par>
                              <p:par>
                                <p:cTn id="117" presetID="1" presetClass="entr" presetSubtype="0" fill="hold" nodeType="withEffect" restart="never">
                                  <p:stCondLst>
                                    <p:cond delay="240"/>
                                  </p:stCondLst>
                                  <p:childTnLst>
                                    <p:set>
                                      <p:cBhvr>
                                        <p:cTn id="118" dur="1" fill="hold">
                                          <p:stCondLst>
                                            <p:cond delay="0"/>
                                          </p:stCondLst>
                                        </p:cTn>
                                        <p:tgtEl>
                                          <p:spTgt spid="72"/>
                                        </p:tgtEl>
                                        <p:attrNameLst>
                                          <p:attrName>style.visibility</p:attrName>
                                        </p:attrNameLst>
                                      </p:cBhvr>
                                      <p:to>
                                        <p:strVal val="visible"/>
                                      </p:to>
                                    </p:set>
                                  </p:childTnLst>
                                </p:cTn>
                              </p:par>
                              <p:par>
                                <p:cTn id="119" presetID="1" presetClass="entr" presetSubtype="0" fill="hold" nodeType="withEffect" restart="never">
                                  <p:stCondLst>
                                    <p:cond delay="320"/>
                                  </p:stCondLst>
                                  <p:childTnLst>
                                    <p:set>
                                      <p:cBhvr>
                                        <p:cTn id="120" dur="1" fill="hold">
                                          <p:stCondLst>
                                            <p:cond delay="0"/>
                                          </p:stCondLst>
                                        </p:cTn>
                                        <p:tgtEl>
                                          <p:spTgt spid="73"/>
                                        </p:tgtEl>
                                        <p:attrNameLst>
                                          <p:attrName>style.visibility</p:attrName>
                                        </p:attrNameLst>
                                      </p:cBhvr>
                                      <p:to>
                                        <p:strVal val="visible"/>
                                      </p:to>
                                    </p:set>
                                  </p:childTnLst>
                                </p:cTn>
                              </p:par>
                              <p:par>
                                <p:cTn id="121" presetID="1" presetClass="entr" presetSubtype="0" fill="hold" nodeType="withEffect" restart="never">
                                  <p:stCondLst>
                                    <p:cond delay="400"/>
                                  </p:stCondLst>
                                  <p:childTnLst>
                                    <p:set>
                                      <p:cBhvr>
                                        <p:cTn id="122" dur="1" fill="hold">
                                          <p:stCondLst>
                                            <p:cond delay="0"/>
                                          </p:stCondLst>
                                        </p:cTn>
                                        <p:tgtEl>
                                          <p:spTgt spid="74"/>
                                        </p:tgtEl>
                                        <p:attrNameLst>
                                          <p:attrName>style.visibility</p:attrName>
                                        </p:attrNameLst>
                                      </p:cBhvr>
                                      <p:to>
                                        <p:strVal val="visible"/>
                                      </p:to>
                                    </p:set>
                                  </p:childTnLst>
                                </p:cTn>
                              </p:par>
                              <p:par>
                                <p:cTn id="123" presetID="1" presetClass="entr" presetSubtype="0" fill="hold" nodeType="withEffect" restart="never">
                                  <p:stCondLst>
                                    <p:cond delay="480"/>
                                  </p:stCondLst>
                                  <p:childTnLst>
                                    <p:set>
                                      <p:cBhvr>
                                        <p:cTn id="124" dur="1" fill="hold">
                                          <p:stCondLst>
                                            <p:cond delay="0"/>
                                          </p:stCondLst>
                                        </p:cTn>
                                        <p:tgtEl>
                                          <p:spTgt spid="75"/>
                                        </p:tgtEl>
                                        <p:attrNameLst>
                                          <p:attrName>style.visibility</p:attrName>
                                        </p:attrNameLst>
                                      </p:cBhvr>
                                      <p:to>
                                        <p:strVal val="visible"/>
                                      </p:to>
                                    </p:set>
                                  </p:childTnLst>
                                </p:cTn>
                              </p:par>
                              <p:par>
                                <p:cTn id="125" presetID="1" presetClass="entr" presetSubtype="0" fill="hold" nodeType="withEffect" restart="never">
                                  <p:stCondLst>
                                    <p:cond delay="560"/>
                                  </p:stCondLst>
                                  <p:childTnLst>
                                    <p:set>
                                      <p:cBhvr>
                                        <p:cTn id="126" dur="1" fill="hold">
                                          <p:stCondLst>
                                            <p:cond delay="0"/>
                                          </p:stCondLst>
                                        </p:cTn>
                                        <p:tgtEl>
                                          <p:spTgt spid="76"/>
                                        </p:tgtEl>
                                        <p:attrNameLst>
                                          <p:attrName>style.visibility</p:attrName>
                                        </p:attrNameLst>
                                      </p:cBhvr>
                                      <p:to>
                                        <p:strVal val="visible"/>
                                      </p:to>
                                    </p:set>
                                  </p:childTnLst>
                                </p:cTn>
                              </p:par>
                              <p:par>
                                <p:cTn id="127" presetID="1" presetClass="entr" presetSubtype="0" fill="hold" nodeType="withEffect" restart="never">
                                  <p:stCondLst>
                                    <p:cond delay="640"/>
                                  </p:stCondLst>
                                  <p:childTnLst>
                                    <p:set>
                                      <p:cBhvr>
                                        <p:cTn id="128" dur="1" fill="hold">
                                          <p:stCondLst>
                                            <p:cond delay="0"/>
                                          </p:stCondLst>
                                        </p:cTn>
                                        <p:tgtEl>
                                          <p:spTgt spid="77"/>
                                        </p:tgtEl>
                                        <p:attrNameLst>
                                          <p:attrName>style.visibility</p:attrName>
                                        </p:attrNameLst>
                                      </p:cBhvr>
                                      <p:to>
                                        <p:strVal val="visible"/>
                                      </p:to>
                                    </p:set>
                                  </p:childTnLst>
                                </p:cTn>
                              </p:par>
                              <p:par>
                                <p:cTn id="129" presetID="1" presetClass="entr" presetSubtype="0" fill="hold" nodeType="withEffect" restart="never">
                                  <p:stCondLst>
                                    <p:cond delay="720"/>
                                  </p:stCondLst>
                                  <p:childTnLst>
                                    <p:set>
                                      <p:cBhvr>
                                        <p:cTn id="130" dur="1" fill="hold">
                                          <p:stCondLst>
                                            <p:cond delay="0"/>
                                          </p:stCondLst>
                                        </p:cTn>
                                        <p:tgtEl>
                                          <p:spTgt spid="78"/>
                                        </p:tgtEl>
                                        <p:attrNameLst>
                                          <p:attrName>style.visibility</p:attrName>
                                        </p:attrNameLst>
                                      </p:cBhvr>
                                      <p:to>
                                        <p:strVal val="visible"/>
                                      </p:to>
                                    </p:set>
                                  </p:childTnLst>
                                </p:cTn>
                              </p:par>
                              <p:par>
                                <p:cTn id="131" presetID="1" presetClass="entr" presetSubtype="0" fill="hold" nodeType="withEffect" restart="never">
                                  <p:stCondLst>
                                    <p:cond delay="800"/>
                                  </p:stCondLst>
                                  <p:childTnLst>
                                    <p:set>
                                      <p:cBhvr>
                                        <p:cTn id="132" dur="1" fill="hold">
                                          <p:stCondLst>
                                            <p:cond delay="0"/>
                                          </p:stCondLst>
                                        </p:cTn>
                                        <p:tgtEl>
                                          <p:spTgt spid="79"/>
                                        </p:tgtEl>
                                        <p:attrNameLst>
                                          <p:attrName>style.visibility</p:attrName>
                                        </p:attrNameLst>
                                      </p:cBhvr>
                                      <p:to>
                                        <p:strVal val="visible"/>
                                      </p:to>
                                    </p:set>
                                  </p:childTnLst>
                                </p:cTn>
                              </p:par>
                              <p:par>
                                <p:cTn id="133" presetID="1" presetClass="entr" presetSubtype="0" fill="hold" nodeType="withEffect" restart="never">
                                  <p:stCondLst>
                                    <p:cond delay="880"/>
                                  </p:stCondLst>
                                  <p:childTnLst>
                                    <p:set>
                                      <p:cBhvr>
                                        <p:cTn id="134" dur="1" fill="hold">
                                          <p:stCondLst>
                                            <p:cond delay="0"/>
                                          </p:stCondLst>
                                        </p:cTn>
                                        <p:tgtEl>
                                          <p:spTgt spid="80"/>
                                        </p:tgtEl>
                                        <p:attrNameLst>
                                          <p:attrName>style.visibility</p:attrName>
                                        </p:attrNameLst>
                                      </p:cBhvr>
                                      <p:to>
                                        <p:strVal val="visible"/>
                                      </p:to>
                                    </p:set>
                                  </p:childTnLst>
                                </p:cTn>
                              </p:par>
                              <p:par>
                                <p:cTn id="135" presetID="1" presetClass="entr" presetSubtype="0" fill="hold" nodeType="withEffect" restart="never">
                                  <p:stCondLst>
                                    <p:cond delay="960"/>
                                  </p:stCondLst>
                                  <p:childTnLst>
                                    <p:set>
                                      <p:cBhvr>
                                        <p:cTn id="136" dur="1" fill="hold">
                                          <p:stCondLst>
                                            <p:cond delay="0"/>
                                          </p:stCondLst>
                                        </p:cTn>
                                        <p:tgtEl>
                                          <p:spTgt spid="81"/>
                                        </p:tgtEl>
                                        <p:attrNameLst>
                                          <p:attrName>style.visibility</p:attrName>
                                        </p:attrNameLst>
                                      </p:cBhvr>
                                      <p:to>
                                        <p:strVal val="visible"/>
                                      </p:to>
                                    </p:set>
                                  </p:childTnLst>
                                </p:cTn>
                              </p:par>
                              <p:par>
                                <p:cTn id="137" presetID="1" presetClass="entr" presetSubtype="0" fill="hold" nodeType="withEffect" restart="never">
                                  <p:stCondLst>
                                    <p:cond delay="1040"/>
                                  </p:stCondLst>
                                  <p:childTnLst>
                                    <p:set>
                                      <p:cBhvr>
                                        <p:cTn id="138" dur="1" fill="hold">
                                          <p:stCondLst>
                                            <p:cond delay="0"/>
                                          </p:stCondLst>
                                        </p:cTn>
                                        <p:tgtEl>
                                          <p:spTgt spid="82"/>
                                        </p:tgtEl>
                                        <p:attrNameLst>
                                          <p:attrName>style.visibility</p:attrName>
                                        </p:attrNameLst>
                                      </p:cBhvr>
                                      <p:to>
                                        <p:strVal val="visible"/>
                                      </p:to>
                                    </p:set>
                                  </p:childTnLst>
                                </p:cTn>
                              </p:par>
                              <p:par>
                                <p:cTn id="139" presetID="1" presetClass="entr" presetSubtype="0" fill="hold" nodeType="withEffect" restart="never">
                                  <p:stCondLst>
                                    <p:cond delay="1120"/>
                                  </p:stCondLst>
                                  <p:childTnLst>
                                    <p:set>
                                      <p:cBhvr>
                                        <p:cTn id="140" dur="1" fill="hold">
                                          <p:stCondLst>
                                            <p:cond delay="0"/>
                                          </p:stCondLst>
                                        </p:cTn>
                                        <p:tgtEl>
                                          <p:spTgt spid="83"/>
                                        </p:tgtEl>
                                        <p:attrNameLst>
                                          <p:attrName>style.visibility</p:attrName>
                                        </p:attrNameLst>
                                      </p:cBhvr>
                                      <p:to>
                                        <p:strVal val="visible"/>
                                      </p:to>
                                    </p:set>
                                  </p:childTnLst>
                                </p:cTn>
                              </p:par>
                              <p:par>
                                <p:cTn id="141" presetID="1" presetClass="entr" presetSubtype="0" fill="hold" nodeType="withEffect" restart="never">
                                  <p:stCondLst>
                                    <p:cond delay="1200"/>
                                  </p:stCondLst>
                                  <p:childTnLst>
                                    <p:set>
                                      <p:cBhvr>
                                        <p:cTn id="142" dur="1" fill="hold">
                                          <p:stCondLst>
                                            <p:cond delay="0"/>
                                          </p:stCondLst>
                                        </p:cTn>
                                        <p:tgtEl>
                                          <p:spTgt spid="84"/>
                                        </p:tgtEl>
                                        <p:attrNameLst>
                                          <p:attrName>style.visibility</p:attrName>
                                        </p:attrNameLst>
                                      </p:cBhvr>
                                      <p:to>
                                        <p:strVal val="visible"/>
                                      </p:to>
                                    </p:set>
                                  </p:childTnLst>
                                </p:cTn>
                              </p:par>
                              <p:par>
                                <p:cTn id="143" presetID="1" presetClass="entr" presetSubtype="0" fill="hold" nodeType="withEffect" restart="never">
                                  <p:stCondLst>
                                    <p:cond delay="1280"/>
                                  </p:stCondLst>
                                  <p:childTnLst>
                                    <p:set>
                                      <p:cBhvr>
                                        <p:cTn id="144" dur="1" fill="hold">
                                          <p:stCondLst>
                                            <p:cond delay="0"/>
                                          </p:stCondLst>
                                        </p:cTn>
                                        <p:tgtEl>
                                          <p:spTgt spid="85"/>
                                        </p:tgtEl>
                                        <p:attrNameLst>
                                          <p:attrName>style.visibility</p:attrName>
                                        </p:attrNameLst>
                                      </p:cBhvr>
                                      <p:to>
                                        <p:strVal val="visible"/>
                                      </p:to>
                                    </p:set>
                                  </p:childTnLst>
                                </p:cTn>
                              </p:par>
                              <p:par>
                                <p:cTn id="145" presetID="1" presetClass="entr" presetSubtype="0" fill="hold" nodeType="withEffect" restart="never">
                                  <p:stCondLst>
                                    <p:cond delay="1360"/>
                                  </p:stCondLst>
                                  <p:childTnLst>
                                    <p:set>
                                      <p:cBhvr>
                                        <p:cTn id="146" dur="1" fill="hold">
                                          <p:stCondLst>
                                            <p:cond delay="0"/>
                                          </p:stCondLst>
                                        </p:cTn>
                                        <p:tgtEl>
                                          <p:spTgt spid="86"/>
                                        </p:tgtEl>
                                        <p:attrNameLst>
                                          <p:attrName>style.visibility</p:attrName>
                                        </p:attrNameLst>
                                      </p:cBhvr>
                                      <p:to>
                                        <p:strVal val="visible"/>
                                      </p:to>
                                    </p:set>
                                  </p:childTnLst>
                                </p:cTn>
                              </p:par>
                              <p:par>
                                <p:cTn id="147" presetID="1" presetClass="entr" presetSubtype="0" fill="hold" nodeType="withEffect" restart="never">
                                  <p:stCondLst>
                                    <p:cond delay="1440"/>
                                  </p:stCondLst>
                                  <p:childTnLst>
                                    <p:set>
                                      <p:cBhvr>
                                        <p:cTn id="148" dur="1" fill="hold">
                                          <p:stCondLst>
                                            <p:cond delay="0"/>
                                          </p:stCondLst>
                                        </p:cTn>
                                        <p:tgtEl>
                                          <p:spTgt spid="87"/>
                                        </p:tgtEl>
                                        <p:attrNameLst>
                                          <p:attrName>style.visibility</p:attrName>
                                        </p:attrNameLst>
                                      </p:cBhvr>
                                      <p:to>
                                        <p:strVal val="visible"/>
                                      </p:to>
                                    </p:set>
                                  </p:childTnLst>
                                </p:cTn>
                              </p:par>
                              <p:par>
                                <p:cTn id="149" presetID="1" presetClass="entr" presetSubtype="0" fill="hold" nodeType="withEffect" restart="never">
                                  <p:stCondLst>
                                    <p:cond delay="1520"/>
                                  </p:stCondLst>
                                  <p:childTnLst>
                                    <p:set>
                                      <p:cBhvr>
                                        <p:cTn id="150" dur="1" fill="hold">
                                          <p:stCondLst>
                                            <p:cond delay="0"/>
                                          </p:stCondLst>
                                        </p:cTn>
                                        <p:tgtEl>
                                          <p:spTgt spid="88"/>
                                        </p:tgtEl>
                                        <p:attrNameLst>
                                          <p:attrName>style.visibility</p:attrName>
                                        </p:attrNameLst>
                                      </p:cBhvr>
                                      <p:to>
                                        <p:strVal val="visible"/>
                                      </p:to>
                                    </p:set>
                                  </p:childTnLst>
                                </p:cTn>
                              </p:par>
                              <p:par>
                                <p:cTn id="151" presetID="1" presetClass="entr" presetSubtype="0" fill="hold" nodeType="withEffect" restart="never">
                                  <p:stCondLst>
                                    <p:cond delay="1600"/>
                                  </p:stCondLst>
                                  <p:childTnLst>
                                    <p:set>
                                      <p:cBhvr>
                                        <p:cTn id="152" dur="1" fill="hold">
                                          <p:stCondLst>
                                            <p:cond delay="0"/>
                                          </p:stCondLst>
                                        </p:cTn>
                                        <p:tgtEl>
                                          <p:spTgt spid="89"/>
                                        </p:tgtEl>
                                        <p:attrNameLst>
                                          <p:attrName>style.visibility</p:attrName>
                                        </p:attrNameLst>
                                      </p:cBhvr>
                                      <p:to>
                                        <p:strVal val="visible"/>
                                      </p:to>
                                    </p:set>
                                  </p:childTnLst>
                                </p:cTn>
                              </p:par>
                              <p:par>
                                <p:cTn id="153" presetID="1" presetClass="entr" presetSubtype="0" fill="hold" nodeType="withEffect" restart="never">
                                  <p:stCondLst>
                                    <p:cond delay="1680"/>
                                  </p:stCondLst>
                                  <p:childTnLst>
                                    <p:set>
                                      <p:cBhvr>
                                        <p:cTn id="154" dur="1" fill="hold">
                                          <p:stCondLst>
                                            <p:cond delay="0"/>
                                          </p:stCondLst>
                                        </p:cTn>
                                        <p:tgtEl>
                                          <p:spTgt spid="90"/>
                                        </p:tgtEl>
                                        <p:attrNameLst>
                                          <p:attrName>style.visibility</p:attrName>
                                        </p:attrNameLst>
                                      </p:cBhvr>
                                      <p:to>
                                        <p:strVal val="visible"/>
                                      </p:to>
                                    </p:set>
                                  </p:childTnLst>
                                </p:cTn>
                              </p:par>
                              <p:par>
                                <p:cTn id="155" presetID="1" presetClass="entr" presetSubtype="0" fill="hold" nodeType="withEffect" restart="never">
                                  <p:stCondLst>
                                    <p:cond delay="1760"/>
                                  </p:stCondLst>
                                  <p:childTnLst>
                                    <p:set>
                                      <p:cBhvr>
                                        <p:cTn id="156" dur="1" fill="hold">
                                          <p:stCondLst>
                                            <p:cond delay="0"/>
                                          </p:stCondLst>
                                        </p:cTn>
                                        <p:tgtEl>
                                          <p:spTgt spid="91"/>
                                        </p:tgtEl>
                                        <p:attrNameLst>
                                          <p:attrName>style.visibility</p:attrName>
                                        </p:attrNameLst>
                                      </p:cBhvr>
                                      <p:to>
                                        <p:strVal val="visible"/>
                                      </p:to>
                                    </p:set>
                                  </p:childTnLst>
                                </p:cTn>
                              </p:par>
                              <p:par>
                                <p:cTn id="157" presetID="1" presetClass="entr" presetSubtype="0" fill="hold" nodeType="withEffect" restart="never">
                                  <p:stCondLst>
                                    <p:cond delay="1840"/>
                                  </p:stCondLst>
                                  <p:childTnLst>
                                    <p:set>
                                      <p:cBhvr>
                                        <p:cTn id="158" dur="1" fill="hold">
                                          <p:stCondLst>
                                            <p:cond delay="0"/>
                                          </p:stCondLst>
                                        </p:cTn>
                                        <p:tgtEl>
                                          <p:spTgt spid="92"/>
                                        </p:tgtEl>
                                        <p:attrNameLst>
                                          <p:attrName>style.visibility</p:attrName>
                                        </p:attrNameLst>
                                      </p:cBhvr>
                                      <p:to>
                                        <p:strVal val="visible"/>
                                      </p:to>
                                    </p:set>
                                  </p:childTnLst>
                                </p:cTn>
                              </p:par>
                              <p:par>
                                <p:cTn id="159" presetID="1" presetClass="entr" presetSubtype="0" fill="hold" nodeType="withEffect" restart="never">
                                  <p:stCondLst>
                                    <p:cond delay="1920"/>
                                  </p:stCondLst>
                                  <p:childTnLst>
                                    <p:set>
                                      <p:cBhvr>
                                        <p:cTn id="160" dur="1" fill="hold">
                                          <p:stCondLst>
                                            <p:cond delay="0"/>
                                          </p:stCondLst>
                                        </p:cTn>
                                        <p:tgtEl>
                                          <p:spTgt spid="93"/>
                                        </p:tgtEl>
                                        <p:attrNameLst>
                                          <p:attrName>style.visibility</p:attrName>
                                        </p:attrNameLst>
                                      </p:cBhvr>
                                      <p:to>
                                        <p:strVal val="visible"/>
                                      </p:to>
                                    </p:set>
                                  </p:childTnLst>
                                </p:cTn>
                              </p:par>
                              <p:par>
                                <p:cTn id="161" presetID="1" presetClass="entr" presetSubtype="0" fill="hold" nodeType="withEffect" restart="never">
                                  <p:stCondLst>
                                    <p:cond delay="2000"/>
                                  </p:stCondLst>
                                  <p:childTnLst>
                                    <p:set>
                                      <p:cBhvr>
                                        <p:cTn id="162" dur="1" fill="hold">
                                          <p:stCondLst>
                                            <p:cond delay="0"/>
                                          </p:stCondLst>
                                        </p:cTn>
                                        <p:tgtEl>
                                          <p:spTgt spid="94"/>
                                        </p:tgtEl>
                                        <p:attrNameLst>
                                          <p:attrName>style.visibility</p:attrName>
                                        </p:attrNameLst>
                                      </p:cBhvr>
                                      <p:to>
                                        <p:strVal val="visible"/>
                                      </p:to>
                                    </p:set>
                                  </p:childTnLst>
                                </p:cTn>
                              </p:par>
                              <p:par>
                                <p:cTn id="163" presetID="1" presetClass="entr" presetSubtype="0" fill="hold" nodeType="withEffect" restart="never">
                                  <p:stCondLst>
                                    <p:cond delay="2080"/>
                                  </p:stCondLst>
                                  <p:childTnLst>
                                    <p:set>
                                      <p:cBhvr>
                                        <p:cTn id="164" dur="1" fill="hold">
                                          <p:stCondLst>
                                            <p:cond delay="0"/>
                                          </p:stCondLst>
                                        </p:cTn>
                                        <p:tgtEl>
                                          <p:spTgt spid="95"/>
                                        </p:tgtEl>
                                        <p:attrNameLst>
                                          <p:attrName>style.visibility</p:attrName>
                                        </p:attrNameLst>
                                      </p:cBhvr>
                                      <p:to>
                                        <p:strVal val="visible"/>
                                      </p:to>
                                    </p:set>
                                  </p:childTnLst>
                                </p:cTn>
                              </p:par>
                              <p:par>
                                <p:cTn id="165" presetID="1" presetClass="entr" presetSubtype="0" fill="hold" nodeType="withEffect" restart="never">
                                  <p:stCondLst>
                                    <p:cond delay="2160"/>
                                  </p:stCondLst>
                                  <p:childTnLst>
                                    <p:set>
                                      <p:cBhvr>
                                        <p:cTn id="166" dur="1" fill="hold">
                                          <p:stCondLst>
                                            <p:cond delay="0"/>
                                          </p:stCondLst>
                                        </p:cTn>
                                        <p:tgtEl>
                                          <p:spTgt spid="96"/>
                                        </p:tgtEl>
                                        <p:attrNameLst>
                                          <p:attrName>style.visibility</p:attrName>
                                        </p:attrNameLst>
                                      </p:cBhvr>
                                      <p:to>
                                        <p:strVal val="visible"/>
                                      </p:to>
                                    </p:set>
                                  </p:childTnLst>
                                </p:cTn>
                              </p:par>
                              <p:par>
                                <p:cTn id="167" presetID="1" presetClass="entr" presetSubtype="0" fill="hold" nodeType="withEffect" restart="never">
                                  <p:stCondLst>
                                    <p:cond delay="2240"/>
                                  </p:stCondLst>
                                  <p:childTnLst>
                                    <p:set>
                                      <p:cBhvr>
                                        <p:cTn id="168" dur="1" fill="hold">
                                          <p:stCondLst>
                                            <p:cond delay="0"/>
                                          </p:stCondLst>
                                        </p:cTn>
                                        <p:tgtEl>
                                          <p:spTgt spid="97"/>
                                        </p:tgtEl>
                                        <p:attrNameLst>
                                          <p:attrName>style.visibility</p:attrName>
                                        </p:attrNameLst>
                                      </p:cBhvr>
                                      <p:to>
                                        <p:strVal val="visible"/>
                                      </p:to>
                                    </p:set>
                                  </p:childTnLst>
                                </p:cTn>
                              </p:par>
                              <p:par>
                                <p:cTn id="169" presetID="1" presetClass="entr" presetSubtype="0" fill="hold" nodeType="withEffect" restart="never">
                                  <p:stCondLst>
                                    <p:cond delay="2320"/>
                                  </p:stCondLst>
                                  <p:childTnLst>
                                    <p:set>
                                      <p:cBhvr>
                                        <p:cTn id="170" dur="1" fill="hold">
                                          <p:stCondLst>
                                            <p:cond delay="0"/>
                                          </p:stCondLst>
                                        </p:cTn>
                                        <p:tgtEl>
                                          <p:spTgt spid="98"/>
                                        </p:tgtEl>
                                        <p:attrNameLst>
                                          <p:attrName>style.visibility</p:attrName>
                                        </p:attrNameLst>
                                      </p:cBhvr>
                                      <p:to>
                                        <p:strVal val="visible"/>
                                      </p:to>
                                    </p:set>
                                  </p:childTnLst>
                                </p:cTn>
                              </p:par>
                              <p:par>
                                <p:cTn id="171" presetID="1" presetClass="entr" presetSubtype="0" fill="hold" nodeType="withEffect" restart="never">
                                  <p:stCondLst>
                                    <p:cond delay="2400"/>
                                  </p:stCondLst>
                                  <p:childTnLst>
                                    <p:set>
                                      <p:cBhvr>
                                        <p:cTn id="172" dur="1" fill="hold">
                                          <p:stCondLst>
                                            <p:cond delay="0"/>
                                          </p:stCondLst>
                                        </p:cTn>
                                        <p:tgtEl>
                                          <p:spTgt spid="99"/>
                                        </p:tgtEl>
                                        <p:attrNameLst>
                                          <p:attrName>style.visibility</p:attrName>
                                        </p:attrNameLst>
                                      </p:cBhvr>
                                      <p:to>
                                        <p:strVal val="visible"/>
                                      </p:to>
                                    </p:set>
                                  </p:childTnLst>
                                </p:cTn>
                              </p:par>
                              <p:par>
                                <p:cTn id="173" presetID="1" presetClass="entr" presetSubtype="0" fill="hold" nodeType="withEffect" restart="never">
                                  <p:stCondLst>
                                    <p:cond delay="2480"/>
                                  </p:stCondLst>
                                  <p:childTnLst>
                                    <p:set>
                                      <p:cBhvr>
                                        <p:cTn id="174" dur="1" fill="hold">
                                          <p:stCondLst>
                                            <p:cond delay="0"/>
                                          </p:stCondLst>
                                        </p:cTn>
                                        <p:tgtEl>
                                          <p:spTgt spid="100"/>
                                        </p:tgtEl>
                                        <p:attrNameLst>
                                          <p:attrName>style.visibility</p:attrName>
                                        </p:attrNameLst>
                                      </p:cBhvr>
                                      <p:to>
                                        <p:strVal val="visible"/>
                                      </p:to>
                                    </p:set>
                                  </p:childTnLst>
                                </p:cTn>
                              </p:par>
                              <p:par>
                                <p:cTn id="175" presetID="1" presetClass="entr" presetSubtype="0" fill="hold" nodeType="withEffect" restart="never">
                                  <p:stCondLst>
                                    <p:cond delay="2560"/>
                                  </p:stCondLst>
                                  <p:childTnLst>
                                    <p:set>
                                      <p:cBhvr>
                                        <p:cTn id="176" dur="1" fill="hold">
                                          <p:stCondLst>
                                            <p:cond delay="0"/>
                                          </p:stCondLst>
                                        </p:cTn>
                                        <p:tgtEl>
                                          <p:spTgt spid="101"/>
                                        </p:tgtEl>
                                        <p:attrNameLst>
                                          <p:attrName>style.visibility</p:attrName>
                                        </p:attrNameLst>
                                      </p:cBhvr>
                                      <p:to>
                                        <p:strVal val="visible"/>
                                      </p:to>
                                    </p:set>
                                  </p:childTnLst>
                                </p:cTn>
                              </p:par>
                              <p:par>
                                <p:cTn id="177" presetID="1" presetClass="entr" presetSubtype="0" fill="hold" nodeType="withEffect" restart="never">
                                  <p:stCondLst>
                                    <p:cond delay="2640"/>
                                  </p:stCondLst>
                                  <p:childTnLst>
                                    <p:set>
                                      <p:cBhvr>
                                        <p:cTn id="178" dur="1" fill="hold">
                                          <p:stCondLst>
                                            <p:cond delay="0"/>
                                          </p:stCondLst>
                                        </p:cTn>
                                        <p:tgtEl>
                                          <p:spTgt spid="102"/>
                                        </p:tgtEl>
                                        <p:attrNameLst>
                                          <p:attrName>style.visibility</p:attrName>
                                        </p:attrNameLst>
                                      </p:cBhvr>
                                      <p:to>
                                        <p:strVal val="visible"/>
                                      </p:to>
                                    </p:set>
                                  </p:childTnLst>
                                </p:cTn>
                              </p:par>
                              <p:par>
                                <p:cTn id="179" presetID="1" presetClass="entr" presetSubtype="0" fill="hold" nodeType="withEffect" restart="never">
                                  <p:stCondLst>
                                    <p:cond delay="2720"/>
                                  </p:stCondLst>
                                  <p:childTnLst>
                                    <p:set>
                                      <p:cBhvr>
                                        <p:cTn id="180" dur="1" fill="hold">
                                          <p:stCondLst>
                                            <p:cond delay="0"/>
                                          </p:stCondLst>
                                        </p:cTn>
                                        <p:tgtEl>
                                          <p:spTgt spid="103"/>
                                        </p:tgtEl>
                                        <p:attrNameLst>
                                          <p:attrName>style.visibility</p:attrName>
                                        </p:attrNameLst>
                                      </p:cBhvr>
                                      <p:to>
                                        <p:strVal val="visible"/>
                                      </p:to>
                                    </p:set>
                                  </p:childTnLst>
                                </p:cTn>
                              </p:par>
                              <p:par>
                                <p:cTn id="181" presetID="1" presetClass="entr" presetSubtype="0" fill="hold" nodeType="withEffect" restart="never">
                                  <p:stCondLst>
                                    <p:cond delay="2800"/>
                                  </p:stCondLst>
                                  <p:childTnLst>
                                    <p:set>
                                      <p:cBhvr>
                                        <p:cTn id="182" dur="1" fill="hold">
                                          <p:stCondLst>
                                            <p:cond delay="0"/>
                                          </p:stCondLst>
                                        </p:cTn>
                                        <p:tgtEl>
                                          <p:spTgt spid="104"/>
                                        </p:tgtEl>
                                        <p:attrNameLst>
                                          <p:attrName>style.visibility</p:attrName>
                                        </p:attrNameLst>
                                      </p:cBhvr>
                                      <p:to>
                                        <p:strVal val="visible"/>
                                      </p:to>
                                    </p:set>
                                  </p:childTnLst>
                                </p:cTn>
                              </p:par>
                              <p:par>
                                <p:cTn id="183" presetID="1" presetClass="entr" presetSubtype="0" fill="hold" nodeType="withEffect" restart="never">
                                  <p:stCondLst>
                                    <p:cond delay="2880"/>
                                  </p:stCondLst>
                                  <p:childTnLst>
                                    <p:set>
                                      <p:cBhvr>
                                        <p:cTn id="184" dur="1" fill="hold">
                                          <p:stCondLst>
                                            <p:cond delay="0"/>
                                          </p:stCondLst>
                                        </p:cTn>
                                        <p:tgtEl>
                                          <p:spTgt spid="105"/>
                                        </p:tgtEl>
                                        <p:attrNameLst>
                                          <p:attrName>style.visibility</p:attrName>
                                        </p:attrNameLst>
                                      </p:cBhvr>
                                      <p:to>
                                        <p:strVal val="visible"/>
                                      </p:to>
                                    </p:set>
                                  </p:childTnLst>
                                </p:cTn>
                              </p:par>
                              <p:par>
                                <p:cTn id="185" presetID="1" presetClass="entr" presetSubtype="0" fill="hold" nodeType="withEffect" restart="never">
                                  <p:stCondLst>
                                    <p:cond delay="2960"/>
                                  </p:stCondLst>
                                  <p:childTnLst>
                                    <p:set>
                                      <p:cBhvr>
                                        <p:cTn id="186" dur="1" fill="hold">
                                          <p:stCondLst>
                                            <p:cond delay="0"/>
                                          </p:stCondLst>
                                        </p:cTn>
                                        <p:tgtEl>
                                          <p:spTgt spid="106"/>
                                        </p:tgtEl>
                                        <p:attrNameLst>
                                          <p:attrName>style.visibility</p:attrName>
                                        </p:attrNameLst>
                                      </p:cBhvr>
                                      <p:to>
                                        <p:strVal val="visible"/>
                                      </p:to>
                                    </p:set>
                                  </p:childTnLst>
                                </p:cTn>
                              </p:par>
                              <p:par>
                                <p:cTn id="187" presetID="1" presetClass="entr" presetSubtype="0" fill="hold" nodeType="withEffect" restart="never">
                                  <p:stCondLst>
                                    <p:cond delay="3040"/>
                                  </p:stCondLst>
                                  <p:childTnLst>
                                    <p:set>
                                      <p:cBhvr>
                                        <p:cTn id="188" dur="1" fill="hold">
                                          <p:stCondLst>
                                            <p:cond delay="0"/>
                                          </p:stCondLst>
                                        </p:cTn>
                                        <p:tgtEl>
                                          <p:spTgt spid="107"/>
                                        </p:tgtEl>
                                        <p:attrNameLst>
                                          <p:attrName>style.visibility</p:attrName>
                                        </p:attrNameLst>
                                      </p:cBhvr>
                                      <p:to>
                                        <p:strVal val="visible"/>
                                      </p:to>
                                    </p:set>
                                  </p:childTnLst>
                                </p:cTn>
                              </p:par>
                              <p:par>
                                <p:cTn id="189" presetID="1" presetClass="entr" presetSubtype="0" fill="hold" nodeType="withEffect" restart="never">
                                  <p:stCondLst>
                                    <p:cond delay="3120"/>
                                  </p:stCondLst>
                                  <p:childTnLst>
                                    <p:set>
                                      <p:cBhvr>
                                        <p:cTn id="190" dur="1" fill="hold">
                                          <p:stCondLst>
                                            <p:cond delay="0"/>
                                          </p:stCondLst>
                                        </p:cTn>
                                        <p:tgtEl>
                                          <p:spTgt spid="108"/>
                                        </p:tgtEl>
                                        <p:attrNameLst>
                                          <p:attrName>style.visibility</p:attrName>
                                        </p:attrNameLst>
                                      </p:cBhvr>
                                      <p:to>
                                        <p:strVal val="visible"/>
                                      </p:to>
                                    </p:set>
                                  </p:childTnLst>
                                </p:cTn>
                              </p:par>
                              <p:par>
                                <p:cTn id="191" presetID="1" presetClass="entr" presetSubtype="0" fill="hold" nodeType="withEffect" restart="never">
                                  <p:stCondLst>
                                    <p:cond delay="3200"/>
                                  </p:stCondLst>
                                  <p:childTnLst>
                                    <p:set>
                                      <p:cBhvr>
                                        <p:cTn id="192" dur="1" fill="hold">
                                          <p:stCondLst>
                                            <p:cond delay="0"/>
                                          </p:stCondLst>
                                        </p:cTn>
                                        <p:tgtEl>
                                          <p:spTgt spid="109"/>
                                        </p:tgtEl>
                                        <p:attrNameLst>
                                          <p:attrName>style.visibility</p:attrName>
                                        </p:attrNameLst>
                                      </p:cBhvr>
                                      <p:to>
                                        <p:strVal val="visible"/>
                                      </p:to>
                                    </p:set>
                                  </p:childTnLst>
                                </p:cTn>
                              </p:par>
                              <p:par>
                                <p:cTn id="193" presetID="1" presetClass="entr" presetSubtype="0" fill="hold" nodeType="withEffect" restart="never">
                                  <p:stCondLst>
                                    <p:cond delay="3280"/>
                                  </p:stCondLst>
                                  <p:childTnLst>
                                    <p:set>
                                      <p:cBhvr>
                                        <p:cTn id="194" dur="1" fill="hold">
                                          <p:stCondLst>
                                            <p:cond delay="0"/>
                                          </p:stCondLst>
                                        </p:cTn>
                                        <p:tgtEl>
                                          <p:spTgt spid="110"/>
                                        </p:tgtEl>
                                        <p:attrNameLst>
                                          <p:attrName>style.visibility</p:attrName>
                                        </p:attrNameLst>
                                      </p:cBhvr>
                                      <p:to>
                                        <p:strVal val="visible"/>
                                      </p:to>
                                    </p:set>
                                  </p:childTnLst>
                                </p:cTn>
                              </p:par>
                              <p:par>
                                <p:cTn id="195" presetID="1" presetClass="entr" presetSubtype="0" fill="hold" nodeType="withEffect" restart="never">
                                  <p:stCondLst>
                                    <p:cond delay="3360"/>
                                  </p:stCondLst>
                                  <p:childTnLst>
                                    <p:set>
                                      <p:cBhvr>
                                        <p:cTn id="196" dur="1" fill="hold">
                                          <p:stCondLst>
                                            <p:cond delay="0"/>
                                          </p:stCondLst>
                                        </p:cTn>
                                        <p:tgtEl>
                                          <p:spTgt spid="111"/>
                                        </p:tgtEl>
                                        <p:attrNameLst>
                                          <p:attrName>style.visibility</p:attrName>
                                        </p:attrNameLst>
                                      </p:cBhvr>
                                      <p:to>
                                        <p:strVal val="visible"/>
                                      </p:to>
                                    </p:set>
                                  </p:childTnLst>
                                </p:cTn>
                              </p:par>
                              <p:par>
                                <p:cTn id="197" presetID="1" presetClass="entr" presetSubtype="0" fill="hold" nodeType="withEffect" restart="never">
                                  <p:stCondLst>
                                    <p:cond delay="3440"/>
                                  </p:stCondLst>
                                  <p:childTnLst>
                                    <p:set>
                                      <p:cBhvr>
                                        <p:cTn id="198" dur="1" fill="hold">
                                          <p:stCondLst>
                                            <p:cond delay="0"/>
                                          </p:stCondLst>
                                        </p:cTn>
                                        <p:tgtEl>
                                          <p:spTgt spid="112"/>
                                        </p:tgtEl>
                                        <p:attrNameLst>
                                          <p:attrName>style.visibility</p:attrName>
                                        </p:attrNameLst>
                                      </p:cBhvr>
                                      <p:to>
                                        <p:strVal val="visible"/>
                                      </p:to>
                                    </p:set>
                                  </p:childTnLst>
                                </p:cTn>
                              </p:par>
                              <p:par>
                                <p:cTn id="199" presetID="1" presetClass="entr" presetSubtype="0" fill="hold" nodeType="withEffect" restart="never">
                                  <p:stCondLst>
                                    <p:cond delay="3520"/>
                                  </p:stCondLst>
                                  <p:childTnLst>
                                    <p:set>
                                      <p:cBhvr>
                                        <p:cTn id="200" dur="1" fill="hold">
                                          <p:stCondLst>
                                            <p:cond delay="0"/>
                                          </p:stCondLst>
                                        </p:cTn>
                                        <p:tgtEl>
                                          <p:spTgt spid="113"/>
                                        </p:tgtEl>
                                        <p:attrNameLst>
                                          <p:attrName>style.visibility</p:attrName>
                                        </p:attrNameLst>
                                      </p:cBhvr>
                                      <p:to>
                                        <p:strVal val="visible"/>
                                      </p:to>
                                    </p:set>
                                  </p:childTnLst>
                                </p:cTn>
                              </p:par>
                              <p:par>
                                <p:cTn id="201" presetID="1" presetClass="entr" presetSubtype="0" fill="hold" nodeType="withEffect" restart="never">
                                  <p:stCondLst>
                                    <p:cond delay="3600"/>
                                  </p:stCondLst>
                                  <p:childTnLst>
                                    <p:set>
                                      <p:cBhvr>
                                        <p:cTn id="202" dur="1" fill="hold">
                                          <p:stCondLst>
                                            <p:cond delay="0"/>
                                          </p:stCondLst>
                                        </p:cTn>
                                        <p:tgtEl>
                                          <p:spTgt spid="114"/>
                                        </p:tgtEl>
                                        <p:attrNameLst>
                                          <p:attrName>style.visibility</p:attrName>
                                        </p:attrNameLst>
                                      </p:cBhvr>
                                      <p:to>
                                        <p:strVal val="visible"/>
                                      </p:to>
                                    </p:set>
                                  </p:childTnLst>
                                </p:cTn>
                              </p:par>
                              <p:par>
                                <p:cTn id="203" presetID="1" presetClass="entr" presetSubtype="0" fill="hold" nodeType="withEffect" restart="never">
                                  <p:stCondLst>
                                    <p:cond delay="3680"/>
                                  </p:stCondLst>
                                  <p:childTnLst>
                                    <p:set>
                                      <p:cBhvr>
                                        <p:cTn id="204" dur="1" fill="hold">
                                          <p:stCondLst>
                                            <p:cond delay="0"/>
                                          </p:stCondLst>
                                        </p:cTn>
                                        <p:tgtEl>
                                          <p:spTgt spid="115"/>
                                        </p:tgtEl>
                                        <p:attrNameLst>
                                          <p:attrName>style.visibility</p:attrName>
                                        </p:attrNameLst>
                                      </p:cBhvr>
                                      <p:to>
                                        <p:strVal val="visible"/>
                                      </p:to>
                                    </p:set>
                                  </p:childTnLst>
                                </p:cTn>
                              </p:par>
                              <p:par>
                                <p:cTn id="205" presetID="1" presetClass="entr" presetSubtype="0" fill="hold" nodeType="withEffect" restart="never">
                                  <p:stCondLst>
                                    <p:cond delay="3760"/>
                                  </p:stCondLst>
                                  <p:childTnLst>
                                    <p:set>
                                      <p:cBhvr>
                                        <p:cTn id="206" dur="1" fill="hold">
                                          <p:stCondLst>
                                            <p:cond delay="0"/>
                                          </p:stCondLst>
                                        </p:cTn>
                                        <p:tgtEl>
                                          <p:spTgt spid="116"/>
                                        </p:tgtEl>
                                        <p:attrNameLst>
                                          <p:attrName>style.visibility</p:attrName>
                                        </p:attrNameLst>
                                      </p:cBhvr>
                                      <p:to>
                                        <p:strVal val="visible"/>
                                      </p:to>
                                    </p:set>
                                  </p:childTnLst>
                                </p:cTn>
                              </p:par>
                              <p:par>
                                <p:cTn id="207" presetID="1" presetClass="entr" presetSubtype="0" fill="hold" nodeType="withEffect" restart="never">
                                  <p:stCondLst>
                                    <p:cond delay="3840"/>
                                  </p:stCondLst>
                                  <p:childTnLst>
                                    <p:set>
                                      <p:cBhvr>
                                        <p:cTn id="208" dur="1" fill="hold">
                                          <p:stCondLst>
                                            <p:cond delay="0"/>
                                          </p:stCondLst>
                                        </p:cTn>
                                        <p:tgtEl>
                                          <p:spTgt spid="117"/>
                                        </p:tgtEl>
                                        <p:attrNameLst>
                                          <p:attrName>style.visibility</p:attrName>
                                        </p:attrNameLst>
                                      </p:cBhvr>
                                      <p:to>
                                        <p:strVal val="visible"/>
                                      </p:to>
                                    </p:set>
                                  </p:childTnLst>
                                </p:cTn>
                              </p:par>
                              <p:par>
                                <p:cTn id="209" presetID="1" presetClass="entr" presetSubtype="0" fill="hold" nodeType="withEffect" restart="never">
                                  <p:stCondLst>
                                    <p:cond delay="3920"/>
                                  </p:stCondLst>
                                  <p:childTnLst>
                                    <p:set>
                                      <p:cBhvr>
                                        <p:cTn id="210" dur="1" fill="hold">
                                          <p:stCondLst>
                                            <p:cond delay="0"/>
                                          </p:stCondLst>
                                        </p:cTn>
                                        <p:tgtEl>
                                          <p:spTgt spid="118"/>
                                        </p:tgtEl>
                                        <p:attrNameLst>
                                          <p:attrName>style.visibility</p:attrName>
                                        </p:attrNameLst>
                                      </p:cBhvr>
                                      <p:to>
                                        <p:strVal val="visible"/>
                                      </p:to>
                                    </p:set>
                                  </p:childTnLst>
                                </p:cTn>
                              </p:par>
                              <p:par>
                                <p:cTn id="211" presetID="1" presetClass="entr" presetSubtype="0" fill="hold" nodeType="withEffect" restart="never">
                                  <p:stCondLst>
                                    <p:cond delay="4000"/>
                                  </p:stCondLst>
                                  <p:childTnLst>
                                    <p:set>
                                      <p:cBhvr>
                                        <p:cTn id="212" dur="1" fill="hold">
                                          <p:stCondLst>
                                            <p:cond delay="0"/>
                                          </p:stCondLst>
                                        </p:cTn>
                                        <p:tgtEl>
                                          <p:spTgt spid="119"/>
                                        </p:tgtEl>
                                        <p:attrNameLst>
                                          <p:attrName>style.visibility</p:attrName>
                                        </p:attrNameLst>
                                      </p:cBhvr>
                                      <p:to>
                                        <p:strVal val="visible"/>
                                      </p:to>
                                    </p:set>
                                  </p:childTnLst>
                                </p:cTn>
                              </p:par>
                              <p:par>
                                <p:cTn id="213" presetID="1" presetClass="entr" presetSubtype="0" fill="hold" nodeType="withEffect" restart="never">
                                  <p:stCondLst>
                                    <p:cond delay="4080"/>
                                  </p:stCondLst>
                                  <p:childTnLst>
                                    <p:set>
                                      <p:cBhvr>
                                        <p:cTn id="214" dur="1" fill="hold">
                                          <p:stCondLst>
                                            <p:cond delay="0"/>
                                          </p:stCondLst>
                                        </p:cTn>
                                        <p:tgtEl>
                                          <p:spTgt spid="120"/>
                                        </p:tgtEl>
                                        <p:attrNameLst>
                                          <p:attrName>style.visibility</p:attrName>
                                        </p:attrNameLst>
                                      </p:cBhvr>
                                      <p:to>
                                        <p:strVal val="visible"/>
                                      </p:to>
                                    </p:set>
                                  </p:childTnLst>
                                </p:cTn>
                              </p:par>
                              <p:par>
                                <p:cTn id="215" presetID="1" presetClass="entr" presetSubtype="0" fill="hold" nodeType="withEffect" restart="never">
                                  <p:stCondLst>
                                    <p:cond delay="4160"/>
                                  </p:stCondLst>
                                  <p:childTnLst>
                                    <p:set>
                                      <p:cBhvr>
                                        <p:cTn id="216" dur="1" fill="hold">
                                          <p:stCondLst>
                                            <p:cond delay="0"/>
                                          </p:stCondLst>
                                        </p:cTn>
                                        <p:tgtEl>
                                          <p:spTgt spid="121"/>
                                        </p:tgtEl>
                                        <p:attrNameLst>
                                          <p:attrName>style.visibility</p:attrName>
                                        </p:attrNameLst>
                                      </p:cBhvr>
                                      <p:to>
                                        <p:strVal val="visible"/>
                                      </p:to>
                                    </p:set>
                                  </p:childTnLst>
                                </p:cTn>
                              </p:par>
                              <p:par>
                                <p:cTn id="217" presetID="1" presetClass="entr" presetSubtype="0" fill="hold" nodeType="withEffect" restart="never">
                                  <p:stCondLst>
                                    <p:cond delay="4240"/>
                                  </p:stCondLst>
                                  <p:childTnLst>
                                    <p:set>
                                      <p:cBhvr>
                                        <p:cTn id="218" dur="1" fill="hold">
                                          <p:stCondLst>
                                            <p:cond delay="0"/>
                                          </p:stCondLst>
                                        </p:cTn>
                                        <p:tgtEl>
                                          <p:spTgt spid="122"/>
                                        </p:tgtEl>
                                        <p:attrNameLst>
                                          <p:attrName>style.visibility</p:attrName>
                                        </p:attrNameLst>
                                      </p:cBhvr>
                                      <p:to>
                                        <p:strVal val="visible"/>
                                      </p:to>
                                    </p:set>
                                  </p:childTnLst>
                                </p:cTn>
                              </p:par>
                              <p:par>
                                <p:cTn id="219" presetID="1" presetClass="entr" presetSubtype="0" fill="hold" nodeType="withEffect" restart="never">
                                  <p:stCondLst>
                                    <p:cond delay="4320"/>
                                  </p:stCondLst>
                                  <p:childTnLst>
                                    <p:set>
                                      <p:cBhvr>
                                        <p:cTn id="220" dur="1" fill="hold">
                                          <p:stCondLst>
                                            <p:cond delay="0"/>
                                          </p:stCondLst>
                                        </p:cTn>
                                        <p:tgtEl>
                                          <p:spTgt spid="123"/>
                                        </p:tgtEl>
                                        <p:attrNameLst>
                                          <p:attrName>style.visibility</p:attrName>
                                        </p:attrNameLst>
                                      </p:cBhvr>
                                      <p:to>
                                        <p:strVal val="visible"/>
                                      </p:to>
                                    </p:set>
                                  </p:childTnLst>
                                </p:cTn>
                              </p:par>
                              <p:par>
                                <p:cTn id="221" presetID="1" presetClass="entr" presetSubtype="0" fill="hold" nodeType="withEffect" restart="never">
                                  <p:stCondLst>
                                    <p:cond delay="4400"/>
                                  </p:stCondLst>
                                  <p:childTnLst>
                                    <p:set>
                                      <p:cBhvr>
                                        <p:cTn id="222" dur="1" fill="hold">
                                          <p:stCondLst>
                                            <p:cond delay="0"/>
                                          </p:stCondLst>
                                        </p:cTn>
                                        <p:tgtEl>
                                          <p:spTgt spid="124"/>
                                        </p:tgtEl>
                                        <p:attrNameLst>
                                          <p:attrName>style.visibility</p:attrName>
                                        </p:attrNameLst>
                                      </p:cBhvr>
                                      <p:to>
                                        <p:strVal val="visible"/>
                                      </p:to>
                                    </p:set>
                                  </p:childTnLst>
                                </p:cTn>
                              </p:par>
                              <p:par>
                                <p:cTn id="223" presetID="1" presetClass="entr" presetSubtype="0" fill="hold" nodeType="withEffect" restart="never">
                                  <p:stCondLst>
                                    <p:cond delay="4480"/>
                                  </p:stCondLst>
                                  <p:childTnLst>
                                    <p:set>
                                      <p:cBhvr>
                                        <p:cTn id="224" dur="1" fill="hold">
                                          <p:stCondLst>
                                            <p:cond delay="0"/>
                                          </p:stCondLst>
                                        </p:cTn>
                                        <p:tgtEl>
                                          <p:spTgt spid="125"/>
                                        </p:tgtEl>
                                        <p:attrNameLst>
                                          <p:attrName>style.visibility</p:attrName>
                                        </p:attrNameLst>
                                      </p:cBhvr>
                                      <p:to>
                                        <p:strVal val="visible"/>
                                      </p:to>
                                    </p:set>
                                  </p:childTnLst>
                                </p:cTn>
                              </p:par>
                              <p:par>
                                <p:cTn id="225" presetID="1" presetClass="entr" presetSubtype="0" fill="hold" nodeType="withEffect" restart="never">
                                  <p:stCondLst>
                                    <p:cond delay="4560"/>
                                  </p:stCondLst>
                                  <p:childTnLst>
                                    <p:set>
                                      <p:cBhvr>
                                        <p:cTn id="226" dur="1" fill="hold">
                                          <p:stCondLst>
                                            <p:cond delay="0"/>
                                          </p:stCondLst>
                                        </p:cTn>
                                        <p:tgtEl>
                                          <p:spTgt spid="126"/>
                                        </p:tgtEl>
                                        <p:attrNameLst>
                                          <p:attrName>style.visibility</p:attrName>
                                        </p:attrNameLst>
                                      </p:cBhvr>
                                      <p:to>
                                        <p:strVal val="visible"/>
                                      </p:to>
                                    </p:set>
                                  </p:childTnLst>
                                </p:cTn>
                              </p:par>
                              <p:par>
                                <p:cTn id="227" presetID="1" presetClass="entr" presetSubtype="0" fill="hold" nodeType="withEffect" restart="never">
                                  <p:stCondLst>
                                    <p:cond delay="4640"/>
                                  </p:stCondLst>
                                  <p:childTnLst>
                                    <p:set>
                                      <p:cBhvr>
                                        <p:cTn id="228" dur="1" fill="hold">
                                          <p:stCondLst>
                                            <p:cond delay="0"/>
                                          </p:stCondLst>
                                        </p:cTn>
                                        <p:tgtEl>
                                          <p:spTgt spid="127"/>
                                        </p:tgtEl>
                                        <p:attrNameLst>
                                          <p:attrName>style.visibility</p:attrName>
                                        </p:attrNameLst>
                                      </p:cBhvr>
                                      <p:to>
                                        <p:strVal val="visible"/>
                                      </p:to>
                                    </p:set>
                                  </p:childTnLst>
                                </p:cTn>
                              </p:par>
                              <p:par>
                                <p:cTn id="229" presetID="1" presetClass="entr" presetSubtype="0" fill="hold" nodeType="withEffect" restart="never">
                                  <p:stCondLst>
                                    <p:cond delay="4720"/>
                                  </p:stCondLst>
                                  <p:childTnLst>
                                    <p:set>
                                      <p:cBhvr>
                                        <p:cTn id="230" dur="1" fill="hold">
                                          <p:stCondLst>
                                            <p:cond delay="0"/>
                                          </p:stCondLst>
                                        </p:cTn>
                                        <p:tgtEl>
                                          <p:spTgt spid="128"/>
                                        </p:tgtEl>
                                        <p:attrNameLst>
                                          <p:attrName>style.visibility</p:attrName>
                                        </p:attrNameLst>
                                      </p:cBhvr>
                                      <p:to>
                                        <p:strVal val="visible"/>
                                      </p:to>
                                    </p:set>
                                  </p:childTnLst>
                                </p:cTn>
                              </p:par>
                              <p:par>
                                <p:cTn id="231" presetID="1" presetClass="entr" presetSubtype="0" fill="hold" nodeType="withEffect" restart="never">
                                  <p:stCondLst>
                                    <p:cond delay="4800"/>
                                  </p:stCondLst>
                                  <p:childTnLst>
                                    <p:set>
                                      <p:cBhvr>
                                        <p:cTn id="232" dur="1" fill="hold">
                                          <p:stCondLst>
                                            <p:cond delay="0"/>
                                          </p:stCondLst>
                                        </p:cTn>
                                        <p:tgtEl>
                                          <p:spTgt spid="129"/>
                                        </p:tgtEl>
                                        <p:attrNameLst>
                                          <p:attrName>style.visibility</p:attrName>
                                        </p:attrNameLst>
                                      </p:cBhvr>
                                      <p:to>
                                        <p:strVal val="visible"/>
                                      </p:to>
                                    </p:set>
                                  </p:childTnLst>
                                </p:cTn>
                              </p:par>
                            </p:childTnLst>
                          </p:cTn>
                        </p:par>
                      </p:childTnLst>
                    </p:cTn>
                  </p:par>
                  <p:par>
                    <p:cTn id="233" fill="hold" restart="never" repeatCount="1000">
                      <p:stCondLst>
                        <p:cond delay="indefinite"/>
                      </p:stCondLst>
                      <p:childTnLst>
                        <p:par>
                          <p:cTn id="234" fill="hold" dur="5400">
                            <p:stCondLst>
                              <p:cond delay="0"/>
                            </p:stCondLst>
                            <p:childTnLst>
                              <p:par>
                                <p:cTn id="235" presetID="1" presetClass="entr" presetSubtype="0" fill="hold" nodeType="clickEffect" restart="never">
                                  <p:stCondLst>
                                    <p:cond delay="0"/>
                                  </p:stCondLst>
                                  <p:childTnLst>
                                    <p:set>
                                      <p:cBhvr>
                                        <p:cTn id="236" dur="1" fill="hold">
                                          <p:stCondLst>
                                            <p:cond delay="0"/>
                                          </p:stCondLst>
                                        </p:cTn>
                                        <p:tgtEl>
                                          <p:spTgt spid="10"/>
                                        </p:tgtEl>
                                        <p:attrNameLst>
                                          <p:attrName>style.visibility</p:attrName>
                                        </p:attrNameLst>
                                      </p:cBhvr>
                                      <p:to>
                                        <p:strVal val="visible"/>
                                      </p:to>
                                    </p:set>
                                  </p:childTnLst>
                                </p:cTn>
                              </p:par>
                              <p:par>
                                <p:cTn id="237" presetID="1" presetClass="entr" presetSubtype="0" fill="hold" nodeType="withEffect" restart="never">
                                  <p:stCondLst>
                                    <p:cond delay="80"/>
                                  </p:stCondLst>
                                  <p:childTnLst>
                                    <p:set>
                                      <p:cBhvr>
                                        <p:cTn id="238" dur="1" fill="hold">
                                          <p:stCondLst>
                                            <p:cond delay="0"/>
                                          </p:stCondLst>
                                        </p:cTn>
                                        <p:tgtEl>
                                          <p:spTgt spid="130"/>
                                        </p:tgtEl>
                                        <p:attrNameLst>
                                          <p:attrName>style.visibility</p:attrName>
                                        </p:attrNameLst>
                                      </p:cBhvr>
                                      <p:to>
                                        <p:strVal val="visible"/>
                                      </p:to>
                                    </p:set>
                                  </p:childTnLst>
                                </p:cTn>
                              </p:par>
                              <p:par>
                                <p:cTn id="239" presetID="1" presetClass="entr" presetSubtype="0" fill="hold" nodeType="withEffect" restart="never">
                                  <p:stCondLst>
                                    <p:cond delay="160"/>
                                  </p:stCondLst>
                                  <p:childTnLst>
                                    <p:set>
                                      <p:cBhvr>
                                        <p:cTn id="240" dur="1" fill="hold">
                                          <p:stCondLst>
                                            <p:cond delay="0"/>
                                          </p:stCondLst>
                                        </p:cTn>
                                        <p:tgtEl>
                                          <p:spTgt spid="131"/>
                                        </p:tgtEl>
                                        <p:attrNameLst>
                                          <p:attrName>style.visibility</p:attrName>
                                        </p:attrNameLst>
                                      </p:cBhvr>
                                      <p:to>
                                        <p:strVal val="visible"/>
                                      </p:to>
                                    </p:set>
                                  </p:childTnLst>
                                </p:cTn>
                              </p:par>
                              <p:par>
                                <p:cTn id="241" presetID="1" presetClass="entr" presetSubtype="0" fill="hold" nodeType="withEffect" restart="never">
                                  <p:stCondLst>
                                    <p:cond delay="240"/>
                                  </p:stCondLst>
                                  <p:childTnLst>
                                    <p:set>
                                      <p:cBhvr>
                                        <p:cTn id="242" dur="1" fill="hold">
                                          <p:stCondLst>
                                            <p:cond delay="0"/>
                                          </p:stCondLst>
                                        </p:cTn>
                                        <p:tgtEl>
                                          <p:spTgt spid="132"/>
                                        </p:tgtEl>
                                        <p:attrNameLst>
                                          <p:attrName>style.visibility</p:attrName>
                                        </p:attrNameLst>
                                      </p:cBhvr>
                                      <p:to>
                                        <p:strVal val="visible"/>
                                      </p:to>
                                    </p:set>
                                  </p:childTnLst>
                                </p:cTn>
                              </p:par>
                              <p:par>
                                <p:cTn id="243" presetID="1" presetClass="entr" presetSubtype="0" fill="hold" nodeType="withEffect" restart="never">
                                  <p:stCondLst>
                                    <p:cond delay="320"/>
                                  </p:stCondLst>
                                  <p:childTnLst>
                                    <p:set>
                                      <p:cBhvr>
                                        <p:cTn id="244" dur="1" fill="hold">
                                          <p:stCondLst>
                                            <p:cond delay="0"/>
                                          </p:stCondLst>
                                        </p:cTn>
                                        <p:tgtEl>
                                          <p:spTgt spid="133"/>
                                        </p:tgtEl>
                                        <p:attrNameLst>
                                          <p:attrName>style.visibility</p:attrName>
                                        </p:attrNameLst>
                                      </p:cBhvr>
                                      <p:to>
                                        <p:strVal val="visible"/>
                                      </p:to>
                                    </p:set>
                                  </p:childTnLst>
                                </p:cTn>
                              </p:par>
                              <p:par>
                                <p:cTn id="245" presetID="1" presetClass="entr" presetSubtype="0" fill="hold" nodeType="withEffect" restart="never">
                                  <p:stCondLst>
                                    <p:cond delay="400"/>
                                  </p:stCondLst>
                                  <p:childTnLst>
                                    <p:set>
                                      <p:cBhvr>
                                        <p:cTn id="246" dur="1" fill="hold">
                                          <p:stCondLst>
                                            <p:cond delay="0"/>
                                          </p:stCondLst>
                                        </p:cTn>
                                        <p:tgtEl>
                                          <p:spTgt spid="134"/>
                                        </p:tgtEl>
                                        <p:attrNameLst>
                                          <p:attrName>style.visibility</p:attrName>
                                        </p:attrNameLst>
                                      </p:cBhvr>
                                      <p:to>
                                        <p:strVal val="visible"/>
                                      </p:to>
                                    </p:set>
                                  </p:childTnLst>
                                </p:cTn>
                              </p:par>
                              <p:par>
                                <p:cTn id="247" presetID="1" presetClass="entr" presetSubtype="0" fill="hold" nodeType="withEffect" restart="never">
                                  <p:stCondLst>
                                    <p:cond delay="480"/>
                                  </p:stCondLst>
                                  <p:childTnLst>
                                    <p:set>
                                      <p:cBhvr>
                                        <p:cTn id="248" dur="1" fill="hold">
                                          <p:stCondLst>
                                            <p:cond delay="0"/>
                                          </p:stCondLst>
                                        </p:cTn>
                                        <p:tgtEl>
                                          <p:spTgt spid="135"/>
                                        </p:tgtEl>
                                        <p:attrNameLst>
                                          <p:attrName>style.visibility</p:attrName>
                                        </p:attrNameLst>
                                      </p:cBhvr>
                                      <p:to>
                                        <p:strVal val="visible"/>
                                      </p:to>
                                    </p:set>
                                  </p:childTnLst>
                                </p:cTn>
                              </p:par>
                              <p:par>
                                <p:cTn id="249" presetID="1" presetClass="entr" presetSubtype="0" fill="hold" nodeType="withEffect" restart="never">
                                  <p:stCondLst>
                                    <p:cond delay="560"/>
                                  </p:stCondLst>
                                  <p:childTnLst>
                                    <p:set>
                                      <p:cBhvr>
                                        <p:cTn id="250" dur="1" fill="hold">
                                          <p:stCondLst>
                                            <p:cond delay="0"/>
                                          </p:stCondLst>
                                        </p:cTn>
                                        <p:tgtEl>
                                          <p:spTgt spid="136"/>
                                        </p:tgtEl>
                                        <p:attrNameLst>
                                          <p:attrName>style.visibility</p:attrName>
                                        </p:attrNameLst>
                                      </p:cBhvr>
                                      <p:to>
                                        <p:strVal val="visible"/>
                                      </p:to>
                                    </p:set>
                                  </p:childTnLst>
                                </p:cTn>
                              </p:par>
                              <p:par>
                                <p:cTn id="251" presetID="1" presetClass="entr" presetSubtype="0" fill="hold" nodeType="withEffect" restart="never">
                                  <p:stCondLst>
                                    <p:cond delay="640"/>
                                  </p:stCondLst>
                                  <p:childTnLst>
                                    <p:set>
                                      <p:cBhvr>
                                        <p:cTn id="252" dur="1" fill="hold">
                                          <p:stCondLst>
                                            <p:cond delay="0"/>
                                          </p:stCondLst>
                                        </p:cTn>
                                        <p:tgtEl>
                                          <p:spTgt spid="137"/>
                                        </p:tgtEl>
                                        <p:attrNameLst>
                                          <p:attrName>style.visibility</p:attrName>
                                        </p:attrNameLst>
                                      </p:cBhvr>
                                      <p:to>
                                        <p:strVal val="visible"/>
                                      </p:to>
                                    </p:set>
                                  </p:childTnLst>
                                </p:cTn>
                              </p:par>
                              <p:par>
                                <p:cTn id="253" presetID="1" presetClass="entr" presetSubtype="0" fill="hold" nodeType="withEffect" restart="never">
                                  <p:stCondLst>
                                    <p:cond delay="720"/>
                                  </p:stCondLst>
                                  <p:childTnLst>
                                    <p:set>
                                      <p:cBhvr>
                                        <p:cTn id="254" dur="1" fill="hold">
                                          <p:stCondLst>
                                            <p:cond delay="0"/>
                                          </p:stCondLst>
                                        </p:cTn>
                                        <p:tgtEl>
                                          <p:spTgt spid="138"/>
                                        </p:tgtEl>
                                        <p:attrNameLst>
                                          <p:attrName>style.visibility</p:attrName>
                                        </p:attrNameLst>
                                      </p:cBhvr>
                                      <p:to>
                                        <p:strVal val="visible"/>
                                      </p:to>
                                    </p:set>
                                  </p:childTnLst>
                                </p:cTn>
                              </p:par>
                              <p:par>
                                <p:cTn id="255" presetID="1" presetClass="entr" presetSubtype="0" fill="hold" nodeType="withEffect" restart="never">
                                  <p:stCondLst>
                                    <p:cond delay="800"/>
                                  </p:stCondLst>
                                  <p:childTnLst>
                                    <p:set>
                                      <p:cBhvr>
                                        <p:cTn id="256" dur="1" fill="hold">
                                          <p:stCondLst>
                                            <p:cond delay="0"/>
                                          </p:stCondLst>
                                        </p:cTn>
                                        <p:tgtEl>
                                          <p:spTgt spid="139"/>
                                        </p:tgtEl>
                                        <p:attrNameLst>
                                          <p:attrName>style.visibility</p:attrName>
                                        </p:attrNameLst>
                                      </p:cBhvr>
                                      <p:to>
                                        <p:strVal val="visible"/>
                                      </p:to>
                                    </p:set>
                                  </p:childTnLst>
                                </p:cTn>
                              </p:par>
                              <p:par>
                                <p:cTn id="257" presetID="1" presetClass="entr" presetSubtype="0" fill="hold" nodeType="withEffect" restart="never">
                                  <p:stCondLst>
                                    <p:cond delay="880"/>
                                  </p:stCondLst>
                                  <p:childTnLst>
                                    <p:set>
                                      <p:cBhvr>
                                        <p:cTn id="258" dur="1" fill="hold">
                                          <p:stCondLst>
                                            <p:cond delay="0"/>
                                          </p:stCondLst>
                                        </p:cTn>
                                        <p:tgtEl>
                                          <p:spTgt spid="140"/>
                                        </p:tgtEl>
                                        <p:attrNameLst>
                                          <p:attrName>style.visibility</p:attrName>
                                        </p:attrNameLst>
                                      </p:cBhvr>
                                      <p:to>
                                        <p:strVal val="visible"/>
                                      </p:to>
                                    </p:set>
                                  </p:childTnLst>
                                </p:cTn>
                              </p:par>
                              <p:par>
                                <p:cTn id="259" presetID="1" presetClass="entr" presetSubtype="0" fill="hold" nodeType="withEffect" restart="never">
                                  <p:stCondLst>
                                    <p:cond delay="960"/>
                                  </p:stCondLst>
                                  <p:childTnLst>
                                    <p:set>
                                      <p:cBhvr>
                                        <p:cTn id="260" dur="1" fill="hold">
                                          <p:stCondLst>
                                            <p:cond delay="0"/>
                                          </p:stCondLst>
                                        </p:cTn>
                                        <p:tgtEl>
                                          <p:spTgt spid="141"/>
                                        </p:tgtEl>
                                        <p:attrNameLst>
                                          <p:attrName>style.visibility</p:attrName>
                                        </p:attrNameLst>
                                      </p:cBhvr>
                                      <p:to>
                                        <p:strVal val="visible"/>
                                      </p:to>
                                    </p:set>
                                  </p:childTnLst>
                                </p:cTn>
                              </p:par>
                              <p:par>
                                <p:cTn id="261" presetID="1" presetClass="entr" presetSubtype="0" fill="hold" nodeType="withEffect" restart="never">
                                  <p:stCondLst>
                                    <p:cond delay="1040"/>
                                  </p:stCondLst>
                                  <p:childTnLst>
                                    <p:set>
                                      <p:cBhvr>
                                        <p:cTn id="262" dur="1" fill="hold">
                                          <p:stCondLst>
                                            <p:cond delay="0"/>
                                          </p:stCondLst>
                                        </p:cTn>
                                        <p:tgtEl>
                                          <p:spTgt spid="142"/>
                                        </p:tgtEl>
                                        <p:attrNameLst>
                                          <p:attrName>style.visibility</p:attrName>
                                        </p:attrNameLst>
                                      </p:cBhvr>
                                      <p:to>
                                        <p:strVal val="visible"/>
                                      </p:to>
                                    </p:set>
                                  </p:childTnLst>
                                </p:cTn>
                              </p:par>
                              <p:par>
                                <p:cTn id="263" presetID="1" presetClass="entr" presetSubtype="0" fill="hold" nodeType="withEffect" restart="never">
                                  <p:stCondLst>
                                    <p:cond delay="1120"/>
                                  </p:stCondLst>
                                  <p:childTnLst>
                                    <p:set>
                                      <p:cBhvr>
                                        <p:cTn id="264" dur="1" fill="hold">
                                          <p:stCondLst>
                                            <p:cond delay="0"/>
                                          </p:stCondLst>
                                        </p:cTn>
                                        <p:tgtEl>
                                          <p:spTgt spid="143"/>
                                        </p:tgtEl>
                                        <p:attrNameLst>
                                          <p:attrName>style.visibility</p:attrName>
                                        </p:attrNameLst>
                                      </p:cBhvr>
                                      <p:to>
                                        <p:strVal val="visible"/>
                                      </p:to>
                                    </p:set>
                                  </p:childTnLst>
                                </p:cTn>
                              </p:par>
                              <p:par>
                                <p:cTn id="265" presetID="1" presetClass="entr" presetSubtype="0" fill="hold" nodeType="withEffect" restart="never">
                                  <p:stCondLst>
                                    <p:cond delay="1200"/>
                                  </p:stCondLst>
                                  <p:childTnLst>
                                    <p:set>
                                      <p:cBhvr>
                                        <p:cTn id="266" dur="1" fill="hold">
                                          <p:stCondLst>
                                            <p:cond delay="0"/>
                                          </p:stCondLst>
                                        </p:cTn>
                                        <p:tgtEl>
                                          <p:spTgt spid="144"/>
                                        </p:tgtEl>
                                        <p:attrNameLst>
                                          <p:attrName>style.visibility</p:attrName>
                                        </p:attrNameLst>
                                      </p:cBhvr>
                                      <p:to>
                                        <p:strVal val="visible"/>
                                      </p:to>
                                    </p:set>
                                  </p:childTnLst>
                                </p:cTn>
                              </p:par>
                              <p:par>
                                <p:cTn id="267" presetID="1" presetClass="entr" presetSubtype="0" fill="hold" nodeType="withEffect" restart="never">
                                  <p:stCondLst>
                                    <p:cond delay="1280"/>
                                  </p:stCondLst>
                                  <p:childTnLst>
                                    <p:set>
                                      <p:cBhvr>
                                        <p:cTn id="268" dur="1" fill="hold">
                                          <p:stCondLst>
                                            <p:cond delay="0"/>
                                          </p:stCondLst>
                                        </p:cTn>
                                        <p:tgtEl>
                                          <p:spTgt spid="145"/>
                                        </p:tgtEl>
                                        <p:attrNameLst>
                                          <p:attrName>style.visibility</p:attrName>
                                        </p:attrNameLst>
                                      </p:cBhvr>
                                      <p:to>
                                        <p:strVal val="visible"/>
                                      </p:to>
                                    </p:set>
                                  </p:childTnLst>
                                </p:cTn>
                              </p:par>
                              <p:par>
                                <p:cTn id="269" presetID="1" presetClass="entr" presetSubtype="0" fill="hold" nodeType="withEffect" restart="never">
                                  <p:stCondLst>
                                    <p:cond delay="1360"/>
                                  </p:stCondLst>
                                  <p:childTnLst>
                                    <p:set>
                                      <p:cBhvr>
                                        <p:cTn id="270" dur="1" fill="hold">
                                          <p:stCondLst>
                                            <p:cond delay="0"/>
                                          </p:stCondLst>
                                        </p:cTn>
                                        <p:tgtEl>
                                          <p:spTgt spid="146"/>
                                        </p:tgtEl>
                                        <p:attrNameLst>
                                          <p:attrName>style.visibility</p:attrName>
                                        </p:attrNameLst>
                                      </p:cBhvr>
                                      <p:to>
                                        <p:strVal val="visible"/>
                                      </p:to>
                                    </p:set>
                                  </p:childTnLst>
                                </p:cTn>
                              </p:par>
                              <p:par>
                                <p:cTn id="271" presetID="1" presetClass="entr" presetSubtype="0" fill="hold" nodeType="withEffect" restart="never">
                                  <p:stCondLst>
                                    <p:cond delay="1440"/>
                                  </p:stCondLst>
                                  <p:childTnLst>
                                    <p:set>
                                      <p:cBhvr>
                                        <p:cTn id="272" dur="1" fill="hold">
                                          <p:stCondLst>
                                            <p:cond delay="0"/>
                                          </p:stCondLst>
                                        </p:cTn>
                                        <p:tgtEl>
                                          <p:spTgt spid="147"/>
                                        </p:tgtEl>
                                        <p:attrNameLst>
                                          <p:attrName>style.visibility</p:attrName>
                                        </p:attrNameLst>
                                      </p:cBhvr>
                                      <p:to>
                                        <p:strVal val="visible"/>
                                      </p:to>
                                    </p:set>
                                  </p:childTnLst>
                                </p:cTn>
                              </p:par>
                              <p:par>
                                <p:cTn id="273" presetID="1" presetClass="entr" presetSubtype="0" fill="hold" nodeType="withEffect" restart="never">
                                  <p:stCondLst>
                                    <p:cond delay="1520"/>
                                  </p:stCondLst>
                                  <p:childTnLst>
                                    <p:set>
                                      <p:cBhvr>
                                        <p:cTn id="274" dur="1" fill="hold">
                                          <p:stCondLst>
                                            <p:cond delay="0"/>
                                          </p:stCondLst>
                                        </p:cTn>
                                        <p:tgtEl>
                                          <p:spTgt spid="148"/>
                                        </p:tgtEl>
                                        <p:attrNameLst>
                                          <p:attrName>style.visibility</p:attrName>
                                        </p:attrNameLst>
                                      </p:cBhvr>
                                      <p:to>
                                        <p:strVal val="visible"/>
                                      </p:to>
                                    </p:set>
                                  </p:childTnLst>
                                </p:cTn>
                              </p:par>
                              <p:par>
                                <p:cTn id="275" presetID="1" presetClass="entr" presetSubtype="0" fill="hold" nodeType="withEffect" restart="never">
                                  <p:stCondLst>
                                    <p:cond delay="1600"/>
                                  </p:stCondLst>
                                  <p:childTnLst>
                                    <p:set>
                                      <p:cBhvr>
                                        <p:cTn id="276" dur="1" fill="hold">
                                          <p:stCondLst>
                                            <p:cond delay="0"/>
                                          </p:stCondLst>
                                        </p:cTn>
                                        <p:tgtEl>
                                          <p:spTgt spid="149"/>
                                        </p:tgtEl>
                                        <p:attrNameLst>
                                          <p:attrName>style.visibility</p:attrName>
                                        </p:attrNameLst>
                                      </p:cBhvr>
                                      <p:to>
                                        <p:strVal val="visible"/>
                                      </p:to>
                                    </p:set>
                                  </p:childTnLst>
                                </p:cTn>
                              </p:par>
                              <p:par>
                                <p:cTn id="277" presetID="1" presetClass="entr" presetSubtype="0" fill="hold" nodeType="withEffect" restart="never">
                                  <p:stCondLst>
                                    <p:cond delay="1680"/>
                                  </p:stCondLst>
                                  <p:childTnLst>
                                    <p:set>
                                      <p:cBhvr>
                                        <p:cTn id="278" dur="1" fill="hold">
                                          <p:stCondLst>
                                            <p:cond delay="0"/>
                                          </p:stCondLst>
                                        </p:cTn>
                                        <p:tgtEl>
                                          <p:spTgt spid="150"/>
                                        </p:tgtEl>
                                        <p:attrNameLst>
                                          <p:attrName>style.visibility</p:attrName>
                                        </p:attrNameLst>
                                      </p:cBhvr>
                                      <p:to>
                                        <p:strVal val="visible"/>
                                      </p:to>
                                    </p:set>
                                  </p:childTnLst>
                                </p:cTn>
                              </p:par>
                              <p:par>
                                <p:cTn id="279" presetID="1" presetClass="entr" presetSubtype="0" fill="hold" nodeType="withEffect" restart="never">
                                  <p:stCondLst>
                                    <p:cond delay="1760"/>
                                  </p:stCondLst>
                                  <p:childTnLst>
                                    <p:set>
                                      <p:cBhvr>
                                        <p:cTn id="280" dur="1" fill="hold">
                                          <p:stCondLst>
                                            <p:cond delay="0"/>
                                          </p:stCondLst>
                                        </p:cTn>
                                        <p:tgtEl>
                                          <p:spTgt spid="151"/>
                                        </p:tgtEl>
                                        <p:attrNameLst>
                                          <p:attrName>style.visibility</p:attrName>
                                        </p:attrNameLst>
                                      </p:cBhvr>
                                      <p:to>
                                        <p:strVal val="visible"/>
                                      </p:to>
                                    </p:set>
                                  </p:childTnLst>
                                </p:cTn>
                              </p:par>
                              <p:par>
                                <p:cTn id="281" presetID="1" presetClass="entr" presetSubtype="0" fill="hold" nodeType="withEffect" restart="never">
                                  <p:stCondLst>
                                    <p:cond delay="1840"/>
                                  </p:stCondLst>
                                  <p:childTnLst>
                                    <p:set>
                                      <p:cBhvr>
                                        <p:cTn id="282" dur="1" fill="hold">
                                          <p:stCondLst>
                                            <p:cond delay="0"/>
                                          </p:stCondLst>
                                        </p:cTn>
                                        <p:tgtEl>
                                          <p:spTgt spid="152"/>
                                        </p:tgtEl>
                                        <p:attrNameLst>
                                          <p:attrName>style.visibility</p:attrName>
                                        </p:attrNameLst>
                                      </p:cBhvr>
                                      <p:to>
                                        <p:strVal val="visible"/>
                                      </p:to>
                                    </p:set>
                                  </p:childTnLst>
                                </p:cTn>
                              </p:par>
                              <p:par>
                                <p:cTn id="283" presetID="1" presetClass="entr" presetSubtype="0" fill="hold" nodeType="withEffect" restart="never">
                                  <p:stCondLst>
                                    <p:cond delay="1920"/>
                                  </p:stCondLst>
                                  <p:childTnLst>
                                    <p:set>
                                      <p:cBhvr>
                                        <p:cTn id="284" dur="1" fill="hold">
                                          <p:stCondLst>
                                            <p:cond delay="0"/>
                                          </p:stCondLst>
                                        </p:cTn>
                                        <p:tgtEl>
                                          <p:spTgt spid="153"/>
                                        </p:tgtEl>
                                        <p:attrNameLst>
                                          <p:attrName>style.visibility</p:attrName>
                                        </p:attrNameLst>
                                      </p:cBhvr>
                                      <p:to>
                                        <p:strVal val="visible"/>
                                      </p:to>
                                    </p:set>
                                  </p:childTnLst>
                                </p:cTn>
                              </p:par>
                              <p:par>
                                <p:cTn id="285" presetID="1" presetClass="entr" presetSubtype="0" fill="hold" nodeType="withEffect" restart="never">
                                  <p:stCondLst>
                                    <p:cond delay="2000"/>
                                  </p:stCondLst>
                                  <p:childTnLst>
                                    <p:set>
                                      <p:cBhvr>
                                        <p:cTn id="286" dur="1" fill="hold">
                                          <p:stCondLst>
                                            <p:cond delay="0"/>
                                          </p:stCondLst>
                                        </p:cTn>
                                        <p:tgtEl>
                                          <p:spTgt spid="154"/>
                                        </p:tgtEl>
                                        <p:attrNameLst>
                                          <p:attrName>style.visibility</p:attrName>
                                        </p:attrNameLst>
                                      </p:cBhvr>
                                      <p:to>
                                        <p:strVal val="visible"/>
                                      </p:to>
                                    </p:set>
                                  </p:childTnLst>
                                </p:cTn>
                              </p:par>
                              <p:par>
                                <p:cTn id="287" presetID="1" presetClass="entr" presetSubtype="0" fill="hold" nodeType="withEffect" restart="never">
                                  <p:stCondLst>
                                    <p:cond delay="2080"/>
                                  </p:stCondLst>
                                  <p:childTnLst>
                                    <p:set>
                                      <p:cBhvr>
                                        <p:cTn id="288" dur="1" fill="hold">
                                          <p:stCondLst>
                                            <p:cond delay="0"/>
                                          </p:stCondLst>
                                        </p:cTn>
                                        <p:tgtEl>
                                          <p:spTgt spid="155"/>
                                        </p:tgtEl>
                                        <p:attrNameLst>
                                          <p:attrName>style.visibility</p:attrName>
                                        </p:attrNameLst>
                                      </p:cBhvr>
                                      <p:to>
                                        <p:strVal val="visible"/>
                                      </p:to>
                                    </p:set>
                                  </p:childTnLst>
                                </p:cTn>
                              </p:par>
                              <p:par>
                                <p:cTn id="289" presetID="1" presetClass="entr" presetSubtype="0" fill="hold" nodeType="withEffect" restart="never">
                                  <p:stCondLst>
                                    <p:cond delay="2160"/>
                                  </p:stCondLst>
                                  <p:childTnLst>
                                    <p:set>
                                      <p:cBhvr>
                                        <p:cTn id="290" dur="1" fill="hold">
                                          <p:stCondLst>
                                            <p:cond delay="0"/>
                                          </p:stCondLst>
                                        </p:cTn>
                                        <p:tgtEl>
                                          <p:spTgt spid="156"/>
                                        </p:tgtEl>
                                        <p:attrNameLst>
                                          <p:attrName>style.visibility</p:attrName>
                                        </p:attrNameLst>
                                      </p:cBhvr>
                                      <p:to>
                                        <p:strVal val="visible"/>
                                      </p:to>
                                    </p:set>
                                  </p:childTnLst>
                                </p:cTn>
                              </p:par>
                              <p:par>
                                <p:cTn id="291" presetID="1" presetClass="entr" presetSubtype="0" fill="hold" nodeType="withEffect" restart="never">
                                  <p:stCondLst>
                                    <p:cond delay="2240"/>
                                  </p:stCondLst>
                                  <p:childTnLst>
                                    <p:set>
                                      <p:cBhvr>
                                        <p:cTn id="292" dur="1" fill="hold">
                                          <p:stCondLst>
                                            <p:cond delay="0"/>
                                          </p:stCondLst>
                                        </p:cTn>
                                        <p:tgtEl>
                                          <p:spTgt spid="157"/>
                                        </p:tgtEl>
                                        <p:attrNameLst>
                                          <p:attrName>style.visibility</p:attrName>
                                        </p:attrNameLst>
                                      </p:cBhvr>
                                      <p:to>
                                        <p:strVal val="visible"/>
                                      </p:to>
                                    </p:set>
                                  </p:childTnLst>
                                </p:cTn>
                              </p:par>
                              <p:par>
                                <p:cTn id="293" presetID="1" presetClass="entr" presetSubtype="0" fill="hold" nodeType="withEffect" restart="never">
                                  <p:stCondLst>
                                    <p:cond delay="2320"/>
                                  </p:stCondLst>
                                  <p:childTnLst>
                                    <p:set>
                                      <p:cBhvr>
                                        <p:cTn id="294" dur="1" fill="hold">
                                          <p:stCondLst>
                                            <p:cond delay="0"/>
                                          </p:stCondLst>
                                        </p:cTn>
                                        <p:tgtEl>
                                          <p:spTgt spid="158"/>
                                        </p:tgtEl>
                                        <p:attrNameLst>
                                          <p:attrName>style.visibility</p:attrName>
                                        </p:attrNameLst>
                                      </p:cBhvr>
                                      <p:to>
                                        <p:strVal val="visible"/>
                                      </p:to>
                                    </p:set>
                                  </p:childTnLst>
                                </p:cTn>
                              </p:par>
                              <p:par>
                                <p:cTn id="295" presetID="1" presetClass="entr" presetSubtype="0" fill="hold" nodeType="withEffect" restart="never">
                                  <p:stCondLst>
                                    <p:cond delay="2400"/>
                                  </p:stCondLst>
                                  <p:childTnLst>
                                    <p:set>
                                      <p:cBhvr>
                                        <p:cTn id="296" dur="1" fill="hold">
                                          <p:stCondLst>
                                            <p:cond delay="0"/>
                                          </p:stCondLst>
                                        </p:cTn>
                                        <p:tgtEl>
                                          <p:spTgt spid="159"/>
                                        </p:tgtEl>
                                        <p:attrNameLst>
                                          <p:attrName>style.visibility</p:attrName>
                                        </p:attrNameLst>
                                      </p:cBhvr>
                                      <p:to>
                                        <p:strVal val="visible"/>
                                      </p:to>
                                    </p:set>
                                  </p:childTnLst>
                                </p:cTn>
                              </p:par>
                              <p:par>
                                <p:cTn id="297" presetID="1" presetClass="entr" presetSubtype="0" fill="hold" nodeType="withEffect" restart="never">
                                  <p:stCondLst>
                                    <p:cond delay="2480"/>
                                  </p:stCondLst>
                                  <p:childTnLst>
                                    <p:set>
                                      <p:cBhvr>
                                        <p:cTn id="298" dur="1" fill="hold">
                                          <p:stCondLst>
                                            <p:cond delay="0"/>
                                          </p:stCondLst>
                                        </p:cTn>
                                        <p:tgtEl>
                                          <p:spTgt spid="160"/>
                                        </p:tgtEl>
                                        <p:attrNameLst>
                                          <p:attrName>style.visibility</p:attrName>
                                        </p:attrNameLst>
                                      </p:cBhvr>
                                      <p:to>
                                        <p:strVal val="visible"/>
                                      </p:to>
                                    </p:set>
                                  </p:childTnLst>
                                </p:cTn>
                              </p:par>
                              <p:par>
                                <p:cTn id="299" presetID="1" presetClass="entr" presetSubtype="0" fill="hold" nodeType="withEffect" restart="never">
                                  <p:stCondLst>
                                    <p:cond delay="2560"/>
                                  </p:stCondLst>
                                  <p:childTnLst>
                                    <p:set>
                                      <p:cBhvr>
                                        <p:cTn id="300" dur="1" fill="hold">
                                          <p:stCondLst>
                                            <p:cond delay="0"/>
                                          </p:stCondLst>
                                        </p:cTn>
                                        <p:tgtEl>
                                          <p:spTgt spid="161"/>
                                        </p:tgtEl>
                                        <p:attrNameLst>
                                          <p:attrName>style.visibility</p:attrName>
                                        </p:attrNameLst>
                                      </p:cBhvr>
                                      <p:to>
                                        <p:strVal val="visible"/>
                                      </p:to>
                                    </p:set>
                                  </p:childTnLst>
                                </p:cTn>
                              </p:par>
                              <p:par>
                                <p:cTn id="301" presetID="1" presetClass="entr" presetSubtype="0" fill="hold" nodeType="withEffect" restart="never">
                                  <p:stCondLst>
                                    <p:cond delay="2640"/>
                                  </p:stCondLst>
                                  <p:childTnLst>
                                    <p:set>
                                      <p:cBhvr>
                                        <p:cTn id="302" dur="1" fill="hold">
                                          <p:stCondLst>
                                            <p:cond delay="0"/>
                                          </p:stCondLst>
                                        </p:cTn>
                                        <p:tgtEl>
                                          <p:spTgt spid="162"/>
                                        </p:tgtEl>
                                        <p:attrNameLst>
                                          <p:attrName>style.visibility</p:attrName>
                                        </p:attrNameLst>
                                      </p:cBhvr>
                                      <p:to>
                                        <p:strVal val="visible"/>
                                      </p:to>
                                    </p:set>
                                  </p:childTnLst>
                                </p:cTn>
                              </p:par>
                              <p:par>
                                <p:cTn id="303" presetID="1" presetClass="entr" presetSubtype="0" fill="hold" nodeType="withEffect" restart="never">
                                  <p:stCondLst>
                                    <p:cond delay="2720"/>
                                  </p:stCondLst>
                                  <p:childTnLst>
                                    <p:set>
                                      <p:cBhvr>
                                        <p:cTn id="304" dur="1" fill="hold">
                                          <p:stCondLst>
                                            <p:cond delay="0"/>
                                          </p:stCondLst>
                                        </p:cTn>
                                        <p:tgtEl>
                                          <p:spTgt spid="163"/>
                                        </p:tgtEl>
                                        <p:attrNameLst>
                                          <p:attrName>style.visibility</p:attrName>
                                        </p:attrNameLst>
                                      </p:cBhvr>
                                      <p:to>
                                        <p:strVal val="visible"/>
                                      </p:to>
                                    </p:set>
                                  </p:childTnLst>
                                </p:cTn>
                              </p:par>
                              <p:par>
                                <p:cTn id="305" presetID="1" presetClass="entr" presetSubtype="0" fill="hold" nodeType="withEffect" restart="never">
                                  <p:stCondLst>
                                    <p:cond delay="2800"/>
                                  </p:stCondLst>
                                  <p:childTnLst>
                                    <p:set>
                                      <p:cBhvr>
                                        <p:cTn id="306" dur="1" fill="hold">
                                          <p:stCondLst>
                                            <p:cond delay="0"/>
                                          </p:stCondLst>
                                        </p:cTn>
                                        <p:tgtEl>
                                          <p:spTgt spid="164"/>
                                        </p:tgtEl>
                                        <p:attrNameLst>
                                          <p:attrName>style.visibility</p:attrName>
                                        </p:attrNameLst>
                                      </p:cBhvr>
                                      <p:to>
                                        <p:strVal val="visible"/>
                                      </p:to>
                                    </p:set>
                                  </p:childTnLst>
                                </p:cTn>
                              </p:par>
                              <p:par>
                                <p:cTn id="307" presetID="1" presetClass="entr" presetSubtype="0" fill="hold" nodeType="withEffect" restart="never">
                                  <p:stCondLst>
                                    <p:cond delay="2880"/>
                                  </p:stCondLst>
                                  <p:childTnLst>
                                    <p:set>
                                      <p:cBhvr>
                                        <p:cTn id="308" dur="1" fill="hold">
                                          <p:stCondLst>
                                            <p:cond delay="0"/>
                                          </p:stCondLst>
                                        </p:cTn>
                                        <p:tgtEl>
                                          <p:spTgt spid="165"/>
                                        </p:tgtEl>
                                        <p:attrNameLst>
                                          <p:attrName>style.visibility</p:attrName>
                                        </p:attrNameLst>
                                      </p:cBhvr>
                                      <p:to>
                                        <p:strVal val="visible"/>
                                      </p:to>
                                    </p:set>
                                  </p:childTnLst>
                                </p:cTn>
                              </p:par>
                              <p:par>
                                <p:cTn id="309" presetID="1" presetClass="entr" presetSubtype="0" fill="hold" nodeType="withEffect" restart="never">
                                  <p:stCondLst>
                                    <p:cond delay="2960"/>
                                  </p:stCondLst>
                                  <p:childTnLst>
                                    <p:set>
                                      <p:cBhvr>
                                        <p:cTn id="310" dur="1" fill="hold">
                                          <p:stCondLst>
                                            <p:cond delay="0"/>
                                          </p:stCondLst>
                                        </p:cTn>
                                        <p:tgtEl>
                                          <p:spTgt spid="166"/>
                                        </p:tgtEl>
                                        <p:attrNameLst>
                                          <p:attrName>style.visibility</p:attrName>
                                        </p:attrNameLst>
                                      </p:cBhvr>
                                      <p:to>
                                        <p:strVal val="visible"/>
                                      </p:to>
                                    </p:set>
                                  </p:childTnLst>
                                </p:cTn>
                              </p:par>
                              <p:par>
                                <p:cTn id="311" presetID="1" presetClass="entr" presetSubtype="0" fill="hold" nodeType="withEffect" restart="never">
                                  <p:stCondLst>
                                    <p:cond delay="3040"/>
                                  </p:stCondLst>
                                  <p:childTnLst>
                                    <p:set>
                                      <p:cBhvr>
                                        <p:cTn id="312" dur="1" fill="hold">
                                          <p:stCondLst>
                                            <p:cond delay="0"/>
                                          </p:stCondLst>
                                        </p:cTn>
                                        <p:tgtEl>
                                          <p:spTgt spid="167"/>
                                        </p:tgtEl>
                                        <p:attrNameLst>
                                          <p:attrName>style.visibility</p:attrName>
                                        </p:attrNameLst>
                                      </p:cBhvr>
                                      <p:to>
                                        <p:strVal val="visible"/>
                                      </p:to>
                                    </p:set>
                                  </p:childTnLst>
                                </p:cTn>
                              </p:par>
                              <p:par>
                                <p:cTn id="313" presetID="1" presetClass="entr" presetSubtype="0" fill="hold" nodeType="withEffect" restart="never">
                                  <p:stCondLst>
                                    <p:cond delay="3120"/>
                                  </p:stCondLst>
                                  <p:childTnLst>
                                    <p:set>
                                      <p:cBhvr>
                                        <p:cTn id="314" dur="1" fill="hold">
                                          <p:stCondLst>
                                            <p:cond delay="0"/>
                                          </p:stCondLst>
                                        </p:cTn>
                                        <p:tgtEl>
                                          <p:spTgt spid="168"/>
                                        </p:tgtEl>
                                        <p:attrNameLst>
                                          <p:attrName>style.visibility</p:attrName>
                                        </p:attrNameLst>
                                      </p:cBhvr>
                                      <p:to>
                                        <p:strVal val="visible"/>
                                      </p:to>
                                    </p:set>
                                  </p:childTnLst>
                                </p:cTn>
                              </p:par>
                              <p:par>
                                <p:cTn id="315" presetID="1" presetClass="entr" presetSubtype="0" fill="hold" nodeType="withEffect" restart="never">
                                  <p:stCondLst>
                                    <p:cond delay="3200"/>
                                  </p:stCondLst>
                                  <p:childTnLst>
                                    <p:set>
                                      <p:cBhvr>
                                        <p:cTn id="316" dur="1" fill="hold">
                                          <p:stCondLst>
                                            <p:cond delay="0"/>
                                          </p:stCondLst>
                                        </p:cTn>
                                        <p:tgtEl>
                                          <p:spTgt spid="169"/>
                                        </p:tgtEl>
                                        <p:attrNameLst>
                                          <p:attrName>style.visibility</p:attrName>
                                        </p:attrNameLst>
                                      </p:cBhvr>
                                      <p:to>
                                        <p:strVal val="visible"/>
                                      </p:to>
                                    </p:set>
                                  </p:childTnLst>
                                </p:cTn>
                              </p:par>
                              <p:par>
                                <p:cTn id="317" presetID="1" presetClass="entr" presetSubtype="0" fill="hold" nodeType="withEffect" restart="never">
                                  <p:stCondLst>
                                    <p:cond delay="3280"/>
                                  </p:stCondLst>
                                  <p:childTnLst>
                                    <p:set>
                                      <p:cBhvr>
                                        <p:cTn id="318" dur="1" fill="hold">
                                          <p:stCondLst>
                                            <p:cond delay="0"/>
                                          </p:stCondLst>
                                        </p:cTn>
                                        <p:tgtEl>
                                          <p:spTgt spid="170"/>
                                        </p:tgtEl>
                                        <p:attrNameLst>
                                          <p:attrName>style.visibility</p:attrName>
                                        </p:attrNameLst>
                                      </p:cBhvr>
                                      <p:to>
                                        <p:strVal val="visible"/>
                                      </p:to>
                                    </p:set>
                                  </p:childTnLst>
                                </p:cTn>
                              </p:par>
                              <p:par>
                                <p:cTn id="319" presetID="1" presetClass="entr" presetSubtype="0" fill="hold" nodeType="withEffect" restart="never">
                                  <p:stCondLst>
                                    <p:cond delay="3360"/>
                                  </p:stCondLst>
                                  <p:childTnLst>
                                    <p:set>
                                      <p:cBhvr>
                                        <p:cTn id="320" dur="1" fill="hold">
                                          <p:stCondLst>
                                            <p:cond delay="0"/>
                                          </p:stCondLst>
                                        </p:cTn>
                                        <p:tgtEl>
                                          <p:spTgt spid="171"/>
                                        </p:tgtEl>
                                        <p:attrNameLst>
                                          <p:attrName>style.visibility</p:attrName>
                                        </p:attrNameLst>
                                      </p:cBhvr>
                                      <p:to>
                                        <p:strVal val="visible"/>
                                      </p:to>
                                    </p:set>
                                  </p:childTnLst>
                                </p:cTn>
                              </p:par>
                              <p:par>
                                <p:cTn id="321" presetID="1" presetClass="entr" presetSubtype="0" fill="hold" nodeType="withEffect" restart="never">
                                  <p:stCondLst>
                                    <p:cond delay="3440"/>
                                  </p:stCondLst>
                                  <p:childTnLst>
                                    <p:set>
                                      <p:cBhvr>
                                        <p:cTn id="322" dur="1" fill="hold">
                                          <p:stCondLst>
                                            <p:cond delay="0"/>
                                          </p:stCondLst>
                                        </p:cTn>
                                        <p:tgtEl>
                                          <p:spTgt spid="172"/>
                                        </p:tgtEl>
                                        <p:attrNameLst>
                                          <p:attrName>style.visibility</p:attrName>
                                        </p:attrNameLst>
                                      </p:cBhvr>
                                      <p:to>
                                        <p:strVal val="visible"/>
                                      </p:to>
                                    </p:set>
                                  </p:childTnLst>
                                </p:cTn>
                              </p:par>
                              <p:par>
                                <p:cTn id="323" presetID="1" presetClass="entr" presetSubtype="0" fill="hold" nodeType="withEffect" restart="never">
                                  <p:stCondLst>
                                    <p:cond delay="3520"/>
                                  </p:stCondLst>
                                  <p:childTnLst>
                                    <p:set>
                                      <p:cBhvr>
                                        <p:cTn id="324" dur="1" fill="hold">
                                          <p:stCondLst>
                                            <p:cond delay="0"/>
                                          </p:stCondLst>
                                        </p:cTn>
                                        <p:tgtEl>
                                          <p:spTgt spid="173"/>
                                        </p:tgtEl>
                                        <p:attrNameLst>
                                          <p:attrName>style.visibility</p:attrName>
                                        </p:attrNameLst>
                                      </p:cBhvr>
                                      <p:to>
                                        <p:strVal val="visible"/>
                                      </p:to>
                                    </p:set>
                                  </p:childTnLst>
                                </p:cTn>
                              </p:par>
                              <p:par>
                                <p:cTn id="325" presetID="1" presetClass="entr" presetSubtype="0" fill="hold" nodeType="withEffect" restart="never">
                                  <p:stCondLst>
                                    <p:cond delay="3600"/>
                                  </p:stCondLst>
                                  <p:childTnLst>
                                    <p:set>
                                      <p:cBhvr>
                                        <p:cTn id="326" dur="1" fill="hold">
                                          <p:stCondLst>
                                            <p:cond delay="0"/>
                                          </p:stCondLst>
                                        </p:cTn>
                                        <p:tgtEl>
                                          <p:spTgt spid="174"/>
                                        </p:tgtEl>
                                        <p:attrNameLst>
                                          <p:attrName>style.visibility</p:attrName>
                                        </p:attrNameLst>
                                      </p:cBhvr>
                                      <p:to>
                                        <p:strVal val="visible"/>
                                      </p:to>
                                    </p:set>
                                  </p:childTnLst>
                                </p:cTn>
                              </p:par>
                              <p:par>
                                <p:cTn id="327" presetID="1" presetClass="entr" presetSubtype="0" fill="hold" nodeType="withEffect" restart="never">
                                  <p:stCondLst>
                                    <p:cond delay="3680"/>
                                  </p:stCondLst>
                                  <p:childTnLst>
                                    <p:set>
                                      <p:cBhvr>
                                        <p:cTn id="328" dur="1" fill="hold">
                                          <p:stCondLst>
                                            <p:cond delay="0"/>
                                          </p:stCondLst>
                                        </p:cTn>
                                        <p:tgtEl>
                                          <p:spTgt spid="175"/>
                                        </p:tgtEl>
                                        <p:attrNameLst>
                                          <p:attrName>style.visibility</p:attrName>
                                        </p:attrNameLst>
                                      </p:cBhvr>
                                      <p:to>
                                        <p:strVal val="visible"/>
                                      </p:to>
                                    </p:set>
                                  </p:childTnLst>
                                </p:cTn>
                              </p:par>
                              <p:par>
                                <p:cTn id="329" presetID="1" presetClass="entr" presetSubtype="0" fill="hold" nodeType="withEffect" restart="never">
                                  <p:stCondLst>
                                    <p:cond delay="3760"/>
                                  </p:stCondLst>
                                  <p:childTnLst>
                                    <p:set>
                                      <p:cBhvr>
                                        <p:cTn id="330" dur="1" fill="hold">
                                          <p:stCondLst>
                                            <p:cond delay="0"/>
                                          </p:stCondLst>
                                        </p:cTn>
                                        <p:tgtEl>
                                          <p:spTgt spid="176"/>
                                        </p:tgtEl>
                                        <p:attrNameLst>
                                          <p:attrName>style.visibility</p:attrName>
                                        </p:attrNameLst>
                                      </p:cBhvr>
                                      <p:to>
                                        <p:strVal val="visible"/>
                                      </p:to>
                                    </p:set>
                                  </p:childTnLst>
                                </p:cTn>
                              </p:par>
                              <p:par>
                                <p:cTn id="331" presetID="1" presetClass="entr" presetSubtype="0" fill="hold" nodeType="withEffect" restart="never">
                                  <p:stCondLst>
                                    <p:cond delay="3840"/>
                                  </p:stCondLst>
                                  <p:childTnLst>
                                    <p:set>
                                      <p:cBhvr>
                                        <p:cTn id="332" dur="1" fill="hold">
                                          <p:stCondLst>
                                            <p:cond delay="0"/>
                                          </p:stCondLst>
                                        </p:cTn>
                                        <p:tgtEl>
                                          <p:spTgt spid="177"/>
                                        </p:tgtEl>
                                        <p:attrNameLst>
                                          <p:attrName>style.visibility</p:attrName>
                                        </p:attrNameLst>
                                      </p:cBhvr>
                                      <p:to>
                                        <p:strVal val="visible"/>
                                      </p:to>
                                    </p:set>
                                  </p:childTnLst>
                                </p:cTn>
                              </p:par>
                              <p:par>
                                <p:cTn id="333" presetID="1" presetClass="entr" presetSubtype="0" fill="hold" nodeType="withEffect" restart="never">
                                  <p:stCondLst>
                                    <p:cond delay="3920"/>
                                  </p:stCondLst>
                                  <p:childTnLst>
                                    <p:set>
                                      <p:cBhvr>
                                        <p:cTn id="334" dur="1" fill="hold">
                                          <p:stCondLst>
                                            <p:cond delay="0"/>
                                          </p:stCondLst>
                                        </p:cTn>
                                        <p:tgtEl>
                                          <p:spTgt spid="178"/>
                                        </p:tgtEl>
                                        <p:attrNameLst>
                                          <p:attrName>style.visibility</p:attrName>
                                        </p:attrNameLst>
                                      </p:cBhvr>
                                      <p:to>
                                        <p:strVal val="visible"/>
                                      </p:to>
                                    </p:set>
                                  </p:childTnLst>
                                </p:cTn>
                              </p:par>
                              <p:par>
                                <p:cTn id="335" presetID="1" presetClass="entr" presetSubtype="0" fill="hold" nodeType="withEffect" restart="never">
                                  <p:stCondLst>
                                    <p:cond delay="4000"/>
                                  </p:stCondLst>
                                  <p:childTnLst>
                                    <p:set>
                                      <p:cBhvr>
                                        <p:cTn id="336" dur="1" fill="hold">
                                          <p:stCondLst>
                                            <p:cond delay="0"/>
                                          </p:stCondLst>
                                        </p:cTn>
                                        <p:tgtEl>
                                          <p:spTgt spid="179"/>
                                        </p:tgtEl>
                                        <p:attrNameLst>
                                          <p:attrName>style.visibility</p:attrName>
                                        </p:attrNameLst>
                                      </p:cBhvr>
                                      <p:to>
                                        <p:strVal val="visible"/>
                                      </p:to>
                                    </p:set>
                                  </p:childTnLst>
                                </p:cTn>
                              </p:par>
                              <p:par>
                                <p:cTn id="337" presetID="1" presetClass="entr" presetSubtype="0" fill="hold" nodeType="withEffect" restart="never">
                                  <p:stCondLst>
                                    <p:cond delay="4080"/>
                                  </p:stCondLst>
                                  <p:childTnLst>
                                    <p:set>
                                      <p:cBhvr>
                                        <p:cTn id="338" dur="1" fill="hold">
                                          <p:stCondLst>
                                            <p:cond delay="0"/>
                                          </p:stCondLst>
                                        </p:cTn>
                                        <p:tgtEl>
                                          <p:spTgt spid="180"/>
                                        </p:tgtEl>
                                        <p:attrNameLst>
                                          <p:attrName>style.visibility</p:attrName>
                                        </p:attrNameLst>
                                      </p:cBhvr>
                                      <p:to>
                                        <p:strVal val="visible"/>
                                      </p:to>
                                    </p:set>
                                  </p:childTnLst>
                                </p:cTn>
                              </p:par>
                              <p:par>
                                <p:cTn id="339" presetID="1" presetClass="entr" presetSubtype="0" fill="hold" nodeType="withEffect" restart="never">
                                  <p:stCondLst>
                                    <p:cond delay="4160"/>
                                  </p:stCondLst>
                                  <p:childTnLst>
                                    <p:set>
                                      <p:cBhvr>
                                        <p:cTn id="340" dur="1" fill="hold">
                                          <p:stCondLst>
                                            <p:cond delay="0"/>
                                          </p:stCondLst>
                                        </p:cTn>
                                        <p:tgtEl>
                                          <p:spTgt spid="181"/>
                                        </p:tgtEl>
                                        <p:attrNameLst>
                                          <p:attrName>style.visibility</p:attrName>
                                        </p:attrNameLst>
                                      </p:cBhvr>
                                      <p:to>
                                        <p:strVal val="visible"/>
                                      </p:to>
                                    </p:set>
                                  </p:childTnLst>
                                </p:cTn>
                              </p:par>
                              <p:par>
                                <p:cTn id="341" presetID="1" presetClass="entr" presetSubtype="0" fill="hold" nodeType="withEffect" restart="never">
                                  <p:stCondLst>
                                    <p:cond delay="4240"/>
                                  </p:stCondLst>
                                  <p:childTnLst>
                                    <p:set>
                                      <p:cBhvr>
                                        <p:cTn id="342" dur="1" fill="hold">
                                          <p:stCondLst>
                                            <p:cond delay="0"/>
                                          </p:stCondLst>
                                        </p:cTn>
                                        <p:tgtEl>
                                          <p:spTgt spid="182"/>
                                        </p:tgtEl>
                                        <p:attrNameLst>
                                          <p:attrName>style.visibility</p:attrName>
                                        </p:attrNameLst>
                                      </p:cBhvr>
                                      <p:to>
                                        <p:strVal val="visible"/>
                                      </p:to>
                                    </p:set>
                                  </p:childTnLst>
                                </p:cTn>
                              </p:par>
                              <p:par>
                                <p:cTn id="343" presetID="1" presetClass="entr" presetSubtype="0" fill="hold" nodeType="withEffect" restart="never">
                                  <p:stCondLst>
                                    <p:cond delay="4320"/>
                                  </p:stCondLst>
                                  <p:childTnLst>
                                    <p:set>
                                      <p:cBhvr>
                                        <p:cTn id="344" dur="1" fill="hold">
                                          <p:stCondLst>
                                            <p:cond delay="0"/>
                                          </p:stCondLst>
                                        </p:cTn>
                                        <p:tgtEl>
                                          <p:spTgt spid="183"/>
                                        </p:tgtEl>
                                        <p:attrNameLst>
                                          <p:attrName>style.visibility</p:attrName>
                                        </p:attrNameLst>
                                      </p:cBhvr>
                                      <p:to>
                                        <p:strVal val="visible"/>
                                      </p:to>
                                    </p:set>
                                  </p:childTnLst>
                                </p:cTn>
                              </p:par>
                              <p:par>
                                <p:cTn id="345" presetID="1" presetClass="entr" presetSubtype="0" fill="hold" nodeType="withEffect" restart="never">
                                  <p:stCondLst>
                                    <p:cond delay="4400"/>
                                  </p:stCondLst>
                                  <p:childTnLst>
                                    <p:set>
                                      <p:cBhvr>
                                        <p:cTn id="346" dur="1" fill="hold">
                                          <p:stCondLst>
                                            <p:cond delay="0"/>
                                          </p:stCondLst>
                                        </p:cTn>
                                        <p:tgtEl>
                                          <p:spTgt spid="184"/>
                                        </p:tgtEl>
                                        <p:attrNameLst>
                                          <p:attrName>style.visibility</p:attrName>
                                        </p:attrNameLst>
                                      </p:cBhvr>
                                      <p:to>
                                        <p:strVal val="visible"/>
                                      </p:to>
                                    </p:set>
                                  </p:childTnLst>
                                </p:cTn>
                              </p:par>
                              <p:par>
                                <p:cTn id="347" presetID="1" presetClass="entr" presetSubtype="0" fill="hold" nodeType="withEffect" restart="never">
                                  <p:stCondLst>
                                    <p:cond delay="4480"/>
                                  </p:stCondLst>
                                  <p:childTnLst>
                                    <p:set>
                                      <p:cBhvr>
                                        <p:cTn id="348" dur="1" fill="hold">
                                          <p:stCondLst>
                                            <p:cond delay="0"/>
                                          </p:stCondLst>
                                        </p:cTn>
                                        <p:tgtEl>
                                          <p:spTgt spid="185"/>
                                        </p:tgtEl>
                                        <p:attrNameLst>
                                          <p:attrName>style.visibility</p:attrName>
                                        </p:attrNameLst>
                                      </p:cBhvr>
                                      <p:to>
                                        <p:strVal val="visible"/>
                                      </p:to>
                                    </p:set>
                                  </p:childTnLst>
                                </p:cTn>
                              </p:par>
                              <p:par>
                                <p:cTn id="349" presetID="1" presetClass="entr" presetSubtype="0" fill="hold" nodeType="withEffect" restart="never">
                                  <p:stCondLst>
                                    <p:cond delay="4560"/>
                                  </p:stCondLst>
                                  <p:childTnLst>
                                    <p:set>
                                      <p:cBhvr>
                                        <p:cTn id="350" dur="1" fill="hold">
                                          <p:stCondLst>
                                            <p:cond delay="0"/>
                                          </p:stCondLst>
                                        </p:cTn>
                                        <p:tgtEl>
                                          <p:spTgt spid="186"/>
                                        </p:tgtEl>
                                        <p:attrNameLst>
                                          <p:attrName>style.visibility</p:attrName>
                                        </p:attrNameLst>
                                      </p:cBhvr>
                                      <p:to>
                                        <p:strVal val="visible"/>
                                      </p:to>
                                    </p:set>
                                  </p:childTnLst>
                                </p:cTn>
                              </p:par>
                              <p:par>
                                <p:cTn id="351" presetID="1" presetClass="entr" presetSubtype="0" fill="hold" nodeType="withEffect" restart="never">
                                  <p:stCondLst>
                                    <p:cond delay="4640"/>
                                  </p:stCondLst>
                                  <p:childTnLst>
                                    <p:set>
                                      <p:cBhvr>
                                        <p:cTn id="352" dur="1" fill="hold">
                                          <p:stCondLst>
                                            <p:cond delay="0"/>
                                          </p:stCondLst>
                                        </p:cTn>
                                        <p:tgtEl>
                                          <p:spTgt spid="187"/>
                                        </p:tgtEl>
                                        <p:attrNameLst>
                                          <p:attrName>style.visibility</p:attrName>
                                        </p:attrNameLst>
                                      </p:cBhvr>
                                      <p:to>
                                        <p:strVal val="visible"/>
                                      </p:to>
                                    </p:set>
                                  </p:childTnLst>
                                </p:cTn>
                              </p:par>
                              <p:par>
                                <p:cTn id="353" presetID="1" presetClass="entr" presetSubtype="0" fill="hold" nodeType="withEffect" restart="never">
                                  <p:stCondLst>
                                    <p:cond delay="4720"/>
                                  </p:stCondLst>
                                  <p:childTnLst>
                                    <p:set>
                                      <p:cBhvr>
                                        <p:cTn id="354" dur="1" fill="hold">
                                          <p:stCondLst>
                                            <p:cond delay="0"/>
                                          </p:stCondLst>
                                        </p:cTn>
                                        <p:tgtEl>
                                          <p:spTgt spid="188"/>
                                        </p:tgtEl>
                                        <p:attrNameLst>
                                          <p:attrName>style.visibility</p:attrName>
                                        </p:attrNameLst>
                                      </p:cBhvr>
                                      <p:to>
                                        <p:strVal val="visible"/>
                                      </p:to>
                                    </p:set>
                                  </p:childTnLst>
                                </p:cTn>
                              </p:par>
                              <p:par>
                                <p:cTn id="355" presetID="1" presetClass="entr" presetSubtype="0" fill="hold" nodeType="withEffect" restart="never">
                                  <p:stCondLst>
                                    <p:cond delay="4800"/>
                                  </p:stCondLst>
                                  <p:childTnLst>
                                    <p:set>
                                      <p:cBhvr>
                                        <p:cTn id="356" dur="1" fill="hold">
                                          <p:stCondLst>
                                            <p:cond delay="0"/>
                                          </p:stCondLst>
                                        </p:cTn>
                                        <p:tgtEl>
                                          <p:spTgt spid="189"/>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Multiplexing</a:t>
            </a:r>
          </a:p>
        </p:txBody>
      </p:sp>
      <p:sp>
        <p:nvSpPr>
          <p:cNvPr id="3" name="route-arrow-0-shaft">
            <a:extLst xmlns:a="http://schemas.openxmlformats.org/drawingml/2006/main">
              <a:ext uri="{FF2B5EF4-FFF2-40B4-BE49-F238E27FC236}">
                <a16:creationId xmlns:a16="http://schemas.microsoft.com/office/drawing/2014/main" id="{989C999C-C830-46CE-A043-876818A97E6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34FEDE9-4C74-4631-9A1B-153C83D58B5B}"/>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5E65DB9-6E8C-497F-91DC-50EC4F23163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9796F75-A448-433F-B823-E5952090E2C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53D1F84-58FD-42D3-B813-8A8F8CCEE13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7650854-B673-4EDA-825F-C6C34119CB2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tdm-operation">
            <a:extLst xmlns:a="http://schemas.openxmlformats.org/drawingml/2006/main">
              <a:ext uri="{FF2B5EF4-FFF2-40B4-BE49-F238E27FC236}">
                <a16:creationId xmlns:a16="http://schemas.microsoft.com/office/drawing/2014/main" id="{22EEF24F-E173-4301-8AC5-0C43DFE433C3}"/>
              </a:ext>
            </a:extLst>
          </p:cNvPr>
          <p:cNvSpPr>
            <a:spLocks xmlns:a="http://schemas.openxmlformats.org/drawingml/2006/main" noGrp="1"/>
          </p:cNvSpPr>
          <p:nvPr/>
        </p:nvSpPr>
        <p:spPr>
          <a:xfrm xmlns:a="http://schemas.openxmlformats.org/drawingml/2006/main">
            <a:off x="609600" y="21145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Commutator: interleave three sample streams</a:t>
            </a:r>
          </a:p>
        </p:txBody>
      </p:sp>
      <p:pic>
        <p:nvPicPr>
          <p:cNvPr id="10" name="tdm-send" descr="Note 7: tdm send. Static entry; click once; final state retained.">
            <a:extLst xmlns:a="http://schemas.openxmlformats.org/drawingml/2006/main">
              <a:ext uri="{FF2B5EF4-FFF2-40B4-BE49-F238E27FC236}">
                <a16:creationId xmlns:a16="http://schemas.microsoft.com/office/drawing/2014/main" id="{AF234DEA-20B6-445A-8B79-D8102EF17B7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19" name="tdm-send--t4-click-frame-00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0" name="tdm-send--t4-click-frame-00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1" name="tdm-send--t4-click-frame-00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2" name="tdm-send--t4-click-frame-00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3" name="tdm-send--t4-click-frame-00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4" name="tdm-send--t4-click-frame-00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5" name="tdm-send--t4-click-frame-00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6" name="tdm-send--t4-click-frame-00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7" name="tdm-send--t4-click-frame-00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8" name="tdm-send--t4-click-frame-01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9" name="tdm-send--t4-click-frame-01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tdm-send--t4-click-frame-01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tdm-send--t4-click-frame-01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tdm-send--t4-click-frame-01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tdm-send--t4-click-frame-01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tdm-send--t4-click-frame-01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tdm-send--t4-click-frame-01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tdm-send--t4-click-frame-01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tdm-send--t4-click-frame-01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tdm-send--t4-click-frame-02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tdm-send--t4-click-frame-02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tdm-send--t4-click-frame-02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tdm-send--t4-click-frame-02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tdm-send--t4-click-frame-02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tdm-send--t4-click-frame-02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tdm-send--t4-click-frame-02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tdm-send--t4-click-frame-02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tdm-send--t4-click-frame-02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tdm-send--t4-click-frame-02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tdm-send--t4-click-frame-03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tdm-send--t4-click-frame-03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tdm-send--t4-click-frame-03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tdm-send--t4-click-frame-03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tdm-send--t4-click-frame-03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tdm-send--t4-click-frame-03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tdm-send--t4-click-frame-03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tdm-rate-emphasis">
            <a:extLst xmlns:a="http://schemas.openxmlformats.org/drawingml/2006/main">
              <a:ext uri="{FF2B5EF4-FFF2-40B4-BE49-F238E27FC236}">
                <a16:creationId xmlns:a16="http://schemas.microsoft.com/office/drawing/2014/main" id="{2C671F3C-5A5F-44DC-8D64-65BA297D13F7}"/>
              </a:ext>
            </a:extLst>
          </p:cNvPr>
          <p:cNvSpPr>
            <a:spLocks xmlns:a="http://schemas.openxmlformats.org/drawingml/2006/main" noGrp="1"/>
          </p:cNvSpPr>
          <p:nvPr/>
        </p:nvSpPr>
        <p:spPr>
          <a:xfrm xmlns:a="http://schemas.openxmlformats.org/drawingml/2006/main">
            <a:off x="609600" y="65151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B7BDC2E-16E9-4ED5-A658-A90E349ADA58}"/>
              </a:ext>
            </a:extLst>
          </p:cNvPr>
          <p:cNvPicPr>
            <a:picLocks xmlns:a="http://schemas.openxmlformats.org/drawingml/2006/main" noChangeAspect="1"/>
          </p:cNvPicPr>
          <p:nvPr/>
        </p:nvPicPr>
        <p:blipFill>
          <a:blip xmlns:r="http://schemas.openxmlformats.org/officeDocument/2006/relationships" xmlns:a="http://schemas.openxmlformats.org/drawingml/2006/main" r:embed="R7af8d3f32dd2417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782421E-EE73-4D9F-AFCB-BE961FA6F92F}"/>
              </a:ext>
            </a:extLst>
          </p:cNvPr>
          <p:cNvPicPr>
            <a:picLocks xmlns:a="http://schemas.openxmlformats.org/drawingml/2006/main" noChangeAspect="1"/>
          </p:cNvPicPr>
          <p:nvPr/>
        </p:nvPicPr>
        <p:blipFill>
          <a:blip xmlns:r="http://schemas.openxmlformats.org/officeDocument/2006/relationships" xmlns:a="http://schemas.openxmlformats.org/drawingml/2006/main" r:embed="R9e07b82e598e47e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CF0EDF-312F-4E73-857B-75BA311A6400}"/>
              </a:ext>
            </a:extLst>
          </p:cNvPr>
          <p:cNvPicPr>
            <a:picLocks xmlns:a="http://schemas.openxmlformats.org/drawingml/2006/main" noChangeAspect="1"/>
          </p:cNvPicPr>
          <p:nvPr/>
        </p:nvPicPr>
        <p:blipFill>
          <a:blip xmlns:r="http://schemas.openxmlformats.org/officeDocument/2006/relationships" xmlns:a="http://schemas.openxmlformats.org/drawingml/2006/main" r:embed="Rdb9150871d70468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tdm-sample-times" descr="t_{n,i}=nT_s+\frac{(i-1)T_s}{3},\qquad i=1,2,3">
            <a:extLst xmlns:a="http://schemas.openxmlformats.org/drawingml/2006/main">
              <a:ext uri="{FF2B5EF4-FFF2-40B4-BE49-F238E27FC236}">
                <a16:creationId xmlns:a16="http://schemas.microsoft.com/office/drawing/2014/main" id="{0EF28DB6-D24D-4172-8DC2-3B98AD9920BB}"/>
              </a:ext>
            </a:extLst>
          </p:cNvPr>
          <p:cNvPicPr>
            <a:picLocks xmlns:a="http://schemas.openxmlformats.org/drawingml/2006/main" noChangeAspect="1"/>
          </p:cNvPicPr>
          <p:nvPr/>
        </p:nvPicPr>
        <p:blipFill>
          <a:blip xmlns:r="http://schemas.openxmlformats.org/officeDocument/2006/relationships" xmlns:a="http://schemas.openxmlformats.org/drawingml/2006/main" r:embed="Rd0928cf5165445c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38495"/>
            <a:ext cx="4695825" cy="381536"/>
          </a:xfrm>
          <a:prstGeom xmlns:a="http://schemas.openxmlformats.org/drawingml/2006/main" prst="rect">
            <a:avLst/>
          </a:prstGeom>
        </p:spPr>
      </p:pic>
      <p:pic>
        <p:nvPicPr>
          <p:cNvPr id="16" name="tdm-pulse-fit" descr="T&lt;T_s/3">
            <a:extLst xmlns:a="http://schemas.openxmlformats.org/drawingml/2006/main">
              <a:ext uri="{FF2B5EF4-FFF2-40B4-BE49-F238E27FC236}">
                <a16:creationId xmlns:a16="http://schemas.microsoft.com/office/drawing/2014/main" id="{A11A2EFB-7552-4909-BC0C-4B3075AEE366}"/>
              </a:ext>
            </a:extLst>
          </p:cNvPr>
          <p:cNvPicPr>
            <a:picLocks xmlns:a="http://schemas.openxmlformats.org/drawingml/2006/main" noChangeAspect="1"/>
          </p:cNvPicPr>
          <p:nvPr/>
        </p:nvPicPr>
        <p:blipFill>
          <a:blip xmlns:r="http://schemas.openxmlformats.org/officeDocument/2006/relationships" xmlns:a="http://schemas.openxmlformats.org/drawingml/2006/main" r:embed="R0984d4c8f7f14b4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562975" y="5386388"/>
            <a:ext cx="1343025" cy="285750"/>
          </a:xfrm>
          <a:prstGeom xmlns:a="http://schemas.openxmlformats.org/drawingml/2006/main" prst="rect">
            <a:avLst/>
          </a:prstGeom>
        </p:spPr>
      </p:pic>
      <p:pic>
        <p:nvPicPr>
          <p:cNvPr id="17" name="tdm-rate" descr="\text{Each message: }f_s=1/T_s\qquad\text{Shared stream: }3f_s">
            <a:extLst xmlns:a="http://schemas.openxmlformats.org/drawingml/2006/main">
              <a:ext uri="{FF2B5EF4-FFF2-40B4-BE49-F238E27FC236}">
                <a16:creationId xmlns:a16="http://schemas.microsoft.com/office/drawing/2014/main" id="{46D4ADC0-AF2A-4496-BEB0-EB3B4B794A5D}"/>
              </a:ext>
            </a:extLst>
          </p:cNvPr>
          <p:cNvPicPr>
            <a:picLocks xmlns:a="http://schemas.openxmlformats.org/drawingml/2006/main" noChangeAspect="1"/>
          </p:cNvPicPr>
          <p:nvPr/>
        </p:nvPicPr>
        <p:blipFill>
          <a:blip xmlns:r="http://schemas.openxmlformats.org/officeDocument/2006/relationships" xmlns:a="http://schemas.openxmlformats.org/drawingml/2006/main" r:embed="R7a4bb873193443b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29338"/>
            <a:ext cx="6858000" cy="285750"/>
          </a:xfrm>
          <a:prstGeom xmlns:a="http://schemas.openxmlformats.org/drawingml/2006/main" prst="rect">
            <a:avLst/>
          </a:prstGeom>
        </p:spPr>
      </p:pic>
    </p:spTree>
    <p:extLst>
      <p:ext uri="{BB962C8B-B14F-4D97-AF65-F5344CB8AC3E}">
        <p14:creationId xmlns:p14="http://schemas.microsoft.com/office/powerpoint/2010/main" val="2039058677"/>
      </p:ext>
    </p:extLst>
  </p:cSld>
  <p:timing>
    <p:tnLst>
      <p:par>
        <p:cTn id="1" dur="indefinite" restart="never" nodeType="tmRoot">
          <p:childTnLst>
            <p:seq concurrent="1" nextAc="seek">
              <p:cTn id="2" dur="indefinite" nodeType="mainSeq">
                <p:childTnLst>
                  <p:par>
                    <p:cTn id="19" fill="hold" restart="never" repeatCount="1000">
                      <p:stCondLst>
                        <p:cond delay="indefinite"/>
                      </p:stCondLst>
                      <p:childTnLst>
                        <p:par>
                          <p:cTn id="20" fill="hold" dur="7200">
                            <p:stCondLst>
                              <p:cond delay="0"/>
                            </p:stCondLst>
                            <p:childTnLst>
                              <p:par>
                                <p:cTn id="21" presetID="1" presetClass="entr" presetSubtype="0" fill="hold" nodeType="clickEffect" restart="never">
                                  <p:stCondLst>
                                    <p:cond delay="50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restart="never">
                                  <p:stCondLst>
                                    <p:cond delay="66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restart="never">
                                  <p:stCondLst>
                                    <p:cond delay="82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restart="never">
                                  <p:stCondLst>
                                    <p:cond delay="98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restart="never">
                                  <p:stCondLst>
                                    <p:cond delay="114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restart="never">
                                  <p:stCondLst>
                                    <p:cond delay="130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restart="never">
                                  <p:stCondLst>
                                    <p:cond delay="146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restart="never">
                                  <p:stCondLst>
                                    <p:cond delay="162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restart="never">
                                  <p:stCondLst>
                                    <p:cond delay="178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restart="never">
                                  <p:stCondLst>
                                    <p:cond delay="194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restart="never">
                                  <p:stCondLst>
                                    <p:cond delay="210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restart="never">
                                  <p:stCondLst>
                                    <p:cond delay="226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restart="never">
                                  <p:stCondLst>
                                    <p:cond delay="258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restart="never">
                                  <p:stCondLst>
                                    <p:cond delay="274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nodeType="withEffect" restart="never">
                                  <p:stCondLst>
                                    <p:cond delay="290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restart="never">
                                  <p:stCondLst>
                                    <p:cond delay="306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restart="never">
                                  <p:stCondLst>
                                    <p:cond delay="322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restart="never">
                                  <p:stCondLst>
                                    <p:cond delay="338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restart="never">
                                  <p:stCondLst>
                                    <p:cond delay="354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restart="never">
                                  <p:stCondLst>
                                    <p:cond delay="370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restart="never">
                                  <p:stCondLst>
                                    <p:cond delay="386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nodeType="withEffect" restart="never">
                                  <p:stCondLst>
                                    <p:cond delay="402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nodeType="withEffect" restart="never">
                                  <p:stCondLst>
                                    <p:cond delay="418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nodeType="withEffect" restart="never">
                                  <p:stCondLst>
                                    <p:cond delay="434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nodeType="withEffect" restart="never">
                                  <p:stCondLst>
                                    <p:cond delay="4500"/>
                                  </p:stCondLst>
                                  <p:childTnLst>
                                    <p:set>
                                      <p:cBhvr>
                                        <p:cTn id="72" dur="1" fill="hold">
                                          <p:stCondLst>
                                            <p:cond delay="0"/>
                                          </p:stCondLst>
                                        </p:cTn>
                                        <p:tgtEl>
                                          <p:spTgt spid="44"/>
                                        </p:tgtEl>
                                        <p:attrNameLst>
                                          <p:attrName>style.visibility</p:attrName>
                                        </p:attrNameLst>
                                      </p:cBhvr>
                                      <p:to>
                                        <p:strVal val="visible"/>
                                      </p:to>
                                    </p:set>
                                  </p:childTnLst>
                                </p:cTn>
                              </p:par>
                              <p:par>
                                <p:cTn id="73" presetID="1" presetClass="entr" presetSubtype="0" fill="hold" nodeType="withEffect" restart="never">
                                  <p:stCondLst>
                                    <p:cond delay="466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nodeType="withEffect" restart="never">
                                  <p:stCondLst>
                                    <p:cond delay="482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nodeType="withEffect" restart="never">
                                  <p:stCondLst>
                                    <p:cond delay="498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restart="never">
                                  <p:stCondLst>
                                    <p:cond delay="514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nodeType="withEffect" restart="never">
                                  <p:stCondLst>
                                    <p:cond delay="530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nodeType="withEffect" restart="never">
                                  <p:stCondLst>
                                    <p:cond delay="546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restart="never">
                                  <p:stCondLst>
                                    <p:cond delay="562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nodeType="withEffect" restart="never">
                                  <p:stCondLst>
                                    <p:cond delay="578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nodeType="withEffect" restart="never">
                                  <p:stCondLst>
                                    <p:cond delay="594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nodeType="withEffect" restart="never">
                                  <p:stCondLst>
                                    <p:cond delay="610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Demultiplexing</a:t>
            </a:r>
          </a:p>
        </p:txBody>
      </p:sp>
      <p:sp>
        <p:nvSpPr>
          <p:cNvPr id="3" name="route-arrow-0-shaft">
            <a:extLst xmlns:a="http://schemas.openxmlformats.org/drawingml/2006/main">
              <a:ext uri="{FF2B5EF4-FFF2-40B4-BE49-F238E27FC236}">
                <a16:creationId xmlns:a16="http://schemas.microsoft.com/office/drawing/2014/main" id="{DBCAC0CB-9BE7-4BEF-A202-6D0AEF5C2F5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5CFBBB8E-9F08-4169-B149-B64FD688CC76}"/>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E23B17D-49CD-45B4-BF72-C7AB4FC9E71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34698B2-B487-426B-90C8-FDD065DE6971}"/>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3D790B9-244A-4F35-B7D0-86D9AC916269}"/>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3FAF848-D9FB-4C99-A585-2D18E4634BF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dm-receiver-operation">
            <a:extLst xmlns:a="http://schemas.openxmlformats.org/drawingml/2006/main">
              <a:ext uri="{FF2B5EF4-FFF2-40B4-BE49-F238E27FC236}">
                <a16:creationId xmlns:a16="http://schemas.microsoft.com/office/drawing/2014/main" id="{6296A09A-1D61-45DF-BC4F-68703B15F73C}"/>
              </a:ext>
            </a:extLst>
          </p:cNvPr>
          <p:cNvSpPr>
            <a:spLocks xmlns:a="http://schemas.openxmlformats.org/drawingml/2006/main" noGrp="1"/>
          </p:cNvSpPr>
          <p:nvPr/>
        </p:nvSpPr>
        <p:spPr>
          <a:xfrm xmlns:a="http://schemas.openxmlformats.org/drawingml/2006/main">
            <a:off x="609600" y="211455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Decommutator: separate the time slots</a:t>
            </a:r>
          </a:p>
        </p:txBody>
      </p:sp>
      <p:pic>
        <p:nvPicPr>
          <p:cNvPr id="10" name="tdm-receive" descr="Note 7: tdm receive. Static entry; click once; final state retained.">
            <a:extLst xmlns:a="http://schemas.openxmlformats.org/drawingml/2006/main">
              <a:ext uri="{FF2B5EF4-FFF2-40B4-BE49-F238E27FC236}">
                <a16:creationId xmlns:a16="http://schemas.microsoft.com/office/drawing/2014/main" id="{8D60BAAB-F2DD-4DF0-91D1-C7BFD6E8454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19" name="tdm-receive--t4-click-frame-00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0" name="tdm-receive--t4-click-frame-00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1" name="tdm-receive--t4-click-frame-00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2" name="tdm-receive--t4-click-frame-00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3" name="tdm-receive--t4-click-frame-00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4" name="tdm-receive--t4-click-frame-00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5" name="tdm-receive--t4-click-frame-00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6" name="tdm-receive--t4-click-frame-00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7" name="tdm-receive--t4-click-frame-00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8" name="tdm-receive--t4-click-frame-01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9" name="tdm-receive--t4-click-frame-01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tdm-receive--t4-click-frame-01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tdm-receive--t4-click-frame-01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tdm-receive--t4-click-frame-01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tdm-receive--t4-click-frame-01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tdm-receive--t4-click-frame-01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tdm-receive--t4-click-frame-01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tdm-receive--t4-click-frame-01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tdm-receive--t4-click-frame-01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tdm-receive--t4-click-frame-02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tdm-receive--t4-click-frame-02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tdm-receive--t4-click-frame-02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tdm-receive--t4-click-frame-02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tdm-receive--t4-click-frame-02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tdm-receive--t4-click-frame-02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tdm-receive--t4-click-frame-02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tdm-receive--t4-click-frame-02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tdm-receive--t4-click-frame-02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tdm-receive--t4-click-frame-02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tdm-receive--t4-click-frame-03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tdm-receive--t4-click-frame-03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tdm-receive--t4-click-frame-03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tdm-receive--t4-click-frame-03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tdm-receive--t4-click-frame-03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tdm-receive--t4-click-frame-03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tdm-receive--t4-click-frame-03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synchronism">
            <a:extLst xmlns:a="http://schemas.openxmlformats.org/drawingml/2006/main">
              <a:ext uri="{FF2B5EF4-FFF2-40B4-BE49-F238E27FC236}">
                <a16:creationId xmlns:a16="http://schemas.microsoft.com/office/drawing/2014/main" id="{1DAB6E40-4D52-4864-B892-171E55A197C9}"/>
              </a:ext>
            </a:extLst>
          </p:cNvPr>
          <p:cNvSpPr>
            <a:spLocks xmlns:a="http://schemas.openxmlformats.org/drawingml/2006/main" noGrp="1"/>
          </p:cNvSpPr>
          <p:nvPr/>
        </p:nvSpPr>
        <p:spPr>
          <a:xfrm xmlns:a="http://schemas.openxmlformats.org/drawingml/2006/main">
            <a:off x="609600" y="60960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Same clock and slot assignment; reconstruct each message.</a:t>
            </a:r>
          </a:p>
        </p:txBody>
      </p:sp>
      <p:sp>
        <p:nvSpPr>
          <p:cNvPr id="12" name="synchronism-emphasis">
            <a:extLst xmlns:a="http://schemas.openxmlformats.org/drawingml/2006/main">
              <a:ext uri="{FF2B5EF4-FFF2-40B4-BE49-F238E27FC236}">
                <a16:creationId xmlns:a16="http://schemas.microsoft.com/office/drawing/2014/main" id="{EECAE84B-22B7-442C-BDA2-E87D3F846424}"/>
              </a:ext>
            </a:extLst>
          </p:cNvPr>
          <p:cNvSpPr>
            <a:spLocks xmlns:a="http://schemas.openxmlformats.org/drawingml/2006/main" noGrp="1"/>
          </p:cNvSpPr>
          <p:nvPr/>
        </p:nvSpPr>
        <p:spPr>
          <a:xfrm xmlns:a="http://schemas.openxmlformats.org/drawingml/2006/main">
            <a:off x="609600" y="65627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E0C39FC-6C5F-44DB-9C68-AAC418F04458}"/>
              </a:ext>
            </a:extLst>
          </p:cNvPr>
          <p:cNvPicPr>
            <a:picLocks xmlns:a="http://schemas.openxmlformats.org/drawingml/2006/main" noChangeAspect="1"/>
          </p:cNvPicPr>
          <p:nvPr/>
        </p:nvPicPr>
        <p:blipFill>
          <a:blip xmlns:r="http://schemas.openxmlformats.org/officeDocument/2006/relationships" xmlns:a="http://schemas.openxmlformats.org/drawingml/2006/main" r:embed="R990c435bde2b479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03EBE11-4984-41D9-95AF-0C6BF99A1886}"/>
              </a:ext>
            </a:extLst>
          </p:cNvPr>
          <p:cNvPicPr>
            <a:picLocks xmlns:a="http://schemas.openxmlformats.org/drawingml/2006/main" noChangeAspect="1"/>
          </p:cNvPicPr>
          <p:nvPr/>
        </p:nvPicPr>
        <p:blipFill>
          <a:blip xmlns:r="http://schemas.openxmlformats.org/officeDocument/2006/relationships" xmlns:a="http://schemas.openxmlformats.org/drawingml/2006/main" r:embed="Re2b3e857e10245f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12DC4-A20E-4DDB-93B7-6CC01787FC7A}"/>
              </a:ext>
            </a:extLst>
          </p:cNvPr>
          <p:cNvPicPr>
            <a:picLocks xmlns:a="http://schemas.openxmlformats.org/drawingml/2006/main" noChangeAspect="1"/>
          </p:cNvPicPr>
          <p:nvPr/>
        </p:nvPicPr>
        <p:blipFill>
          <a:blip xmlns:r="http://schemas.openxmlformats.org/officeDocument/2006/relationships" xmlns:a="http://schemas.openxmlformats.org/drawingml/2006/main" r:embed="R920816b5a6164c9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6" name="tdm-receiver-pulse-fit" descr="T&lt;T_s/3">
            <a:extLst xmlns:a="http://schemas.openxmlformats.org/drawingml/2006/main">
              <a:ext uri="{FF2B5EF4-FFF2-40B4-BE49-F238E27FC236}">
                <a16:creationId xmlns:a16="http://schemas.microsoft.com/office/drawing/2014/main" id="{DF0A40B0-AAF8-47A9-95D9-860B4CFE1869}"/>
              </a:ext>
            </a:extLst>
          </p:cNvPr>
          <p:cNvPicPr>
            <a:picLocks xmlns:a="http://schemas.openxmlformats.org/drawingml/2006/main" noChangeAspect="1"/>
          </p:cNvPicPr>
          <p:nvPr/>
        </p:nvPicPr>
        <p:blipFill>
          <a:blip xmlns:r="http://schemas.openxmlformats.org/officeDocument/2006/relationships" xmlns:a="http://schemas.openxmlformats.org/drawingml/2006/main" r:embed="Rd256c21befcc43d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9096375" y="2185988"/>
            <a:ext cx="1253490" cy="266700"/>
          </a:xfrm>
          <a:prstGeom xmlns:a="http://schemas.openxmlformats.org/drawingml/2006/main" prst="rect">
            <a:avLst/>
          </a:prstGeom>
        </p:spPr>
      </p:pic>
      <p:pic>
        <p:nvPicPr>
          <p:cNvPr id="17" name="tdm-reconstruction" descr="m_i(t)=\sum_n m_i(t_{n,i})\operatorname{sinc}\!\left(\frac{t-t_{n,i}}{T_s}\right)">
            <a:extLst xmlns:a="http://schemas.openxmlformats.org/drawingml/2006/main">
              <a:ext uri="{FF2B5EF4-FFF2-40B4-BE49-F238E27FC236}">
                <a16:creationId xmlns:a16="http://schemas.microsoft.com/office/drawing/2014/main" id="{B6E11815-1168-4F4F-9C09-D512290121A8}"/>
              </a:ext>
            </a:extLst>
          </p:cNvPr>
          <p:cNvPicPr>
            <a:picLocks xmlns:a="http://schemas.openxmlformats.org/drawingml/2006/main" noChangeAspect="1"/>
          </p:cNvPicPr>
          <p:nvPr/>
        </p:nvPicPr>
        <p:blipFill>
          <a:blip xmlns:r="http://schemas.openxmlformats.org/officeDocument/2006/relationships" xmlns:a="http://schemas.openxmlformats.org/drawingml/2006/main" r:embed="R38389f9d3d92449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14950"/>
            <a:ext cx="4103077" cy="476250"/>
          </a:xfrm>
          <a:prstGeom xmlns:a="http://schemas.openxmlformats.org/drawingml/2006/main" prst="rect">
            <a:avLst/>
          </a:prstGeom>
        </p:spPr>
      </p:pic>
    </p:spTree>
    <p:extLst>
      <p:ext uri="{BB962C8B-B14F-4D97-AF65-F5344CB8AC3E}">
        <p14:creationId xmlns:p14="http://schemas.microsoft.com/office/powerpoint/2010/main" val="1760435858"/>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720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8"/>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9"/>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30"/>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1"/>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2"/>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4"/>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5"/>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9"/>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40"/>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1"/>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2"/>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3"/>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4"/>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5"/>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6"/>
                                        </p:tgtEl>
                                        <p:attrNameLst>
                                          <p:attrName>style.visibility</p:attrName>
                                        </p:attrNameLst>
                                      </p:cBhvr>
                                      <p:to>
                                        <p:strVal val="visible"/>
                                      </p:to>
                                    </p:set>
                                  </p:childTnLst>
                                </p:cTn>
                              </p:par>
                              <p:par>
                                <p:cTn id="74" presetID="1" presetClass="entr" presetSubtype="0" fill="hold" nodeType="withEffect" restart="never">
                                  <p:stCondLst>
                                    <p:cond delay="4980"/>
                                  </p:stCondLst>
                                  <p:childTnLst>
                                    <p:set>
                                      <p:cBhvr>
                                        <p:cTn id="75" dur="1" fill="hold">
                                          <p:stCondLst>
                                            <p:cond delay="0"/>
                                          </p:stCondLst>
                                        </p:cTn>
                                        <p:tgtEl>
                                          <p:spTgt spid="47"/>
                                        </p:tgtEl>
                                        <p:attrNameLst>
                                          <p:attrName>style.visibility</p:attrName>
                                        </p:attrNameLst>
                                      </p:cBhvr>
                                      <p:to>
                                        <p:strVal val="visible"/>
                                      </p:to>
                                    </p:set>
                                  </p:childTnLst>
                                </p:cTn>
                              </p:par>
                              <p:par>
                                <p:cTn id="76" presetID="1" presetClass="entr" presetSubtype="0" fill="hold" nodeType="withEffect" restart="never">
                                  <p:stCondLst>
                                    <p:cond delay="5140"/>
                                  </p:stCondLst>
                                  <p:childTnLst>
                                    <p:set>
                                      <p:cBhvr>
                                        <p:cTn id="77" dur="1" fill="hold">
                                          <p:stCondLst>
                                            <p:cond delay="0"/>
                                          </p:stCondLst>
                                        </p:cTn>
                                        <p:tgtEl>
                                          <p:spTgt spid="48"/>
                                        </p:tgtEl>
                                        <p:attrNameLst>
                                          <p:attrName>style.visibility</p:attrName>
                                        </p:attrNameLst>
                                      </p:cBhvr>
                                      <p:to>
                                        <p:strVal val="visible"/>
                                      </p:to>
                                    </p:set>
                                  </p:childTnLst>
                                </p:cTn>
                              </p:par>
                              <p:par>
                                <p:cTn id="78" presetID="1" presetClass="entr" presetSubtype="0" fill="hold" nodeType="withEffect" restart="never">
                                  <p:stCondLst>
                                    <p:cond delay="530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nodeType="withEffect" restart="never">
                                  <p:stCondLst>
                                    <p:cond delay="546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nodeType="withEffect" restart="never">
                                  <p:stCondLst>
                                    <p:cond delay="5620"/>
                                  </p:stCondLst>
                                  <p:childTnLst>
                                    <p:set>
                                      <p:cBhvr>
                                        <p:cTn id="83" dur="1" fill="hold">
                                          <p:stCondLst>
                                            <p:cond delay="0"/>
                                          </p:stCondLst>
                                        </p:cTn>
                                        <p:tgtEl>
                                          <p:spTgt spid="51"/>
                                        </p:tgtEl>
                                        <p:attrNameLst>
                                          <p:attrName>style.visibility</p:attrName>
                                        </p:attrNameLst>
                                      </p:cBhvr>
                                      <p:to>
                                        <p:strVal val="visible"/>
                                      </p:to>
                                    </p:set>
                                  </p:childTnLst>
                                </p:cTn>
                              </p:par>
                              <p:par>
                                <p:cTn id="84" presetID="1" presetClass="entr" presetSubtype="0" fill="hold" nodeType="withEffect" restart="never">
                                  <p:stCondLst>
                                    <p:cond delay="5780"/>
                                  </p:stCondLst>
                                  <p:childTnLst>
                                    <p:set>
                                      <p:cBhvr>
                                        <p:cTn id="85" dur="1" fill="hold">
                                          <p:stCondLst>
                                            <p:cond delay="0"/>
                                          </p:stCondLst>
                                        </p:cTn>
                                        <p:tgtEl>
                                          <p:spTgt spid="52"/>
                                        </p:tgtEl>
                                        <p:attrNameLst>
                                          <p:attrName>style.visibility</p:attrName>
                                        </p:attrNameLst>
                                      </p:cBhvr>
                                      <p:to>
                                        <p:strVal val="visible"/>
                                      </p:to>
                                    </p:set>
                                  </p:childTnLst>
                                </p:cTn>
                              </p:par>
                              <p:par>
                                <p:cTn id="86" presetID="1" presetClass="entr" presetSubtype="0" fill="hold" nodeType="withEffect" restart="never">
                                  <p:stCondLst>
                                    <p:cond delay="5940"/>
                                  </p:stCondLst>
                                  <p:childTnLst>
                                    <p:set>
                                      <p:cBhvr>
                                        <p:cTn id="87" dur="1" fill="hold">
                                          <p:stCondLst>
                                            <p:cond delay="0"/>
                                          </p:stCondLst>
                                        </p:cTn>
                                        <p:tgtEl>
                                          <p:spTgt spid="53"/>
                                        </p:tgtEl>
                                        <p:attrNameLst>
                                          <p:attrName>style.visibility</p:attrName>
                                        </p:attrNameLst>
                                      </p:cBhvr>
                                      <p:to>
                                        <p:strVal val="visible"/>
                                      </p:to>
                                    </p:set>
                                  </p:childTnLst>
                                </p:cTn>
                              </p:par>
                              <p:par>
                                <p:cTn id="88" presetID="1" presetClass="entr" presetSubtype="0" fill="hold" nodeType="withEffect" restart="never">
                                  <p:stCondLst>
                                    <p:cond delay="6100"/>
                                  </p:stCondLst>
                                  <p:childTnLst>
                                    <p:set>
                                      <p:cBhvr>
                                        <p:cTn id="89"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 and 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Takeaways</a:t>
            </a:r>
          </a:p>
        </p:txBody>
      </p:sp>
      <p:sp>
        <p:nvSpPr>
          <p:cNvPr id="3" name="route-arrow-0-shaft">
            <a:extLst xmlns:a="http://schemas.openxmlformats.org/drawingml/2006/main">
              <a:ext uri="{FF2B5EF4-FFF2-40B4-BE49-F238E27FC236}">
                <a16:creationId xmlns:a16="http://schemas.microsoft.com/office/drawing/2014/main" id="{5DFB2A4C-1948-4F85-A8C2-319618F9BCA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12ECF59-DCBA-4BE1-97AB-2F0C94FB8EA4}"/>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C8FDCE3-0EB3-424B-91F9-6053449A925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C477FFA0-7FB9-4FDC-85A1-07286EDAC9B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D92CA08-D101-412F-9162-9DACC89DD40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4669E247-0197-48DE-84E8-EF59E1A2026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recap-assumption">
            <a:extLst xmlns:a="http://schemas.openxmlformats.org/drawingml/2006/main">
              <a:ext uri="{FF2B5EF4-FFF2-40B4-BE49-F238E27FC236}">
                <a16:creationId xmlns:a16="http://schemas.microsoft.com/office/drawing/2014/main" id="{C8A283C5-EEBD-4F76-B3B3-D41FB425AB49}"/>
              </a:ext>
            </a:extLst>
          </p:cNvPr>
          <p:cNvSpPr>
            <a:spLocks xmlns:a="http://schemas.openxmlformats.org/drawingml/2006/main" noGrp="1"/>
          </p:cNvSpPr>
          <p:nvPr/>
        </p:nvSpPr>
        <p:spPr>
          <a:xfrm xmlns:a="http://schemas.openxmlformats.org/drawingml/2006/main">
            <a:off x="609600" y="2047875"/>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i="0">
                <a:solidFill>
                  <a:srgbClr val="202020"/>
                </a:solidFill>
                <a:latin typeface="Times New Roman"/>
                <a:ea typeface="Times New Roman"/>
                <a:cs typeface="Times New Roman"/>
              </a:defRPr>
            </a:defPPr>
          </a:lstStyle>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Bandlimited messages; no boundary tones at equality.</a:t>
            </a:r>
          </a:p>
        </p:txBody>
      </p:sp>
      <p:graphicFrame>
        <p:nvGraphicFramePr>
          <p:cNvPr id="10" name="takeaway-table">
            <a:extLst xmlns:a="http://schemas.openxmlformats.org/drawingml/2006/main">
              <a:ext uri="{FF2B5EF4-FFF2-40B4-BE49-F238E27FC236}">
                <a16:creationId xmlns:a16="http://schemas.microsoft.com/office/drawing/2014/main" id="{65A735B0-9807-49A5-8DCC-7291517AEFE0}"/>
              </a:ext>
            </a:extLst>
          </p:cNvPr>
          <p:cNvGraphicFramePr/>
          <p:nvPr/>
        </p:nvGraphicFramePr>
        <p:xfrm>
          <a:off xmlns:a="http://schemas.openxmlformats.org/drawingml/2006/main" x="609600" y="2409825"/>
          <a:ext xmlns:a="http://schemas.openxmlformats.org/drawingml/2006/main" cx="10896600" cy="3857625"/>
        </p:xfrm>
        <a:graphic xmlns:a="http://schemas.openxmlformats.org/drawingml/2006/main">
          <a:graphicData uri="http://schemas.openxmlformats.org/drawingml/2006/table">
            <a:tbl>
              <a:tblPr firstRow="0" bandRow="0"/>
              <a:tblGrid>
                <a:gridCol w="2343150"/>
                <a:gridCol w="3990975"/>
                <a:gridCol w="4562475"/>
              </a:tblGrid>
              <a:tr h="771525">
                <a:tc>
                  <a:txBody>
                    <a:bodyPr/>
                    <a:lstStyle/>
                    <a:p>
                      <a:pPr algn="ctr"/>
                      <a:r>
                        <a:rPr sz="2025" b="1">
                          <a:solidFill>
                            <a:srgbClr val="202020"/>
                          </a:solidFill>
                          <a:latin typeface="Times New Roman"/>
                          <a:ea typeface="Times New Roman"/>
                          <a:cs typeface="Times New Roman"/>
                        </a:rPr>
                        <a:t>Task</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Operation</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Result</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771525">
                <a:tc>
                  <a:txBody>
                    <a:bodyPr/>
                    <a:lstStyle/>
                    <a:p>
                      <a:pPr algn="ctr"/>
                      <a:r>
                        <a:rPr sz="2025" b="1">
                          <a:solidFill>
                            <a:srgbClr val="202020"/>
                          </a:solidFill>
                          <a:latin typeface="Times New Roman"/>
                          <a:ea typeface="Times New Roman"/>
                          <a:cs typeface="Times New Roman"/>
                        </a:rPr>
                        <a:t>Generate 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then form pulses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value = pulse height</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Avoid aliasing</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Separate spectral copies</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20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Recover 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Read heights, then reconstruct</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Weighted sinc pulses add to m</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Share the channel</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Interleave time slots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Synchronized TDM</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1" name="takeaway-link-0">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68BA371-CE28-42E6-8FFA-B6F2347EFF8B}"/>
              </a:ext>
            </a:extLst>
          </p:cNvPr>
          <p:cNvSpPr>
            <a:spLocks xmlns:a="http://schemas.openxmlformats.org/drawingml/2006/main" noGrp="1"/>
          </p:cNvSpPr>
          <p:nvPr/>
        </p:nvSpPr>
        <p:spPr>
          <a:xfrm xmlns:a="http://schemas.openxmlformats.org/drawingml/2006/main">
            <a:off x="609600" y="318135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2" name="takeaway-link-1">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BABE442C-8309-4C15-A677-CA7823EFAD8D}"/>
              </a:ext>
            </a:extLst>
          </p:cNvPr>
          <p:cNvSpPr>
            <a:spLocks xmlns:a="http://schemas.openxmlformats.org/drawingml/2006/main" noGrp="1"/>
          </p:cNvSpPr>
          <p:nvPr/>
        </p:nvSpPr>
        <p:spPr>
          <a:xfrm xmlns:a="http://schemas.openxmlformats.org/drawingml/2006/main">
            <a:off x="609600" y="3952875"/>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3" name="takeaway-link-2">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72D58B1-7BA7-478D-8E55-C93F83FD5D77}"/>
              </a:ext>
            </a:extLst>
          </p:cNvPr>
          <p:cNvSpPr>
            <a:spLocks xmlns:a="http://schemas.openxmlformats.org/drawingml/2006/main" noGrp="1"/>
          </p:cNvSpPr>
          <p:nvPr/>
        </p:nvSpPr>
        <p:spPr>
          <a:xfrm xmlns:a="http://schemas.openxmlformats.org/drawingml/2006/main">
            <a:off x="609600" y="472440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4" name="takeaway-link-3">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57750DB-8D2D-4109-AC9E-14541503FF68}"/>
              </a:ext>
            </a:extLst>
          </p:cNvPr>
          <p:cNvSpPr>
            <a:spLocks xmlns:a="http://schemas.openxmlformats.org/drawingml/2006/main" noGrp="1"/>
          </p:cNvSpPr>
          <p:nvPr/>
        </p:nvSpPr>
        <p:spPr>
          <a:xfrm xmlns:a="http://schemas.openxmlformats.org/drawingml/2006/main">
            <a:off x="609600" y="5495925"/>
            <a:ext cx="10896600" cy="771525"/>
          </a:xfrm>
          <a:prstGeom xmlns:a="http://schemas.openxmlformats.org/drawingml/2006/main" prst="rect">
            <a:avLst/>
          </a:prstGeom>
          <a:noFill xmlns:a="http://schemas.openxmlformats.org/drawingml/2006/main"/>
          <a:ln xmlns:a="http://schemas.openxmlformats.org/drawingml/2006/main" w="0">
            <a:noFill/>
          </a:ln>
        </p:spPr>
      </p:sp>
      <p:pic>
        <p:nvPicPr>
          <p:cNvPr id="1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F0FF7DD-58C3-4D75-B59B-0E35E02D9232}"/>
              </a:ext>
            </a:extLst>
          </p:cNvPr>
          <p:cNvPicPr>
            <a:picLocks xmlns:a="http://schemas.openxmlformats.org/drawingml/2006/main" noChangeAspect="1"/>
          </p:cNvPicPr>
          <p:nvPr/>
        </p:nvPicPr>
        <p:blipFill>
          <a:blip xmlns:r="http://schemas.openxmlformats.org/officeDocument/2006/relationships" xmlns:a="http://schemas.openxmlformats.org/drawingml/2006/main" r:embed="R2363501f1ba74fe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D35C1C9-61B1-4269-83B5-7B0D7845A3CF}"/>
              </a:ext>
            </a:extLst>
          </p:cNvPr>
          <p:cNvPicPr>
            <a:picLocks xmlns:a="http://schemas.openxmlformats.org/drawingml/2006/main" noChangeAspect="1"/>
          </p:cNvPicPr>
          <p:nvPr/>
        </p:nvPicPr>
        <p:blipFill>
          <a:blip xmlns:r="http://schemas.openxmlformats.org/officeDocument/2006/relationships" xmlns:a="http://schemas.openxmlformats.org/drawingml/2006/main" r:embed="R37f9eb21bc94486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7"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8447205-B494-4038-BBEF-661E13B3D9A8}"/>
              </a:ext>
            </a:extLst>
          </p:cNvPr>
          <p:cNvPicPr>
            <a:picLocks xmlns:a="http://schemas.openxmlformats.org/drawingml/2006/main" noChangeAspect="1"/>
          </p:cNvPicPr>
          <p:nvPr/>
        </p:nvPicPr>
        <p:blipFill>
          <a:blip xmlns:r="http://schemas.openxmlformats.org/officeDocument/2006/relationships" xmlns:a="http://schemas.openxmlformats.org/drawingml/2006/main" r:embed="Rf455a8dccc824da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8" name="recap-sampling-condition" descr="f_s\ge2W">
            <a:extLst xmlns:a="http://schemas.openxmlformats.org/drawingml/2006/main">
              <a:ext uri="{FF2B5EF4-FFF2-40B4-BE49-F238E27FC236}">
                <a16:creationId xmlns:a16="http://schemas.microsoft.com/office/drawing/2014/main" id="{1A059C17-699A-4CE4-94EF-1B7B2CE3D228}"/>
              </a:ext>
            </a:extLst>
          </p:cNvPr>
          <p:cNvPicPr>
            <a:picLocks xmlns:a="http://schemas.openxmlformats.org/drawingml/2006/main" noChangeAspect="1"/>
          </p:cNvPicPr>
          <p:nvPr/>
        </p:nvPicPr>
        <p:blipFill>
          <a:blip xmlns:r="http://schemas.openxmlformats.org/officeDocument/2006/relationships" xmlns:a="http://schemas.openxmlformats.org/drawingml/2006/main" r:embed="Rb9a5e654668e473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8600123" y="4201478"/>
            <a:ext cx="1249680" cy="274320"/>
          </a:xfrm>
          <a:prstGeom xmlns:a="http://schemas.openxmlformats.org/drawingml/2006/main" prst="rect">
            <a:avLst/>
          </a:prstGeom>
        </p:spPr>
      </p:pic>
    </p:spTree>
    <p:extLst>
      <p:ext uri="{BB962C8B-B14F-4D97-AF65-F5344CB8AC3E}">
        <p14:creationId xmlns:p14="http://schemas.microsoft.com/office/powerpoint/2010/main" val="699876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Transmitted signals</a:t>
            </a:r>
          </a:p>
        </p:txBody>
      </p:sp>
      <p:sp>
        <p:nvSpPr>
          <p:cNvPr id="3" name="practice-lin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A2BA1DD-F020-41DB-A798-D48046950E7E}"/>
              </a:ext>
            </a:extLst>
          </p:cNvPr>
          <p:cNvSpPr>
            <a:spLocks xmlns:a="http://schemas.openxmlformats.org/drawingml/2006/main" noGrp="1"/>
          </p:cNvSpPr>
          <p:nvPr/>
        </p:nvSpPr>
        <p:spPr>
          <a:xfrm xmlns:a="http://schemas.openxmlformats.org/drawingml/2006/main">
            <a:off x="10096500" y="266700"/>
            <a:ext cx="140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i="0">
                <a:solidFill>
                  <a:srgbClr val="202020"/>
                </a:solidFill>
                <a:latin typeface="Times New Roman"/>
                <a:ea typeface="Times New Roman"/>
                <a:cs typeface="Times New Roman"/>
              </a:defRPr>
            </a:defPPr>
          </a:lstStyle>
          <a:p xmlns:a="http://schemas.openxmlformats.org/drawingml/2006/main">
            <a:pPr algn="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Practice</a:t>
            </a:r>
          </a:p>
        </p:txBody>
      </p:sp>
      <p:sp>
        <p:nvSpPr>
          <p:cNvPr id="4" name="!!review-label-a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3D0181D-5311-4F76-9140-B4D559E74A78}"/>
              </a:ext>
            </a:extLst>
          </p:cNvPr>
          <p:cNvSpPr>
            <a:spLocks xmlns:a="http://schemas.openxmlformats.org/drawingml/2006/main" noGrp="1"/>
          </p:cNvSpPr>
          <p:nvPr/>
        </p:nvSpPr>
        <p:spPr>
          <a:xfrm xmlns:a="http://schemas.openxmlformats.org/drawingml/2006/main">
            <a:off x="609600" y="1390650"/>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AM</a:t>
            </a:r>
          </a:p>
        </p:txBody>
      </p:sp>
      <p:sp>
        <p:nvSpPr>
          <p:cNvPr id="5" name="!!review-label-dsb">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96D617FB-D117-4F99-AE3F-9245B1BDB673}"/>
              </a:ext>
            </a:extLst>
          </p:cNvPr>
          <p:cNvSpPr>
            <a:spLocks xmlns:a="http://schemas.openxmlformats.org/drawingml/2006/main" noGrp="1"/>
          </p:cNvSpPr>
          <p:nvPr/>
        </p:nvSpPr>
        <p:spPr>
          <a:xfrm xmlns:a="http://schemas.openxmlformats.org/drawingml/2006/main">
            <a:off x="609600" y="2009775"/>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DSB-SC</a:t>
            </a:r>
          </a:p>
        </p:txBody>
      </p:sp>
      <p:sp>
        <p:nvSpPr>
          <p:cNvPr id="6" name="!!review-label-ssb">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01FFBC74-1235-4ED4-B4D8-85A182ADE651}"/>
              </a:ext>
            </a:extLst>
          </p:cNvPr>
          <p:cNvSpPr>
            <a:spLocks xmlns:a="http://schemas.openxmlformats.org/drawingml/2006/main" noGrp="1"/>
          </p:cNvSpPr>
          <p:nvPr/>
        </p:nvSpPr>
        <p:spPr>
          <a:xfrm xmlns:a="http://schemas.openxmlformats.org/drawingml/2006/main">
            <a:off x="609600" y="2628900"/>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SSB</a:t>
            </a:r>
          </a:p>
        </p:txBody>
      </p:sp>
      <p:sp>
        <p:nvSpPr>
          <p:cNvPr id="7" name="!!review-label-qam">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7F317AEB-539E-4BE7-A21B-FC584C4725BA}"/>
              </a:ext>
            </a:extLst>
          </p:cNvPr>
          <p:cNvSpPr>
            <a:spLocks xmlns:a="http://schemas.openxmlformats.org/drawingml/2006/main" noGrp="1"/>
          </p:cNvSpPr>
          <p:nvPr/>
        </p:nvSpPr>
        <p:spPr>
          <a:xfrm xmlns:a="http://schemas.openxmlformats.org/drawingml/2006/main">
            <a:off x="609600" y="3248025"/>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QAM</a:t>
            </a:r>
          </a:p>
        </p:txBody>
      </p:sp>
      <p:sp>
        <p:nvSpPr>
          <p:cNvPr id="8" name="!!review-label-pm">
            <ns0:hlinkClick xmlns:ns0="http://schemas.openxmlformats.org/drawingml/2006/main" xmlns:ns1="http://schemas.openxmlformats.org/officeDocument/2006/relationships" ns1:id="rIdNav10" action="ppaction://hlinksldjump"/>
            <a:extLst xmlns:a="http://schemas.openxmlformats.org/drawingml/2006/main">
              <a:ext uri="{FF2B5EF4-FFF2-40B4-BE49-F238E27FC236}">
                <a16:creationId xmlns:a16="http://schemas.microsoft.com/office/drawing/2014/main" id="{FD887070-D63E-4EFB-988C-EB62D7863243}"/>
              </a:ext>
            </a:extLst>
          </p:cNvPr>
          <p:cNvSpPr>
            <a:spLocks xmlns:a="http://schemas.openxmlformats.org/drawingml/2006/main" noGrp="1"/>
          </p:cNvSpPr>
          <p:nvPr/>
        </p:nvSpPr>
        <p:spPr>
          <a:xfrm xmlns:a="http://schemas.openxmlformats.org/drawingml/2006/main">
            <a:off x="609600" y="3867150"/>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PM</a:t>
            </a:r>
          </a:p>
        </p:txBody>
      </p:sp>
      <p:sp>
        <p:nvSpPr>
          <p:cNvPr id="9" name="!!review-label-fm">
            <ns0:hlinkClick xmlns:ns0="http://schemas.openxmlformats.org/drawingml/2006/main" xmlns:ns1="http://schemas.openxmlformats.org/officeDocument/2006/relationships" ns1:id="rIdNav12" action="ppaction://hlinksldjump"/>
            <a:extLst xmlns:a="http://schemas.openxmlformats.org/drawingml/2006/main">
              <a:ext uri="{FF2B5EF4-FFF2-40B4-BE49-F238E27FC236}">
                <a16:creationId xmlns:a16="http://schemas.microsoft.com/office/drawing/2014/main" id="{2D8F7D5E-F5CB-4BB9-9037-757E6ACEBEE1}"/>
              </a:ext>
            </a:extLst>
          </p:cNvPr>
          <p:cNvSpPr>
            <a:spLocks xmlns:a="http://schemas.openxmlformats.org/drawingml/2006/main" noGrp="1"/>
          </p:cNvSpPr>
          <p:nvPr/>
        </p:nvSpPr>
        <p:spPr>
          <a:xfrm xmlns:a="http://schemas.openxmlformats.org/drawingml/2006/main">
            <a:off x="609600" y="4486275"/>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FM</a:t>
            </a:r>
          </a:p>
        </p:txBody>
      </p:sp>
      <p:sp>
        <p:nvSpPr>
          <p:cNvPr id="10" name="!!review-label-pam">
            <ns0:hlinkClick xmlns:ns0="http://schemas.openxmlformats.org/drawingml/2006/main" xmlns:ns1="http://schemas.openxmlformats.org/officeDocument/2006/relationships" ns1:id="rIdNav14" action="ppaction://hlinksldjump"/>
            <a:extLst xmlns:a="http://schemas.openxmlformats.org/drawingml/2006/main">
              <a:ext uri="{FF2B5EF4-FFF2-40B4-BE49-F238E27FC236}">
                <a16:creationId xmlns:a16="http://schemas.microsoft.com/office/drawing/2014/main" id="{1DF23599-9D0F-4F3C-B628-70CEEB615AB9}"/>
              </a:ext>
            </a:extLst>
          </p:cNvPr>
          <p:cNvSpPr>
            <a:spLocks xmlns:a="http://schemas.openxmlformats.org/drawingml/2006/main" noGrp="1"/>
          </p:cNvSpPr>
          <p:nvPr/>
        </p:nvSpPr>
        <p:spPr>
          <a:xfrm xmlns:a="http://schemas.openxmlformats.org/drawingml/2006/main">
            <a:off x="609600" y="5105400"/>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PAM</a:t>
            </a:r>
          </a:p>
        </p:txBody>
      </p:sp>
      <p:sp>
        <p:nvSpPr>
          <p:cNvPr id="11" name="multiplex-separator">
            <a:extLst xmlns:a="http://schemas.openxmlformats.org/drawingml/2006/main">
              <a:ext uri="{FF2B5EF4-FFF2-40B4-BE49-F238E27FC236}">
                <a16:creationId xmlns:a16="http://schemas.microsoft.com/office/drawing/2014/main" id="{C254D61A-A38A-4C52-B4C2-EB786A305B75}"/>
              </a:ext>
            </a:extLst>
          </p:cNvPr>
          <p:cNvSpPr>
            <a:spLocks xmlns:a="http://schemas.openxmlformats.org/drawingml/2006/main" noGrp="1"/>
          </p:cNvSpPr>
          <p:nvPr/>
        </p:nvSpPr>
        <p:spPr>
          <a:xfrm xmlns:a="http://schemas.openxmlformats.org/drawingml/2006/main">
            <a:off x="609600" y="5838825"/>
            <a:ext cx="10896600" cy="9525"/>
          </a:xfrm>
          <a:prstGeom xmlns:a="http://schemas.openxmlformats.org/drawingml/2006/main" prst="rect">
            <a:avLst/>
          </a:prstGeom>
          <a:solidFill xmlns:a="http://schemas.openxmlformats.org/drawingml/2006/main">
            <a:srgbClr val="B0B0B0"/>
          </a:solidFill>
          <a:ln xmlns:a="http://schemas.openxmlformats.org/drawingml/2006/main" w="0">
            <a:noFill/>
          </a:ln>
        </p:spPr>
      </p:sp>
      <p:sp>
        <p:nvSpPr>
          <p:cNvPr id="12" name="multiplexing">
            <a:extLst xmlns:a="http://schemas.openxmlformats.org/drawingml/2006/main">
              <a:ext uri="{FF2B5EF4-FFF2-40B4-BE49-F238E27FC236}">
                <a16:creationId xmlns:a16="http://schemas.microsoft.com/office/drawing/2014/main" id="{67CD09B4-FBEB-461C-9C61-542EB500679B}"/>
              </a:ext>
            </a:extLst>
          </p:cNvPr>
          <p:cNvSpPr>
            <a:spLocks xmlns:a="http://schemas.openxmlformats.org/drawingml/2006/main" noGrp="1"/>
          </p:cNvSpPr>
          <p:nvPr/>
        </p:nvSpPr>
        <p:spPr>
          <a:xfrm xmlns:a="http://schemas.openxmlformats.org/drawingml/2006/main">
            <a:off x="609600" y="6048375"/>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Multiplexing</a:t>
            </a:r>
          </a:p>
        </p:txBody>
      </p:sp>
      <p:sp>
        <p:nvSpPr>
          <p:cNvPr id="13" name="!!review-label-fdm">
            <ns0:hlinkClick xmlns:ns0="http://schemas.openxmlformats.org/drawingml/2006/main" xmlns:ns1="http://schemas.openxmlformats.org/officeDocument/2006/relationships" ns1:id="rIdNav16" action="ppaction://hlinksldjump"/>
            <a:extLst xmlns:a="http://schemas.openxmlformats.org/drawingml/2006/main">
              <a:ext uri="{FF2B5EF4-FFF2-40B4-BE49-F238E27FC236}">
                <a16:creationId xmlns:a16="http://schemas.microsoft.com/office/drawing/2014/main" id="{C5BA5C66-8C56-499A-AE80-41ABEC6363F0}"/>
              </a:ext>
            </a:extLst>
          </p:cNvPr>
          <p:cNvSpPr>
            <a:spLocks xmlns:a="http://schemas.openxmlformats.org/drawingml/2006/main" noGrp="1"/>
          </p:cNvSpPr>
          <p:nvPr/>
        </p:nvSpPr>
        <p:spPr>
          <a:xfrm xmlns:a="http://schemas.openxmlformats.org/drawingml/2006/main">
            <a:off x="3638550" y="60293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FDM</a:t>
            </a:r>
          </a:p>
        </p:txBody>
      </p:sp>
      <p:sp>
        <p:nvSpPr>
          <p:cNvPr id="14" name="fdm-operation">
            <ns0:hlinkClick xmlns:ns0="http://schemas.openxmlformats.org/drawingml/2006/main" xmlns:ns1="http://schemas.openxmlformats.org/officeDocument/2006/relationships" ns1:id="rIdNav17" action="ppaction://hlinksldjump"/>
            <a:extLst xmlns:a="http://schemas.openxmlformats.org/drawingml/2006/main">
              <a:ext uri="{FF2B5EF4-FFF2-40B4-BE49-F238E27FC236}">
                <a16:creationId xmlns:a16="http://schemas.microsoft.com/office/drawing/2014/main" id="{94F2DA6C-EE8B-4195-84E7-38F8CA6F6324}"/>
              </a:ext>
            </a:extLst>
          </p:cNvPr>
          <p:cNvSpPr>
            <a:spLocks xmlns:a="http://schemas.openxmlformats.org/drawingml/2006/main" noGrp="1"/>
          </p:cNvSpPr>
          <p:nvPr/>
        </p:nvSpPr>
        <p:spPr>
          <a:xfrm xmlns:a="http://schemas.openxmlformats.org/drawingml/2006/main">
            <a:off x="5162550" y="6067425"/>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Add frequency bands</a:t>
            </a:r>
          </a:p>
        </p:txBody>
      </p:sp>
      <p:sp>
        <p:nvSpPr>
          <p:cNvPr id="15" name="!!review-label-tdm">
            <ns0:hlinkClick xmlns:ns0="http://schemas.openxmlformats.org/drawingml/2006/main" xmlns:ns1="http://schemas.openxmlformats.org/officeDocument/2006/relationships" ns1:id="rIdNav18" action="ppaction://hlinksldjump"/>
            <a:extLst xmlns:a="http://schemas.openxmlformats.org/drawingml/2006/main">
              <a:ext uri="{FF2B5EF4-FFF2-40B4-BE49-F238E27FC236}">
                <a16:creationId xmlns:a16="http://schemas.microsoft.com/office/drawing/2014/main" id="{9681D08D-CEBF-4D11-8512-B5EA3B670CC9}"/>
              </a:ext>
            </a:extLst>
          </p:cNvPr>
          <p:cNvSpPr>
            <a:spLocks xmlns:a="http://schemas.openxmlformats.org/drawingml/2006/main" noGrp="1"/>
          </p:cNvSpPr>
          <p:nvPr/>
        </p:nvSpPr>
        <p:spPr>
          <a:xfrm xmlns:a="http://schemas.openxmlformats.org/drawingml/2006/main">
            <a:off x="8296275" y="6029325"/>
            <a:ext cx="123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TDM</a:t>
            </a:r>
          </a:p>
        </p:txBody>
      </p:sp>
      <p:sp>
        <p:nvSpPr>
          <p:cNvPr id="16" name="tdm-operation">
            <ns0:hlinkClick xmlns:ns0="http://schemas.openxmlformats.org/drawingml/2006/main" xmlns:ns1="http://schemas.openxmlformats.org/officeDocument/2006/relationships" ns1:id="rIdNav19" action="ppaction://hlinksldjump"/>
            <a:extLst xmlns:a="http://schemas.openxmlformats.org/drawingml/2006/main">
              <a:ext uri="{FF2B5EF4-FFF2-40B4-BE49-F238E27FC236}">
                <a16:creationId xmlns:a16="http://schemas.microsoft.com/office/drawing/2014/main" id="{D5A39D07-C879-475A-9EC9-C5EB3006F5E8}"/>
              </a:ext>
            </a:extLst>
          </p:cNvPr>
          <p:cNvSpPr>
            <a:spLocks xmlns:a="http://schemas.openxmlformats.org/drawingml/2006/main" noGrp="1"/>
          </p:cNvSpPr>
          <p:nvPr/>
        </p:nvSpPr>
        <p:spPr>
          <a:xfrm xmlns:a="http://schemas.openxmlformats.org/drawingml/2006/main">
            <a:off x="9563100" y="606742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Interleave slots</a:t>
            </a:r>
          </a:p>
        </p:txBody>
      </p:sp>
      <p:pic>
        <p:nvPicPr>
          <p:cNvPr id="17" name="!!review-signal-am" descr="s(t)=A_c[1+k_am(t)]\cos(2\pi f_c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3D8C135-3EE9-48E3-9EC3-1364DB8E1C1C}"/>
              </a:ext>
            </a:extLst>
          </p:cNvPr>
          <p:cNvPicPr>
            <a:picLocks xmlns:a="http://schemas.openxmlformats.org/drawingml/2006/main" noChangeAspect="1"/>
          </p:cNvPicPr>
          <p:nvPr/>
        </p:nvPicPr>
        <p:blipFill>
          <a:blip xmlns:r="http://schemas.openxmlformats.org/officeDocument/2006/relationships" xmlns:a="http://schemas.openxmlformats.org/drawingml/2006/main" r:embed="R9016cbbb13e448c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2476500" y="1453396"/>
            <a:ext cx="4187190" cy="265033"/>
          </a:xfrm>
          <a:prstGeom xmlns:a="http://schemas.openxmlformats.org/drawingml/2006/main" prst="rect">
            <a:avLst/>
          </a:prstGeom>
        </p:spPr>
      </p:pic>
      <p:pic>
        <p:nvPicPr>
          <p:cNvPr id="18" name="!!review-signal-dsb" descr="s(t)=A_cm(t)\cos(2\pi f_ct)">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C5D41BC6-25D2-44A6-9B98-0A76183ED8A9}"/>
              </a:ext>
            </a:extLst>
          </p:cNvPr>
          <p:cNvPicPr>
            <a:picLocks xmlns:a="http://schemas.openxmlformats.org/drawingml/2006/main" noChangeAspect="1"/>
          </p:cNvPicPr>
          <p:nvPr/>
        </p:nvPicPr>
        <p:blipFill>
          <a:blip xmlns:r="http://schemas.openxmlformats.org/officeDocument/2006/relationships" xmlns:a="http://schemas.openxmlformats.org/drawingml/2006/main" r:embed="R2e40b272296f415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2476500" y="2072521"/>
            <a:ext cx="3200400" cy="265033"/>
          </a:xfrm>
          <a:prstGeom xmlns:a="http://schemas.openxmlformats.org/drawingml/2006/main" prst="rect">
            <a:avLst/>
          </a:prstGeom>
        </p:spPr>
      </p:pic>
      <p:pic>
        <p:nvPicPr>
          <p:cNvPr id="19" name="!!review-signal-ssb" descr="s(t)=\mathrm{BPF}_{\mathrm{USB}}\!\left\{A_cm(t)\cos(2\pi f_ct)\right\}">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EC82DDFD-C388-43C1-B6A1-69FF890F3D8D}"/>
              </a:ext>
            </a:extLst>
          </p:cNvPr>
          <p:cNvPicPr>
            <a:picLocks xmlns:a="http://schemas.openxmlformats.org/drawingml/2006/main" noChangeAspect="1"/>
          </p:cNvPicPr>
          <p:nvPr/>
        </p:nvPicPr>
        <p:blipFill>
          <a:blip xmlns:r="http://schemas.openxmlformats.org/officeDocument/2006/relationships" xmlns:a="http://schemas.openxmlformats.org/drawingml/2006/main" r:embed="Rd0028ed255f546f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2476500" y="2690813"/>
            <a:ext cx="4640580" cy="266700"/>
          </a:xfrm>
          <a:prstGeom xmlns:a="http://schemas.openxmlformats.org/drawingml/2006/main" prst="rect">
            <a:avLst/>
          </a:prstGeom>
        </p:spPr>
      </p:pic>
      <p:pic>
        <p:nvPicPr>
          <p:cNvPr id="20" name="!!review-signal-qam" descr="s(t)=A_cm_1(t)\cos(2\pi f_ct)+A_cm_2(t)\sin(2\pi f_ct)">
            <ns0:hlinkClick xmlns:ns0="http://schemas.openxmlformats.org/drawingml/2006/main" xmlns:ns1="http://schemas.openxmlformats.org/officeDocument/2006/relationships" ns1:id="rIdNav9" action="ppaction://hlinksldjump"/>
            <a:extLst xmlns:a="http://schemas.openxmlformats.org/drawingml/2006/main">
              <a:ext uri="{FF2B5EF4-FFF2-40B4-BE49-F238E27FC236}">
                <a16:creationId xmlns:a16="http://schemas.microsoft.com/office/drawing/2014/main" id="{39F9DA16-28B6-4F42-BAA7-7264CDDF72EC}"/>
              </a:ext>
            </a:extLst>
          </p:cNvPr>
          <p:cNvPicPr>
            <a:picLocks xmlns:a="http://schemas.openxmlformats.org/drawingml/2006/main" noChangeAspect="1"/>
          </p:cNvPicPr>
          <p:nvPr/>
        </p:nvPicPr>
        <p:blipFill>
          <a:blip xmlns:r="http://schemas.openxmlformats.org/officeDocument/2006/relationships" xmlns:a="http://schemas.openxmlformats.org/drawingml/2006/main" r:embed="R24c0830bd46b416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476500" y="3310771"/>
            <a:ext cx="6134100" cy="265033"/>
          </a:xfrm>
          <a:prstGeom xmlns:a="http://schemas.openxmlformats.org/drawingml/2006/main" prst="rect">
            <a:avLst/>
          </a:prstGeom>
        </p:spPr>
      </p:pic>
      <p:pic>
        <p:nvPicPr>
          <p:cNvPr id="21" name="!!review-signal-pm" descr="s(t)=A_c\cos[2\pi f_ct+k_pm(t)]">
            <ns0:hlinkClick xmlns:ns0="http://schemas.openxmlformats.org/drawingml/2006/main" xmlns:ns1="http://schemas.openxmlformats.org/officeDocument/2006/relationships" ns1:id="rIdNav11" action="ppaction://hlinksldjump"/>
            <a:extLst xmlns:a="http://schemas.openxmlformats.org/drawingml/2006/main">
              <a:ext uri="{FF2B5EF4-FFF2-40B4-BE49-F238E27FC236}">
                <a16:creationId xmlns:a16="http://schemas.microsoft.com/office/drawing/2014/main" id="{85A3E2CC-F217-4E39-9D25-0E5FDEE8FD4D}"/>
              </a:ext>
            </a:extLst>
          </p:cNvPr>
          <p:cNvPicPr>
            <a:picLocks xmlns:a="http://schemas.openxmlformats.org/drawingml/2006/main" noChangeAspect="1"/>
          </p:cNvPicPr>
          <p:nvPr/>
        </p:nvPicPr>
        <p:blipFill>
          <a:blip xmlns:r="http://schemas.openxmlformats.org/officeDocument/2006/relationships" xmlns:a="http://schemas.openxmlformats.org/drawingml/2006/main" r:embed="R57b254a058b1432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2476500" y="3924895"/>
            <a:ext cx="3813810" cy="275034"/>
          </a:xfrm>
          <a:prstGeom xmlns:a="http://schemas.openxmlformats.org/drawingml/2006/main" prst="rect">
            <a:avLst/>
          </a:prstGeom>
        </p:spPr>
      </p:pic>
      <p:pic>
        <p:nvPicPr>
          <p:cNvPr id="22" name="!!review-signal-fm" descr="s(t)=A_c\cos\!\left[2\pi f_ct+2\pi k_f\int_0^t m(\tau)\,d\tau\right]">
            <ns0:hlinkClick xmlns:ns0="http://schemas.openxmlformats.org/drawingml/2006/main" xmlns:ns1="http://schemas.openxmlformats.org/officeDocument/2006/relationships" ns1:id="rIdNav13" action="ppaction://hlinksldjump"/>
            <a:extLst xmlns:a="http://schemas.openxmlformats.org/drawingml/2006/main">
              <a:ext uri="{FF2B5EF4-FFF2-40B4-BE49-F238E27FC236}">
                <a16:creationId xmlns:a16="http://schemas.microsoft.com/office/drawing/2014/main" id="{A0B062EB-EFBD-4731-B768-942AEA5C03AB}"/>
              </a:ext>
            </a:extLst>
          </p:cNvPr>
          <p:cNvPicPr>
            <a:picLocks xmlns:a="http://schemas.openxmlformats.org/drawingml/2006/main" noChangeAspect="1"/>
          </p:cNvPicPr>
          <p:nvPr/>
        </p:nvPicPr>
        <p:blipFill>
          <a:blip xmlns:r="http://schemas.openxmlformats.org/officeDocument/2006/relationships" xmlns:a="http://schemas.openxmlformats.org/drawingml/2006/main" r:embed="Rd20f3e9480864c29">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2476500" y="4442341"/>
            <a:ext cx="4987290" cy="478393"/>
          </a:xfrm>
          <a:prstGeom xmlns:a="http://schemas.openxmlformats.org/drawingml/2006/main" prst="rect">
            <a:avLst/>
          </a:prstGeom>
        </p:spPr>
      </p:pic>
      <p:pic>
        <p:nvPicPr>
          <p:cNvPr id="23" name="!!review-signal-pam" descr="s(t)=\sum_n m(nT_s)h(t-nT_s)">
            <ns0:hlinkClick xmlns:ns0="http://schemas.openxmlformats.org/drawingml/2006/main" xmlns:ns1="http://schemas.openxmlformats.org/officeDocument/2006/relationships" ns1:id="rIdNav15" action="ppaction://hlinksldjump"/>
            <a:extLst xmlns:a="http://schemas.openxmlformats.org/drawingml/2006/main">
              <a:ext uri="{FF2B5EF4-FFF2-40B4-BE49-F238E27FC236}">
                <a16:creationId xmlns:a16="http://schemas.microsoft.com/office/drawing/2014/main" id="{C202348C-34ED-47E2-AA21-1FA4A6DF1418}"/>
              </a:ext>
            </a:extLst>
          </p:cNvPr>
          <p:cNvPicPr>
            <a:picLocks xmlns:a="http://schemas.openxmlformats.org/drawingml/2006/main" noChangeAspect="1"/>
          </p:cNvPicPr>
          <p:nvPr/>
        </p:nvPicPr>
        <p:blipFill>
          <a:blip xmlns:r="http://schemas.openxmlformats.org/officeDocument/2006/relationships" xmlns:a="http://schemas.openxmlformats.org/drawingml/2006/main" r:embed="Re7a57e2c8c11471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476500" y="5161478"/>
            <a:ext cx="3733800" cy="278368"/>
          </a:xfrm>
          <a:prstGeom xmlns:a="http://schemas.openxmlformats.org/drawingml/2006/main" prst="rect">
            <a:avLst/>
          </a:prstGeom>
        </p:spPr>
      </p:pic>
    </p:spTree>
    <p:extLst>
      <p:ext uri="{BB962C8B-B14F-4D97-AF65-F5344CB8AC3E}">
        <p14:creationId xmlns:p14="http://schemas.microsoft.com/office/powerpoint/2010/main" val="2094515062"/>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AM - The complete process</a:t>
            </a:r>
          </a:p>
        </p:txBody>
      </p:sp>
      <p:sp>
        <p:nvSpPr>
          <p:cNvPr id="3" name="process-link-0-0">
            <a:extLst xmlns:a="http://schemas.openxmlformats.org/drawingml/2006/main">
              <a:ext uri="{FF2B5EF4-FFF2-40B4-BE49-F238E27FC236}">
                <a16:creationId xmlns:a16="http://schemas.microsoft.com/office/drawing/2014/main" id="{1921036E-9F76-497B-8ECE-13152E20B188}"/>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AD7026E7-49FE-4700-8903-980DFDC2B1C5}"/>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55A1960A-4CF1-49AE-8D64-57AE0C85EE5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0CCB1EA-8AEA-40FE-A39D-30790B522FE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F1B330B-5EB8-4F89-BDFF-28C3E65596D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9692415-9F21-4394-867F-978EB9C4401A}"/>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BA3DD942-D82B-475E-9870-6E3839680AB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32DD4832-6B99-405F-AA96-C77F7BDFB51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F4D050BE-2635-4403-9980-D8721AF1562F}"/>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47D18D53-01BF-4EBC-9D9C-E063C41D3BEA}"/>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a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C5344ACF-9E50-4E6F-AC57-1C3EDAF500B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a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a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a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a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a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a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a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a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a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a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a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a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a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a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a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a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a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a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a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a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a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a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a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2E2A8113-BC43-4068-8E36-665BC70B872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a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a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a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a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a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a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a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a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a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a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a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a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a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a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a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a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a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a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a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a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a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a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a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6BDDDC49-18ED-46C2-B102-F9EB2B7A173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a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a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a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a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a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a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a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a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a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a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a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a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a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a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a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a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a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a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a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a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a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a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am" descr="s(t)=A_c[1+k_am(t)]\cos(2\pi f_ct)">
            <a:extLst xmlns:a="http://schemas.openxmlformats.org/drawingml/2006/main">
              <a:ext uri="{FF2B5EF4-FFF2-40B4-BE49-F238E27FC236}">
                <a16:creationId xmlns:a16="http://schemas.microsoft.com/office/drawing/2014/main" id="{450C4D93-B4DA-4904-B83A-0B8E597ECCFB}"/>
              </a:ext>
            </a:extLst>
          </p:cNvPr>
          <p:cNvPicPr>
            <a:picLocks xmlns:a="http://schemas.openxmlformats.org/drawingml/2006/main" noChangeAspect="1"/>
          </p:cNvPicPr>
          <p:nvPr/>
        </p:nvPicPr>
        <p:blipFill>
          <a:blip xmlns:r="http://schemas.openxmlformats.org/officeDocument/2006/relationships" xmlns:a="http://schemas.openxmlformats.org/drawingml/2006/main" r:embed="R67caa47813814bf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5084445" cy="321826"/>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C38BAAD-23B1-4CED-A64E-DFD37CA4FB19}"/>
              </a:ext>
            </a:extLst>
          </p:cNvPr>
          <p:cNvPicPr>
            <a:picLocks xmlns:a="http://schemas.openxmlformats.org/drawingml/2006/main" noChangeAspect="1"/>
          </p:cNvPicPr>
          <p:nvPr/>
        </p:nvPicPr>
        <p:blipFill>
          <a:blip xmlns:r="http://schemas.openxmlformats.org/officeDocument/2006/relationships" xmlns:a="http://schemas.openxmlformats.org/drawingml/2006/main" r:embed="Rcda6348b315640b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187937245"/>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DSB-SC - The complete process</a:t>
            </a:r>
          </a:p>
        </p:txBody>
      </p:sp>
      <p:sp>
        <p:nvSpPr>
          <p:cNvPr id="3" name="process-link-0-0">
            <a:extLst xmlns:a="http://schemas.openxmlformats.org/drawingml/2006/main">
              <a:ext uri="{FF2B5EF4-FFF2-40B4-BE49-F238E27FC236}">
                <a16:creationId xmlns:a16="http://schemas.microsoft.com/office/drawing/2014/main" id="{77A5E8BF-76DB-4B2B-A955-F8D55F5A2670}"/>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8F47033E-79EE-42D3-ACDC-D51449D1065B}"/>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711EF92A-1F33-42B0-A4D3-349EEF5B8C20}"/>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1E5DF98A-396F-4DFC-B3D0-9F2CF5426D52}"/>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1930372-DDB5-4CA8-A8CF-6CC5391D91A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67667263-B3F6-4D08-A633-4DD3660CA2D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47F5CB5C-53AD-4351-943A-FA6B88F2A95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1BE64629-7F5E-48E7-8457-270C149CBE38}"/>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85386537-4370-424D-9A08-919E93964C7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3754D4DB-AB95-4740-8AD3-928BD95F197E}"/>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dsb-flow-0" descr="Actual input,operation,output develops on the same full process diagram; no static thumbnail collage.">
            <a:extLst xmlns:a="http://schemas.openxmlformats.org/drawingml/2006/main">
              <a:ext uri="{FF2B5EF4-FFF2-40B4-BE49-F238E27FC236}">
                <a16:creationId xmlns:a16="http://schemas.microsoft.com/office/drawing/2014/main" id="{B18ADC75-4835-48BE-8691-0B2B27C69C9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dsb-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dsb-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dsb-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dsb-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dsb-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dsb-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dsb-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dsb-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dsb-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dsb-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dsb-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dsb-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dsb-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dsb-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dsb-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dsb-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dsb-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dsb-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dsb-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dsb-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dsb-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dsb-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dsb-flow-1" descr="Actual input,operation,output develops on the same full process diagram; no static thumbnail collage.">
            <a:extLst xmlns:a="http://schemas.openxmlformats.org/drawingml/2006/main">
              <a:ext uri="{FF2B5EF4-FFF2-40B4-BE49-F238E27FC236}">
                <a16:creationId xmlns:a16="http://schemas.microsoft.com/office/drawing/2014/main" id="{B96730AF-F71A-4988-8BA2-90ACF3CA1CE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dsb-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dsb-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dsb-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dsb-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dsb-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dsb-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dsb-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dsb-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dsb-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dsb-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dsb-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dsb-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dsb-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dsb-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dsb-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dsb-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dsb-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dsb-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dsb-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dsb-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dsb-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dsb-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dsb-flow-2" descr="Actual input,operation,output develops on the same full process diagram; no static thumbnail collage.">
            <a:extLst xmlns:a="http://schemas.openxmlformats.org/drawingml/2006/main">
              <a:ext uri="{FF2B5EF4-FFF2-40B4-BE49-F238E27FC236}">
                <a16:creationId xmlns:a16="http://schemas.microsoft.com/office/drawing/2014/main" id="{2529F90E-CFE7-4D1B-80FD-6518F66A326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dsb-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dsb-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dsb-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dsb-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dsb-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dsb-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dsb-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dsb-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dsb-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dsb-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dsb-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dsb-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dsb-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dsb-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dsb-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dsb-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dsb-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dsb-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dsb-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dsb-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dsb-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dsb-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dsb" descr="s(t)=A_cm(t)\cos(2\pi f_ct)">
            <a:extLst xmlns:a="http://schemas.openxmlformats.org/drawingml/2006/main">
              <a:ext uri="{FF2B5EF4-FFF2-40B4-BE49-F238E27FC236}">
                <a16:creationId xmlns:a16="http://schemas.microsoft.com/office/drawing/2014/main" id="{543D0180-EB9E-45BC-87E2-A1444E45EA9D}"/>
              </a:ext>
            </a:extLst>
          </p:cNvPr>
          <p:cNvPicPr>
            <a:picLocks xmlns:a="http://schemas.openxmlformats.org/drawingml/2006/main" noChangeAspect="1"/>
          </p:cNvPicPr>
          <p:nvPr/>
        </p:nvPicPr>
        <p:blipFill>
          <a:blip xmlns:r="http://schemas.openxmlformats.org/officeDocument/2006/relationships" xmlns:a="http://schemas.openxmlformats.org/drawingml/2006/main" r:embed="Ra8110edf23ba4b0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3100"/>
            <a:ext cx="3886200" cy="321826"/>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084C2A3-15AA-4DB8-A029-2F835F23FA11}"/>
              </a:ext>
            </a:extLst>
          </p:cNvPr>
          <p:cNvPicPr>
            <a:picLocks xmlns:a="http://schemas.openxmlformats.org/drawingml/2006/main" noChangeAspect="1"/>
          </p:cNvPicPr>
          <p:nvPr/>
        </p:nvPicPr>
        <p:blipFill>
          <a:blip xmlns:r="http://schemas.openxmlformats.org/officeDocument/2006/relationships" xmlns:a="http://schemas.openxmlformats.org/drawingml/2006/main" r:embed="R81a89d84bc7546e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1631210097"/>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SSB - The complete process</a:t>
            </a:r>
          </a:p>
        </p:txBody>
      </p:sp>
      <p:sp>
        <p:nvSpPr>
          <p:cNvPr id="3" name="process-link-0-0">
            <a:extLst xmlns:a="http://schemas.openxmlformats.org/drawingml/2006/main">
              <a:ext uri="{FF2B5EF4-FFF2-40B4-BE49-F238E27FC236}">
                <a16:creationId xmlns:a16="http://schemas.microsoft.com/office/drawing/2014/main" id="{B99D0168-0A15-4701-B896-150A465538D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636E16F7-6919-405E-8306-F3126940308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5E87236D-EF1E-4786-B5B2-DB6733D0E3A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73F9ED3-B218-4BAB-A6FF-81DE1DC21ACC}"/>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15E3CCB2-459C-41EE-980E-D80F3F9A83E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F595749-0CF4-424B-8DBF-DC3FB280598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F6016848-CAC9-4274-A447-77344E4EA113}"/>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66CBFD8D-74EC-4607-8F37-1B8AAEBE72A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85946AC5-0C91-407A-A023-CAAB467352A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5AF83574-0AF4-4C32-9B86-C2A3438C96BC}"/>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ssb-flow-0" descr="Actual input,operation,output develops on the same full process diagram; no static thumbnail collage.">
            <a:extLst xmlns:a="http://schemas.openxmlformats.org/drawingml/2006/main">
              <a:ext uri="{FF2B5EF4-FFF2-40B4-BE49-F238E27FC236}">
                <a16:creationId xmlns:a16="http://schemas.microsoft.com/office/drawing/2014/main" id="{1C316D53-4A50-470E-9733-F83089B9623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ssb-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ssb-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ssb-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ssb-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ssb-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ssb-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ssb-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ssb-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ssb-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ssb-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ssb-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ssb-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ssb-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ssb-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ssb-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ssb-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ssb-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ssb-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ssb-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ssb-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ssb-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ssb-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ssb-flow-1" descr="Actual input,operation,output develops on the same full process diagram; no static thumbnail collage.">
            <a:extLst xmlns:a="http://schemas.openxmlformats.org/drawingml/2006/main">
              <a:ext uri="{FF2B5EF4-FFF2-40B4-BE49-F238E27FC236}">
                <a16:creationId xmlns:a16="http://schemas.microsoft.com/office/drawing/2014/main" id="{F1DC3358-D93A-4A51-85EC-B367562943C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ssb-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ssb-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ssb-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ssb-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ssb-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ssb-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ssb-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ssb-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ssb-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ssb-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ssb-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ssb-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ssb-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ssb-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ssb-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ssb-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ssb-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ssb-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ssb-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ssb-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ssb-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ssb-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ssb-flow-2" descr="Actual input,operation,output develops on the same full process diagram; no static thumbnail collage.">
            <a:extLst xmlns:a="http://schemas.openxmlformats.org/drawingml/2006/main">
              <a:ext uri="{FF2B5EF4-FFF2-40B4-BE49-F238E27FC236}">
                <a16:creationId xmlns:a16="http://schemas.microsoft.com/office/drawing/2014/main" id="{06CA7D0D-649E-4F41-851F-B84B80A155C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ssb-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ssb-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ssb-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ssb-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ssb-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ssb-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ssb-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ssb-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ssb-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ssb-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ssb-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ssb-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ssb-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ssb-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ssb-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ssb-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ssb-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ssb-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ssb-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ssb-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ssb-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ssb-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ssb" descr="s(t)=\mathrm{BPF}_{\mathrm{USB}}\!\left\{A_cm(t)\cos(2\pi f_ct)\right\}">
            <a:extLst xmlns:a="http://schemas.openxmlformats.org/drawingml/2006/main">
              <a:ext uri="{FF2B5EF4-FFF2-40B4-BE49-F238E27FC236}">
                <a16:creationId xmlns:a16="http://schemas.microsoft.com/office/drawing/2014/main" id="{19D1D720-796F-402E-9C8C-43DEE324722F}"/>
              </a:ext>
            </a:extLst>
          </p:cNvPr>
          <p:cNvPicPr>
            <a:picLocks xmlns:a="http://schemas.openxmlformats.org/drawingml/2006/main" noChangeAspect="1"/>
          </p:cNvPicPr>
          <p:nvPr/>
        </p:nvPicPr>
        <p:blipFill>
          <a:blip xmlns:r="http://schemas.openxmlformats.org/officeDocument/2006/relationships" xmlns:a="http://schemas.openxmlformats.org/drawingml/2006/main" r:embed="R83309bece6ca441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62088"/>
            <a:ext cx="5634990" cy="323850"/>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F5ED245-930A-4A51-8392-C0DDC0EE19C1}"/>
              </a:ext>
            </a:extLst>
          </p:cNvPr>
          <p:cNvPicPr>
            <a:picLocks xmlns:a="http://schemas.openxmlformats.org/drawingml/2006/main" noChangeAspect="1"/>
          </p:cNvPicPr>
          <p:nvPr/>
        </p:nvPicPr>
        <p:blipFill>
          <a:blip xmlns:r="http://schemas.openxmlformats.org/officeDocument/2006/relationships" xmlns:a="http://schemas.openxmlformats.org/drawingml/2006/main" r:embed="R8bb81f0dd6f74ac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694140742"/>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QAM - The complete process</a:t>
            </a:r>
          </a:p>
        </p:txBody>
      </p:sp>
      <p:sp>
        <p:nvSpPr>
          <p:cNvPr id="3" name="process-link-0-0">
            <a:extLst xmlns:a="http://schemas.openxmlformats.org/drawingml/2006/main">
              <a:ext uri="{FF2B5EF4-FFF2-40B4-BE49-F238E27FC236}">
                <a16:creationId xmlns:a16="http://schemas.microsoft.com/office/drawing/2014/main" id="{B6D3571D-591F-4C35-8051-796D97F18D10}"/>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1FAC1EBE-23BB-4EFB-8E70-2C7003B2654C}"/>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26DDEC79-F59B-46DA-B7E7-C5DA5C414609}"/>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A4774E3-A091-48C4-8587-AAB7EF5883F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1FD42A0F-C9E9-4BDF-B39D-A5FE202C7AFE}"/>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5B101DD-F219-402E-86E2-74C520A3B260}"/>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031A1167-335D-4D20-9E2E-1E8BD2D3F11C}"/>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E5526F2B-DC81-40A6-8FFA-BED70A31075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4CA9E287-6B33-426E-B3A8-2625B73C8EFE}"/>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C4570091-3494-4DC7-B1B4-FB342A7895B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qa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D2EAB7A3-8181-4CAC-A6ED-26B496783E8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qa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qa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qa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qa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qa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qa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qa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qa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qa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qa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qa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qa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qa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qa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qa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qa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qa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qa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qa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qa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qa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qa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qa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EFEFB137-41DA-471C-AC77-3421360C5F6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qa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qa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qa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qa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qa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qa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qa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qa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qa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qa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qa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qa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qa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qa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qa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qa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qa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qa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qa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qa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qa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qa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qa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6BA0140B-D9A2-4EA5-AF67-1012FDD88EA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qa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qa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qa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qa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qa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qa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qa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qa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qa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qa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qa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qa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qa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qa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qa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qa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qa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qa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qa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qa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qa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qa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qam" descr="s(t)=A_cm_1(t)\cos(2\pi f_ct)+A_cm_2(t)\sin(2\pi f_ct)">
            <a:extLst xmlns:a="http://schemas.openxmlformats.org/drawingml/2006/main">
              <a:ext uri="{FF2B5EF4-FFF2-40B4-BE49-F238E27FC236}">
                <a16:creationId xmlns:a16="http://schemas.microsoft.com/office/drawing/2014/main" id="{0778C542-4E69-4073-A704-C8E3B7CBDCF6}"/>
              </a:ext>
            </a:extLst>
          </p:cNvPr>
          <p:cNvPicPr>
            <a:picLocks xmlns:a="http://schemas.openxmlformats.org/drawingml/2006/main" noChangeAspect="1"/>
          </p:cNvPicPr>
          <p:nvPr/>
        </p:nvPicPr>
        <p:blipFill>
          <a:blip xmlns:r="http://schemas.openxmlformats.org/officeDocument/2006/relationships" xmlns:a="http://schemas.openxmlformats.org/drawingml/2006/main" r:embed="R06911205e12b495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77298"/>
            <a:ext cx="6791325" cy="293430"/>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3B327BA-85E1-412B-A9F1-C1BFE065F0D2}"/>
              </a:ext>
            </a:extLst>
          </p:cNvPr>
          <p:cNvPicPr>
            <a:picLocks xmlns:a="http://schemas.openxmlformats.org/drawingml/2006/main" noChangeAspect="1"/>
          </p:cNvPicPr>
          <p:nvPr/>
        </p:nvPicPr>
        <p:blipFill>
          <a:blip xmlns:r="http://schemas.openxmlformats.org/officeDocument/2006/relationships" xmlns:a="http://schemas.openxmlformats.org/drawingml/2006/main" r:embed="R1896b315a1694e7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557035376"/>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PM - The complete process</a:t>
            </a:r>
          </a:p>
        </p:txBody>
      </p:sp>
      <p:sp>
        <p:nvSpPr>
          <p:cNvPr id="3" name="process-link-0-0">
            <a:extLst xmlns:a="http://schemas.openxmlformats.org/drawingml/2006/main">
              <a:ext uri="{FF2B5EF4-FFF2-40B4-BE49-F238E27FC236}">
                <a16:creationId xmlns:a16="http://schemas.microsoft.com/office/drawing/2014/main" id="{F53529EE-F846-40AD-8E96-F4D8EA3B57F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91ED017E-C2E2-454A-AF35-0D7E3D01E74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65F68009-9E65-4321-8D84-0AD7610F48CB}"/>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4B8227A-7056-4A70-A7F5-9FD29A2C7692}"/>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D73047A-FC76-4C46-A41D-0EE666FBFDEB}"/>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FF67463-4817-429D-A36F-FC1A321ED39F}"/>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7EDCCFBC-A719-4FE2-B2BA-5A07DFFDEBE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B5EB6738-4BE9-4C0E-B7A5-2AE55A866CBC}"/>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122B324A-CCE3-49D8-A1C0-6E0780C8A7C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CB8F77CF-B2F6-4AA5-ACE6-F5A43E4E3D2A}"/>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p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D70BD577-E410-49FB-91F9-AC3581DEE1D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p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p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p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p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p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p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p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p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p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p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p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EACF3A13-A3B2-47B8-AE7C-2971A19690B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p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9511FAA6-ADC7-46AB-A425-D91005C43A9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p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p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p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p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p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p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p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p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p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p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p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pm" descr="s(t)=A_c\cos[2\pi f_ct+k_pm(t)]">
            <a:extLst xmlns:a="http://schemas.openxmlformats.org/drawingml/2006/main">
              <a:ext uri="{FF2B5EF4-FFF2-40B4-BE49-F238E27FC236}">
                <a16:creationId xmlns:a16="http://schemas.microsoft.com/office/drawing/2014/main" id="{A2B62BAF-58CB-4CDB-A7E4-C65AA3E0C1B0}"/>
              </a:ext>
            </a:extLst>
          </p:cNvPr>
          <p:cNvPicPr>
            <a:picLocks xmlns:a="http://schemas.openxmlformats.org/drawingml/2006/main" noChangeAspect="1"/>
          </p:cNvPicPr>
          <p:nvPr/>
        </p:nvPicPr>
        <p:blipFill>
          <a:blip xmlns:r="http://schemas.openxmlformats.org/officeDocument/2006/relationships" xmlns:a="http://schemas.openxmlformats.org/drawingml/2006/main" r:embed="R728df6bcb33945a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7027"/>
            <a:ext cx="4631055" cy="333970"/>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04C0605-66AF-4949-AFD5-3847DD04EA47}"/>
              </a:ext>
            </a:extLst>
          </p:cNvPr>
          <p:cNvPicPr>
            <a:picLocks xmlns:a="http://schemas.openxmlformats.org/drawingml/2006/main" noChangeAspect="1"/>
          </p:cNvPicPr>
          <p:nvPr/>
        </p:nvPicPr>
        <p:blipFill>
          <a:blip xmlns:r="http://schemas.openxmlformats.org/officeDocument/2006/relationships" xmlns:a="http://schemas.openxmlformats.org/drawingml/2006/main" r:embed="R22605d8cd09a448b">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2093954643"/>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FM - The complete process</a:t>
            </a:r>
          </a:p>
        </p:txBody>
      </p:sp>
      <p:sp>
        <p:nvSpPr>
          <p:cNvPr id="3" name="process-link-0-0">
            <a:extLst xmlns:a="http://schemas.openxmlformats.org/drawingml/2006/main">
              <a:ext uri="{FF2B5EF4-FFF2-40B4-BE49-F238E27FC236}">
                <a16:creationId xmlns:a16="http://schemas.microsoft.com/office/drawing/2014/main" id="{107F8529-9779-4889-A0B4-804A16FA1873}"/>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D12EA1C0-D072-490F-A159-040374BF5A2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21636195-AB08-411F-BE4F-1CCD6ACB673F}"/>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1A6AAD05-8FF3-4CFD-88F7-92204A9A2CA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1E76C75-660B-4E19-974F-74EE6AC5131A}"/>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7A57392B-966B-462F-BC12-CB8C32DD22F4}"/>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54F0BF1B-5249-4F45-BA56-E3B5102EF8A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FB2C7C1C-B743-4EB6-BC0B-39D6FE45F940}"/>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5EBB6AC4-827D-4752-9FE0-706DFBE0E9C3}"/>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558E12F6-39AA-49CF-9565-7C699186A91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f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D8703F7E-9C83-40FD-B2DE-E08F99CF631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f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f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f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f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f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f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f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f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f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f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f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7F56D7F3-385F-46FB-B753-0392BBDAE5C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f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B3802565-1D1E-4306-950F-284B887C956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f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f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f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f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f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f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f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f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f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f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f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fm" descr="s(t)=A_c\cos\!\left[2\pi f_ct+2\pi k_f\int_0^t m(\tau)\,d\tau\right]">
            <a:extLst xmlns:a="http://schemas.openxmlformats.org/drawingml/2006/main">
              <a:ext uri="{FF2B5EF4-FFF2-40B4-BE49-F238E27FC236}">
                <a16:creationId xmlns:a16="http://schemas.microsoft.com/office/drawing/2014/main" id="{B2E3D45B-A46B-492A-96F0-13B6BE609636}"/>
              </a:ext>
            </a:extLst>
          </p:cNvPr>
          <p:cNvPicPr>
            <a:picLocks xmlns:a="http://schemas.openxmlformats.org/drawingml/2006/main" noChangeAspect="1"/>
          </p:cNvPicPr>
          <p:nvPr/>
        </p:nvPicPr>
        <p:blipFill>
          <a:blip xmlns:r="http://schemas.openxmlformats.org/officeDocument/2006/relationships" xmlns:a="http://schemas.openxmlformats.org/drawingml/2006/main" r:embed="R8e8cca777e71415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333560"/>
            <a:ext cx="6055995" cy="580906"/>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E13084D-CA5C-4E4C-AA5D-3E3835A60E97}"/>
              </a:ext>
            </a:extLst>
          </p:cNvPr>
          <p:cNvPicPr>
            <a:picLocks xmlns:a="http://schemas.openxmlformats.org/drawingml/2006/main" noChangeAspect="1"/>
          </p:cNvPicPr>
          <p:nvPr/>
        </p:nvPicPr>
        <p:blipFill>
          <a:blip xmlns:r="http://schemas.openxmlformats.org/officeDocument/2006/relationships" xmlns:a="http://schemas.openxmlformats.org/drawingml/2006/main" r:embed="Rcda72fadf753482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387577730"/>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 - The complete process</a:t>
            </a:r>
          </a:p>
        </p:txBody>
      </p:sp>
      <p:sp>
        <p:nvSpPr>
          <p:cNvPr id="3" name="process-link-0-0">
            <a:extLst xmlns:a="http://schemas.openxmlformats.org/drawingml/2006/main">
              <a:ext uri="{FF2B5EF4-FFF2-40B4-BE49-F238E27FC236}">
                <a16:creationId xmlns:a16="http://schemas.microsoft.com/office/drawing/2014/main" id="{309C7CED-42EB-40B3-A401-243C7677142C}"/>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D5E7EE16-FFE0-46FC-A135-50763FA7296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502DFAE0-452D-4AB6-B5E5-56F72FA1F9BC}"/>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19E5094-AB11-4FA3-A8F0-7A6E74BC5222}"/>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057A072-10A6-4531-91B6-DA224BA653D6}"/>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20F8894C-59D2-4A25-8DE8-3421F86345D3}"/>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B6B323AE-4648-4C7D-8C67-F33945E6B21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6B2DF0C6-B570-481C-A694-8A0618F93208}"/>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4D2AD3B6-8ED1-4AEF-9E5C-BFD3FE2A03FF}"/>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3431527C-220C-43E1-94A6-C83C3BC9F7F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pa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81B83804-949B-4C3B-A9FC-8E7A462648A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pa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pa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pa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pa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pa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pa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pa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pa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pa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pa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pa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pa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pa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pa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pa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pa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pa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pa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pa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pa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pa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pa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pa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9FEB8C82-840B-41FF-896A-7D542E48500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pa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pa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pa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pa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pa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pa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pa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pa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pa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pa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pa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pa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pa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pa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pa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pa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pa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pa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pa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pa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pa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pa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pa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62B6E9E7-9429-4186-A9F9-81B91DA491B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pa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pa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pa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pa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pa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pa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pa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pa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pa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pa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pa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pa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pa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pa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pa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pa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pa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pa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pa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pa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pa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pa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pam" descr="s(t)=\sum_n m(nT_s)h(t-nT_s)">
            <a:extLst xmlns:a="http://schemas.openxmlformats.org/drawingml/2006/main">
              <a:ext uri="{FF2B5EF4-FFF2-40B4-BE49-F238E27FC236}">
                <a16:creationId xmlns:a16="http://schemas.microsoft.com/office/drawing/2014/main" id="{F632B691-1B37-4E03-BCFE-DE7EC0486EF7}"/>
              </a:ext>
            </a:extLst>
          </p:cNvPr>
          <p:cNvPicPr>
            <a:picLocks xmlns:a="http://schemas.openxmlformats.org/drawingml/2006/main" noChangeAspect="1"/>
          </p:cNvPicPr>
          <p:nvPr/>
        </p:nvPicPr>
        <p:blipFill>
          <a:blip xmlns:r="http://schemas.openxmlformats.org/officeDocument/2006/relationships" xmlns:a="http://schemas.openxmlformats.org/drawingml/2006/main" r:embed="R8e9f879e93dc4ac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55003"/>
            <a:ext cx="4533900" cy="338018"/>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04C8BE8-0638-4BB1-99F9-1056C59DEC88}"/>
              </a:ext>
            </a:extLst>
          </p:cNvPr>
          <p:cNvPicPr>
            <a:picLocks xmlns:a="http://schemas.openxmlformats.org/drawingml/2006/main" noChangeAspect="1"/>
          </p:cNvPicPr>
          <p:nvPr/>
        </p:nvPicPr>
        <p:blipFill>
          <a:blip xmlns:r="http://schemas.openxmlformats.org/officeDocument/2006/relationships" xmlns:a="http://schemas.openxmlformats.org/drawingml/2006/main" r:embed="R5e26c2b9fcdc494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425874506"/>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FDM - The complete process</a:t>
            </a:r>
          </a:p>
        </p:txBody>
      </p:sp>
      <p:sp>
        <p:nvSpPr>
          <p:cNvPr id="3" name="process-link-0-0">
            <a:extLst xmlns:a="http://schemas.openxmlformats.org/drawingml/2006/main">
              <a:ext uri="{FF2B5EF4-FFF2-40B4-BE49-F238E27FC236}">
                <a16:creationId xmlns:a16="http://schemas.microsoft.com/office/drawing/2014/main" id="{C1EE1D88-D997-4330-BA7C-E0766BA6D859}"/>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F0774D83-0B2A-4B21-9533-87F28B2BB20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s(t) / S(f)</a:t>
            </a:r>
          </a:p>
        </p:txBody>
      </p:sp>
      <p:sp>
        <p:nvSpPr>
          <p:cNvPr id="5" name="process-link-0-2">
            <a:extLst xmlns:a="http://schemas.openxmlformats.org/drawingml/2006/main">
              <a:ext uri="{FF2B5EF4-FFF2-40B4-BE49-F238E27FC236}">
                <a16:creationId xmlns:a16="http://schemas.microsoft.com/office/drawing/2014/main" id="{B04F95C6-965C-466E-8E53-1BF58D286A67}"/>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F5AC964-5759-4CDE-91A7-854227AB146E}"/>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7CAD18C-E65A-4C6B-8458-F3DFF640E91D}"/>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A0A5EA6-4A36-48DE-9AEF-2A9EE05FCE87}"/>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863D5980-1EF7-460F-B002-75FBEA3BDAC1}"/>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898C4F86-A930-4C66-B377-B0FA7834E50A}"/>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F2A43CB8-DFFC-445A-8C3B-F8D9D889D5C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393C275D-CADD-4EA3-BBB6-359B40ACA440}"/>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s(t) / S(f)</a:t>
            </a:r>
          </a:p>
        </p:txBody>
      </p:sp>
      <p:pic>
        <p:nvPicPr>
          <p:cNvPr id="13" name="review-fd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C0088490-84B4-4CE9-A0F3-4E73D4E17F4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fd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fd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fd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fd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fd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fd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fd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fd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fd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fd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fd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fd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fd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fd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fd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fd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fd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fd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fd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fd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fd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fd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fd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72DBC809-B8CB-4AF3-9D32-C06286A0B67D}"/>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fd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fd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fd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fd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fd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fd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fd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fd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fd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fd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fd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fd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fd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fd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fd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fd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fd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fd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fd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fd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fd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fd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fd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2B965ACC-CB71-4184-922A-826A9E89EA2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fd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fd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fd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fd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fd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fd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fd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fd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fd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fd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fd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fd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fd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fd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fd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fd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fd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fd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fd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fd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fd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fd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fdm" descr="s(t)=\sum_{i=1}^N s_i(t)">
            <a:extLst xmlns:a="http://schemas.openxmlformats.org/drawingml/2006/main">
              <a:ext uri="{FF2B5EF4-FFF2-40B4-BE49-F238E27FC236}">
                <a16:creationId xmlns:a16="http://schemas.microsoft.com/office/drawing/2014/main" id="{558D5498-D84F-46F5-AD0F-D7B2DAD0F861}"/>
              </a:ext>
            </a:extLst>
          </p:cNvPr>
          <p:cNvPicPr>
            <a:picLocks xmlns:a="http://schemas.openxmlformats.org/drawingml/2006/main" noChangeAspect="1"/>
          </p:cNvPicPr>
          <p:nvPr/>
        </p:nvPicPr>
        <p:blipFill>
          <a:blip xmlns:r="http://schemas.openxmlformats.org/officeDocument/2006/relationships" xmlns:a="http://schemas.openxmlformats.org/drawingml/2006/main" r:embed="Rf9e3ae067959457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5534"/>
            <a:ext cx="2623185" cy="416957"/>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5E7CA02-EDD6-4F36-B82A-6FAB4F75517D}"/>
              </a:ext>
            </a:extLst>
          </p:cNvPr>
          <p:cNvPicPr>
            <a:picLocks xmlns:a="http://schemas.openxmlformats.org/drawingml/2006/main" noChangeAspect="1"/>
          </p:cNvPicPr>
          <p:nvPr/>
        </p:nvPicPr>
        <p:blipFill>
          <a:blip xmlns:r="http://schemas.openxmlformats.org/officeDocument/2006/relationships" xmlns:a="http://schemas.openxmlformats.org/drawingml/2006/main" r:embed="R1e8fb6c425914c5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761993227"/>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Review</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TDM - The complete process</a:t>
            </a:r>
          </a:p>
        </p:txBody>
      </p:sp>
      <p:sp>
        <p:nvSpPr>
          <p:cNvPr id="3" name="process-link-0-0">
            <a:extLst xmlns:a="http://schemas.openxmlformats.org/drawingml/2006/main">
              <a:ext uri="{FF2B5EF4-FFF2-40B4-BE49-F238E27FC236}">
                <a16:creationId xmlns:a16="http://schemas.microsoft.com/office/drawing/2014/main" id="{21828926-871B-4881-8A16-781573E5AA9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Generate</a:t>
            </a:r>
          </a:p>
        </p:txBody>
      </p:sp>
      <p:sp>
        <p:nvSpPr>
          <p:cNvPr id="4" name="process-link-0-1">
            <a:extLst xmlns:a="http://schemas.openxmlformats.org/drawingml/2006/main">
              <a:ext uri="{FF2B5EF4-FFF2-40B4-BE49-F238E27FC236}">
                <a16:creationId xmlns:a16="http://schemas.microsoft.com/office/drawing/2014/main" id="{36605420-EA87-48DF-A90F-1E0AEB1E57D2}"/>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Time slots</a:t>
            </a:r>
          </a:p>
        </p:txBody>
      </p:sp>
      <p:sp>
        <p:nvSpPr>
          <p:cNvPr id="5" name="process-link-0-2">
            <a:extLst xmlns:a="http://schemas.openxmlformats.org/drawingml/2006/main">
              <a:ext uri="{FF2B5EF4-FFF2-40B4-BE49-F238E27FC236}">
                <a16:creationId xmlns:a16="http://schemas.microsoft.com/office/drawing/2014/main" id="{CF4EA744-31CD-42F9-9D2B-8A5D6C625F6C}"/>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i="0">
                <a:solidFill>
                  <a:srgbClr val="999999"/>
                </a:solidFill>
                <a:latin typeface="Times New Roman"/>
                <a:ea typeface="Times New Roman"/>
                <a:cs typeface="Times New Roman"/>
              </a:defRPr>
            </a:defPPr>
          </a:lstStyle>
          <a:p xmlns:a="http://schemas.openxmlformats.org/drawingml/2006/main">
            <a:pPr algn="ctr">
              <a:defRPr sz="2175" b="0" i="0">
                <a:solidFill>
                  <a:srgbClr val="999999"/>
                </a:solidFill>
                <a:latin typeface="Times New Roman"/>
                <a:ea typeface="Times New Roman"/>
                <a:cs typeface="Times New Roman"/>
              </a:defRPr>
            </a:pPr>
            <a:r>
              <a:rPr sz="2175" b="0" i="0">
                <a:solidFill>
                  <a:srgbClr val="999999"/>
                </a:solidFill>
                <a:latin typeface="Times New Roman"/>
                <a:ea typeface="Times New Roman"/>
                <a:cs typeface="Times New Roman"/>
              </a:rPr>
              <a:t>Recover</a:t>
            </a:r>
          </a:p>
        </p:txBody>
      </p:sp>
      <p:sp>
        <p:nvSpPr>
          <p:cNvPr id="6" name="process-link-3-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5772133-A559-4FDE-B8CE-792693484D95}"/>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7" name="process-link-3-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3DA1DF4-725D-45B1-9AAC-88A958A76578}"/>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sp>
        <p:nvSpPr>
          <p:cNvPr id="8" name="process-link-3-2">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429F0FC-CD98-4587-BF5C-FC736F9FB0C1}"/>
              </a:ext>
            </a:extLst>
          </p:cNvPr>
          <p:cNvSpPr>
            <a:spLocks xmlns:a="http://schemas.openxmlformats.org/drawingml/2006/main" noGrp="1"/>
          </p:cNvSpPr>
          <p:nvPr/>
        </p:nvSpPr>
        <p:spPr>
          <a:xfrm xmlns:a="http://schemas.openxmlformats.org/drawingml/2006/main">
            <a:off x="7905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a:t>
            </a:r>
          </a:p>
        </p:txBody>
      </p:sp>
      <p:sp>
        <p:nvSpPr>
          <p:cNvPr id="9" name="active-nav-bg-0">
            <a:extLst xmlns:a="http://schemas.openxmlformats.org/drawingml/2006/main">
              <a:ext uri="{FF2B5EF4-FFF2-40B4-BE49-F238E27FC236}">
                <a16:creationId xmlns:a16="http://schemas.microsoft.com/office/drawing/2014/main" id="{74F6D6D3-CD8B-4529-9932-69C37D1C0E26}"/>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active-nav-0">
            <a:extLst xmlns:a="http://schemas.openxmlformats.org/drawingml/2006/main">
              <a:ext uri="{FF2B5EF4-FFF2-40B4-BE49-F238E27FC236}">
                <a16:creationId xmlns:a16="http://schemas.microsoft.com/office/drawing/2014/main" id="{76455F70-76AF-45CA-8407-7423F64CCE54}"/>
              </a:ext>
            </a:extLst>
          </p:cNvPr>
          <p:cNvSpPr>
            <a:spLocks xmlns:a="http://schemas.openxmlformats.org/drawingml/2006/main" noGrp="1"/>
          </p:cNvSpPr>
          <p:nvPr/>
        </p:nvSpPr>
        <p:spPr>
          <a:xfrm xmlns:a="http://schemas.openxmlformats.org/drawingml/2006/main">
            <a:off x="6667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Generate</a:t>
            </a:r>
          </a:p>
        </p:txBody>
      </p:sp>
      <p:sp>
        <p:nvSpPr>
          <p:cNvPr id="11" name="active-nav-bg-1">
            <a:extLst xmlns:a="http://schemas.openxmlformats.org/drawingml/2006/main">
              <a:ext uri="{FF2B5EF4-FFF2-40B4-BE49-F238E27FC236}">
                <a16:creationId xmlns:a16="http://schemas.microsoft.com/office/drawing/2014/main" id="{7E873DA3-D323-4446-AAC3-23D82A3C9919}"/>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active-nav-1">
            <a:extLst xmlns:a="http://schemas.openxmlformats.org/drawingml/2006/main">
              <a:ext uri="{FF2B5EF4-FFF2-40B4-BE49-F238E27FC236}">
                <a16:creationId xmlns:a16="http://schemas.microsoft.com/office/drawing/2014/main" id="{1FCB2BFB-EA80-48E0-82B5-78B4236342B7}"/>
              </a:ext>
            </a:extLst>
          </p:cNvPr>
          <p:cNvSpPr>
            <a:spLocks xmlns:a="http://schemas.openxmlformats.org/drawingml/2006/main" noGrp="1"/>
          </p:cNvSpPr>
          <p:nvPr/>
        </p:nvSpPr>
        <p:spPr>
          <a:xfrm xmlns:a="http://schemas.openxmlformats.org/drawingml/2006/main">
            <a:off x="4286250" y="20574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i="0">
                <a:solidFill>
                  <a:srgbClr val="202020"/>
                </a:solidFill>
                <a:latin typeface="Times New Roman"/>
                <a:ea typeface="Times New Roman"/>
                <a:cs typeface="Times New Roman"/>
              </a:defRPr>
            </a:defPPr>
          </a:lstStyle>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Time slots</a:t>
            </a:r>
          </a:p>
        </p:txBody>
      </p:sp>
      <p:pic>
        <p:nvPicPr>
          <p:cNvPr id="13" name="review-tdm-flow-0" descr="Actual input,operation,output develops on the same full process diagram; no static thumbnail collage.">
            <a:extLst xmlns:a="http://schemas.openxmlformats.org/drawingml/2006/main">
              <a:ext uri="{FF2B5EF4-FFF2-40B4-BE49-F238E27FC236}">
                <a16:creationId xmlns:a16="http://schemas.microsoft.com/office/drawing/2014/main" id="{D9385E70-4D5A-4B6D-9C61-5E6EBA8C52A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9" name="review-tdm-flow-0--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0" name="review-tdm-flow-0--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1" name="review-tdm-flow-0--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2" name="review-tdm-flow-0--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3" name="review-tdm-flow-0--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4" name="review-tdm-flow-0--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5" name="review-tdm-flow-0--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6" name="review-tdm-flow-0--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7" name="review-tdm-flow-0--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8" name="review-tdm-flow-0--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29" name="review-tdm-flow-0--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0" name="review-tdm-flow-0--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1" name="review-tdm-flow-0--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2" name="review-tdm-flow-0--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3" name="review-tdm-flow-0--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4" name="review-tdm-flow-0--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5" name="review-tdm-flow-0--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6" name="review-tdm-flow-0--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7" name="review-tdm-flow-0--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8" name="review-tdm-flow-0--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39" name="review-tdm-flow-0--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0" name="review-tdm-flow-0--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4" name="review-tdm-flow-1" descr="Actual input,operation,output develops on the same full process diagram; no static thumbnail collage.">
            <a:extLst xmlns:a="http://schemas.openxmlformats.org/drawingml/2006/main">
              <a:ext uri="{FF2B5EF4-FFF2-40B4-BE49-F238E27FC236}">
                <a16:creationId xmlns:a16="http://schemas.microsoft.com/office/drawing/2014/main" id="{CD7FAFE2-92A8-417D-B206-2F0612662B7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1" name="review-tdm-flow-1--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2" name="review-tdm-flow-1--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3" name="review-tdm-flow-1--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4" name="review-tdm-flow-1--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5" name="review-tdm-flow-1--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6" name="review-tdm-flow-1--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7" name="review-tdm-flow-1--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8" name="review-tdm-flow-1--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49" name="review-tdm-flow-1--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0" name="review-tdm-flow-1--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1" name="review-tdm-flow-1--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2" name="review-tdm-flow-1--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3" name="review-tdm-flow-1--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4" name="review-tdm-flow-1--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5" name="review-tdm-flow-1--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6" name="review-tdm-flow-1--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7" name="review-tdm-flow-1--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8" name="review-tdm-flow-1--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59" name="review-tdm-flow-1--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0" name="review-tdm-flow-1--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1" name="review-tdm-flow-1--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2" name="review-tdm-flow-1--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5" name="review-tdm-flow-2" descr="Actual input,operation,output develops on the same full process diagram; no static thumbnail collage.">
            <a:extLst xmlns:a="http://schemas.openxmlformats.org/drawingml/2006/main">
              <a:ext uri="{FF2B5EF4-FFF2-40B4-BE49-F238E27FC236}">
                <a16:creationId xmlns:a16="http://schemas.microsoft.com/office/drawing/2014/main" id="{11700784-9ABD-4A6F-8BA2-895E50923DF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3" name="review-tdm-flow-2--t4-click-frame-00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4" name="review-tdm-flow-2--t4-click-frame-00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5" name="review-tdm-flow-2--t4-click-frame-00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6" name="review-tdm-flow-2--t4-click-frame-00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7" name="review-tdm-flow-2--t4-click-frame-00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8" name="review-tdm-flow-2--t4-click-frame-00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69" name="review-tdm-flow-2--t4-click-frame-00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0" name="review-tdm-flow-2--t4-click-frame-00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1" name="review-tdm-flow-2--t4-click-frame-00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2" name="review-tdm-flow-2--t4-click-frame-01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3" name="review-tdm-flow-2--t4-click-frame-01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4" name="review-tdm-flow-2--t4-click-frame-01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5" name="review-tdm-flow-2--t4-click-frame-013"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6" name="review-tdm-flow-2--t4-click-frame-014"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7" name="review-tdm-flow-2--t4-click-frame-015"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8" name="review-tdm-flow-2--t4-click-frame-016"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79" name="review-tdm-flow-2--t4-click-frame-017"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0" name="review-tdm-flow-2--t4-click-frame-018"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1" name="review-tdm-flow-2--t4-click-frame-019"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2" name="review-tdm-flow-2--t4-click-frame-020"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3" name="review-tdm-flow-2--t4-click-frame-021"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84" name="review-tdm-flow-2--t4-click-frame-022" descr="Actual input,operation,output develops on the same full process diagram; no static thumbnail coll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200150" y="2438400"/>
            <a:ext cx="9601200" cy="2571750"/>
          </a:xfrm>
          <a:prstGeom xmlns:a="http://schemas.openxmlformats.org/drawingml/2006/main" prst="rect">
            <a:avLst/>
          </a:prstGeom>
        </p:spPr>
      </p:pic>
      <p:pic>
        <p:nvPicPr>
          <p:cNvPr id="16" name="!!review-signal-tdm" descr="s(t)=\sum_{i=1}^N\sum_n m_i(t_{n,i})h(t-t_{n,i})">
            <a:extLst xmlns:a="http://schemas.openxmlformats.org/drawingml/2006/main">
              <a:ext uri="{FF2B5EF4-FFF2-40B4-BE49-F238E27FC236}">
                <a16:creationId xmlns:a16="http://schemas.microsoft.com/office/drawing/2014/main" id="{E8AA2133-1978-4555-A77C-ABE1ACC975A7}"/>
              </a:ext>
            </a:extLst>
          </p:cNvPr>
          <p:cNvPicPr>
            <a:picLocks xmlns:a="http://schemas.openxmlformats.org/drawingml/2006/main" noChangeAspect="1"/>
          </p:cNvPicPr>
          <p:nvPr/>
        </p:nvPicPr>
        <p:blipFill>
          <a:blip xmlns:r="http://schemas.openxmlformats.org/officeDocument/2006/relationships" xmlns:a="http://schemas.openxmlformats.org/drawingml/2006/main" r:embed="R8600cd3f1a40486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609600" y="1416546"/>
            <a:ext cx="5278755" cy="414933"/>
          </a:xfrm>
          <a:prstGeom xmlns:a="http://schemas.openxmlformats.org/drawingml/2006/main" prst="rect">
            <a:avLst/>
          </a:prstGeom>
        </p:spPr>
      </p:pic>
      <p:pic>
        <p:nvPicPr>
          <p:cNvPr id="17" name="all-signals" descr="\leftarrow s(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94F5158-0B64-412F-B8AD-E4844B598E10}"/>
              </a:ext>
            </a:extLst>
          </p:cNvPr>
          <p:cNvPicPr>
            <a:picLocks xmlns:a="http://schemas.openxmlformats.org/drawingml/2006/main" noChangeAspect="1"/>
          </p:cNvPicPr>
          <p:nvPr/>
        </p:nvPicPr>
        <p:blipFill>
          <a:blip xmlns:r="http://schemas.openxmlformats.org/officeDocument/2006/relationships" xmlns:a="http://schemas.openxmlformats.org/drawingml/2006/main" r:embed="Rafaf2449cfb6463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10657523" y="322243"/>
            <a:ext cx="848678" cy="260390"/>
          </a:xfrm>
          <a:prstGeom xmlns:a="http://schemas.openxmlformats.org/drawingml/2006/main" prst="rect">
            <a:avLst/>
          </a:prstGeom>
        </p:spPr>
      </p:pic>
    </p:spTree>
    <p:extLst>
      <p:ext uri="{BB962C8B-B14F-4D97-AF65-F5344CB8AC3E}">
        <p14:creationId xmlns:p14="http://schemas.microsoft.com/office/powerpoint/2010/main" val="13109544"/>
      </p:ext>
    </p:extLst>
  </p:cSld>
  <mc:AlternateContent xmlns:mc="http://schemas.openxmlformats.org/markup-compatibility/2006">
    <mc:Choice xmlns:p159="http://schemas.microsoft.com/office/powerpoint/2015/09/main" Requires="p159">
      <p:transition xmlns:p14="http://schemas.microsoft.com/office/powerpoint/2010/main" spd="slow" advClick="1" p14:dur="5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51" fill="hold" restart="never" repeatCount="1000">
                      <p:stCondLst>
                        <p:cond delay="indefinite"/>
                      </p:stCondLst>
                      <p:childTnLst>
                        <p:par>
                          <p:cTn id="52" fill="hold" dur="3520">
                            <p:stCondLst>
                              <p:cond delay="0"/>
                            </p:stCondLst>
                            <p:childTnLst>
                              <p:par>
                                <p:cTn id="53" presetID="1" presetClass="entr" presetSubtype="0" fill="hold" nodeType="clickEffect" restart="never">
                                  <p:stCondLst>
                                    <p:cond delay="35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restart="never">
                                  <p:stCondLst>
                                    <p:cond delay="47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nodeType="withEffect" restart="never">
                                  <p:stCondLst>
                                    <p:cond delay="59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restart="never">
                                  <p:stCondLst>
                                    <p:cond delay="71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restart="never">
                                  <p:stCondLst>
                                    <p:cond delay="83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restart="never">
                                  <p:stCondLst>
                                    <p:cond delay="95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nodeType="withEffect" restart="never">
                                  <p:stCondLst>
                                    <p:cond delay="107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restart="never">
                                  <p:stCondLst>
                                    <p:cond delay="119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nodeType="withEffect" restart="never">
                                  <p:stCondLst>
                                    <p:cond delay="131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nodeType="withEffect" restart="never">
                                  <p:stCondLst>
                                    <p:cond delay="143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restart="never">
                                  <p:stCondLst>
                                    <p:cond delay="155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nodeType="withEffect" restart="never">
                                  <p:stCondLst>
                                    <p:cond delay="167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restart="never">
                                  <p:stCondLst>
                                    <p:cond delay="179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restart="never">
                                  <p:stCondLst>
                                    <p:cond delay="191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restart="never">
                                  <p:stCondLst>
                                    <p:cond delay="203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nodeType="withEffect" restart="never">
                                  <p:stCondLst>
                                    <p:cond delay="215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restart="never">
                                  <p:stCondLst>
                                    <p:cond delay="227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restart="never">
                                  <p:stCondLst>
                                    <p:cond delay="239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restart="never">
                                  <p:stCondLst>
                                    <p:cond delay="251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restart="never">
                                  <p:stCondLst>
                                    <p:cond delay="2630"/>
                                  </p:stCondLst>
                                  <p:childTnLst>
                                    <p:set>
                                      <p:cBhvr>
                                        <p:cTn id="92" dur="1" fill="hold">
                                          <p:stCondLst>
                                            <p:cond delay="0"/>
                                          </p:stCondLst>
                                        </p:cTn>
                                        <p:tgtEl>
                                          <p:spTgt spid="38"/>
                                        </p:tgtEl>
                                        <p:attrNameLst>
                                          <p:attrName>style.visibility</p:attrName>
                                        </p:attrNameLst>
                                      </p:cBhvr>
                                      <p:to>
                                        <p:strVal val="visible"/>
                                      </p:to>
                                    </p:set>
                                  </p:childTnLst>
                                </p:cTn>
                              </p:par>
                              <p:par>
                                <p:cTn id="93" presetID="1" presetClass="entr" presetSubtype="0" fill="hold" nodeType="withEffect" restart="never">
                                  <p:stCondLst>
                                    <p:cond delay="2750"/>
                                  </p:stCondLst>
                                  <p:childTnLst>
                                    <p:set>
                                      <p:cBhvr>
                                        <p:cTn id="94" dur="1" fill="hold">
                                          <p:stCondLst>
                                            <p:cond delay="0"/>
                                          </p:stCondLst>
                                        </p:cTn>
                                        <p:tgtEl>
                                          <p:spTgt spid="39"/>
                                        </p:tgtEl>
                                        <p:attrNameLst>
                                          <p:attrName>style.visibility</p:attrName>
                                        </p:attrNameLst>
                                      </p:cBhvr>
                                      <p:to>
                                        <p:strVal val="visible"/>
                                      </p:to>
                                    </p:set>
                                  </p:childTnLst>
                                </p:cTn>
                              </p:par>
                              <p:par>
                                <p:cTn id="95" presetID="1" presetClass="entr" presetSubtype="0" fill="hold" nodeType="withEffect" restart="never">
                                  <p:stCondLst>
                                    <p:cond delay="2870"/>
                                  </p:stCondLst>
                                  <p:childTnLst>
                                    <p:set>
                                      <p:cBhvr>
                                        <p:cTn id="96" dur="1" fill="hold">
                                          <p:stCondLst>
                                            <p:cond delay="0"/>
                                          </p:stCondLst>
                                        </p:cTn>
                                        <p:tgtEl>
                                          <p:spTgt spid="40"/>
                                        </p:tgtEl>
                                        <p:attrNameLst>
                                          <p:attrName>style.visibility</p:attrName>
                                        </p:attrNameLst>
                                      </p:cBhvr>
                                      <p:to>
                                        <p:strVal val="visible"/>
                                      </p:to>
                                    </p:set>
                                  </p:childTnLst>
                                </p:cTn>
                              </p:par>
                            </p:childTnLst>
                          </p:cTn>
                        </p:par>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97" fill="hold" restart="never" repeatCount="1000">
                      <p:stCondLst>
                        <p:cond delay="indefinite"/>
                      </p:stCondLst>
                      <p:childTnLst>
                        <p:par>
                          <p:cTn id="98" fill="hold" dur="3520">
                            <p:stCondLst>
                              <p:cond delay="0"/>
                            </p:stCondLst>
                            <p:childTnLst>
                              <p:par>
                                <p:cTn id="99" presetID="1" presetClass="entr" presetSubtype="0" fill="hold" nodeType="clickEffect" restart="never">
                                  <p:stCondLst>
                                    <p:cond delay="0"/>
                                  </p:stCondLst>
                                  <p:childTnLst>
                                    <p:set>
                                      <p:cBhvr>
                                        <p:cTn id="100" dur="1" fill="hold">
                                          <p:stCondLst>
                                            <p:cond delay="0"/>
                                          </p:stCondLst>
                                        </p:cTn>
                                        <p:tgtEl>
                                          <p:spTgt spid="14"/>
                                        </p:tgtEl>
                                        <p:attrNameLst>
                                          <p:attrName>style.visibility</p:attrName>
                                        </p:attrNameLst>
                                      </p:cBhvr>
                                      <p:to>
                                        <p:strVal val="visible"/>
                                      </p:to>
                                    </p:set>
                                  </p:childTnLst>
                                </p:cTn>
                              </p:par>
                              <p:par>
                                <p:cTn id="101" presetID="1" presetClass="entr" presetSubtype="0" fill="hold" nodeType="withEffect" restart="never">
                                  <p:stCondLst>
                                    <p:cond delay="35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restart="never">
                                  <p:stCondLst>
                                    <p:cond delay="47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restart="never">
                                  <p:stCondLst>
                                    <p:cond delay="59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restart="never">
                                  <p:stCondLst>
                                    <p:cond delay="71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restart="never">
                                  <p:stCondLst>
                                    <p:cond delay="83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restart="never">
                                  <p:stCondLst>
                                    <p:cond delay="95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restart="never">
                                  <p:stCondLst>
                                    <p:cond delay="107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restart="never">
                                  <p:stCondLst>
                                    <p:cond delay="119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nodeType="withEffect" restart="never">
                                  <p:stCondLst>
                                    <p:cond delay="1310"/>
                                  </p:stCondLst>
                                  <p:childTnLst>
                                    <p:set>
                                      <p:cBhvr>
                                        <p:cTn id="118" dur="1" fill="hold">
                                          <p:stCondLst>
                                            <p:cond delay="0"/>
                                          </p:stCondLst>
                                        </p:cTn>
                                        <p:tgtEl>
                                          <p:spTgt spid="49"/>
                                        </p:tgtEl>
                                        <p:attrNameLst>
                                          <p:attrName>style.visibility</p:attrName>
                                        </p:attrNameLst>
                                      </p:cBhvr>
                                      <p:to>
                                        <p:strVal val="visible"/>
                                      </p:to>
                                    </p:set>
                                  </p:childTnLst>
                                </p:cTn>
                              </p:par>
                              <p:par>
                                <p:cTn id="119" presetID="1" presetClass="entr" presetSubtype="0" fill="hold" nodeType="withEffect" restart="never">
                                  <p:stCondLst>
                                    <p:cond delay="1430"/>
                                  </p:stCondLst>
                                  <p:childTnLst>
                                    <p:set>
                                      <p:cBhvr>
                                        <p:cTn id="120" dur="1" fill="hold">
                                          <p:stCondLst>
                                            <p:cond delay="0"/>
                                          </p:stCondLst>
                                        </p:cTn>
                                        <p:tgtEl>
                                          <p:spTgt spid="50"/>
                                        </p:tgtEl>
                                        <p:attrNameLst>
                                          <p:attrName>style.visibility</p:attrName>
                                        </p:attrNameLst>
                                      </p:cBhvr>
                                      <p:to>
                                        <p:strVal val="visible"/>
                                      </p:to>
                                    </p:set>
                                  </p:childTnLst>
                                </p:cTn>
                              </p:par>
                              <p:par>
                                <p:cTn id="121" presetID="1" presetClass="entr" presetSubtype="0" fill="hold" nodeType="withEffect" restart="never">
                                  <p:stCondLst>
                                    <p:cond delay="1550"/>
                                  </p:stCondLst>
                                  <p:childTnLst>
                                    <p:set>
                                      <p:cBhvr>
                                        <p:cTn id="122" dur="1" fill="hold">
                                          <p:stCondLst>
                                            <p:cond delay="0"/>
                                          </p:stCondLst>
                                        </p:cTn>
                                        <p:tgtEl>
                                          <p:spTgt spid="51"/>
                                        </p:tgtEl>
                                        <p:attrNameLst>
                                          <p:attrName>style.visibility</p:attrName>
                                        </p:attrNameLst>
                                      </p:cBhvr>
                                      <p:to>
                                        <p:strVal val="visible"/>
                                      </p:to>
                                    </p:set>
                                  </p:childTnLst>
                                </p:cTn>
                              </p:par>
                              <p:par>
                                <p:cTn id="123" presetID="1" presetClass="entr" presetSubtype="0" fill="hold" nodeType="withEffect" restart="never">
                                  <p:stCondLst>
                                    <p:cond delay="1670"/>
                                  </p:stCondLst>
                                  <p:childTnLst>
                                    <p:set>
                                      <p:cBhvr>
                                        <p:cTn id="124" dur="1" fill="hold">
                                          <p:stCondLst>
                                            <p:cond delay="0"/>
                                          </p:stCondLst>
                                        </p:cTn>
                                        <p:tgtEl>
                                          <p:spTgt spid="52"/>
                                        </p:tgtEl>
                                        <p:attrNameLst>
                                          <p:attrName>style.visibility</p:attrName>
                                        </p:attrNameLst>
                                      </p:cBhvr>
                                      <p:to>
                                        <p:strVal val="visible"/>
                                      </p:to>
                                    </p:set>
                                  </p:childTnLst>
                                </p:cTn>
                              </p:par>
                              <p:par>
                                <p:cTn id="125" presetID="1" presetClass="entr" presetSubtype="0" fill="hold" nodeType="withEffect" restart="never">
                                  <p:stCondLst>
                                    <p:cond delay="1790"/>
                                  </p:stCondLst>
                                  <p:childTnLst>
                                    <p:set>
                                      <p:cBhvr>
                                        <p:cTn id="126" dur="1" fill="hold">
                                          <p:stCondLst>
                                            <p:cond delay="0"/>
                                          </p:stCondLst>
                                        </p:cTn>
                                        <p:tgtEl>
                                          <p:spTgt spid="53"/>
                                        </p:tgtEl>
                                        <p:attrNameLst>
                                          <p:attrName>style.visibility</p:attrName>
                                        </p:attrNameLst>
                                      </p:cBhvr>
                                      <p:to>
                                        <p:strVal val="visible"/>
                                      </p:to>
                                    </p:set>
                                  </p:childTnLst>
                                </p:cTn>
                              </p:par>
                              <p:par>
                                <p:cTn id="127" presetID="1" presetClass="entr" presetSubtype="0" fill="hold" nodeType="withEffect" restart="never">
                                  <p:stCondLst>
                                    <p:cond delay="1910"/>
                                  </p:stCondLst>
                                  <p:childTnLst>
                                    <p:set>
                                      <p:cBhvr>
                                        <p:cTn id="128" dur="1" fill="hold">
                                          <p:stCondLst>
                                            <p:cond delay="0"/>
                                          </p:stCondLst>
                                        </p:cTn>
                                        <p:tgtEl>
                                          <p:spTgt spid="54"/>
                                        </p:tgtEl>
                                        <p:attrNameLst>
                                          <p:attrName>style.visibility</p:attrName>
                                        </p:attrNameLst>
                                      </p:cBhvr>
                                      <p:to>
                                        <p:strVal val="visible"/>
                                      </p:to>
                                    </p:set>
                                  </p:childTnLst>
                                </p:cTn>
                              </p:par>
                              <p:par>
                                <p:cTn id="129" presetID="1" presetClass="entr" presetSubtype="0" fill="hold" nodeType="withEffect" restart="never">
                                  <p:stCondLst>
                                    <p:cond delay="2030"/>
                                  </p:stCondLst>
                                  <p:childTnLst>
                                    <p:set>
                                      <p:cBhvr>
                                        <p:cTn id="130" dur="1" fill="hold">
                                          <p:stCondLst>
                                            <p:cond delay="0"/>
                                          </p:stCondLst>
                                        </p:cTn>
                                        <p:tgtEl>
                                          <p:spTgt spid="55"/>
                                        </p:tgtEl>
                                        <p:attrNameLst>
                                          <p:attrName>style.visibility</p:attrName>
                                        </p:attrNameLst>
                                      </p:cBhvr>
                                      <p:to>
                                        <p:strVal val="visible"/>
                                      </p:to>
                                    </p:set>
                                  </p:childTnLst>
                                </p:cTn>
                              </p:par>
                              <p:par>
                                <p:cTn id="131" presetID="1" presetClass="entr" presetSubtype="0" fill="hold" nodeType="withEffect" restart="never">
                                  <p:stCondLst>
                                    <p:cond delay="2150"/>
                                  </p:stCondLst>
                                  <p:childTnLst>
                                    <p:set>
                                      <p:cBhvr>
                                        <p:cTn id="132" dur="1" fill="hold">
                                          <p:stCondLst>
                                            <p:cond delay="0"/>
                                          </p:stCondLst>
                                        </p:cTn>
                                        <p:tgtEl>
                                          <p:spTgt spid="56"/>
                                        </p:tgtEl>
                                        <p:attrNameLst>
                                          <p:attrName>style.visibility</p:attrName>
                                        </p:attrNameLst>
                                      </p:cBhvr>
                                      <p:to>
                                        <p:strVal val="visible"/>
                                      </p:to>
                                    </p:set>
                                  </p:childTnLst>
                                </p:cTn>
                              </p:par>
                              <p:par>
                                <p:cTn id="133" presetID="1" presetClass="entr" presetSubtype="0" fill="hold" nodeType="withEffect" restart="never">
                                  <p:stCondLst>
                                    <p:cond delay="227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nodeType="withEffect" restart="never">
                                  <p:stCondLst>
                                    <p:cond delay="2390"/>
                                  </p:stCondLst>
                                  <p:childTnLst>
                                    <p:set>
                                      <p:cBhvr>
                                        <p:cTn id="136" dur="1" fill="hold">
                                          <p:stCondLst>
                                            <p:cond delay="0"/>
                                          </p:stCondLst>
                                        </p:cTn>
                                        <p:tgtEl>
                                          <p:spTgt spid="58"/>
                                        </p:tgtEl>
                                        <p:attrNameLst>
                                          <p:attrName>style.visibility</p:attrName>
                                        </p:attrNameLst>
                                      </p:cBhvr>
                                      <p:to>
                                        <p:strVal val="visible"/>
                                      </p:to>
                                    </p:set>
                                  </p:childTnLst>
                                </p:cTn>
                              </p:par>
                              <p:par>
                                <p:cTn id="137" presetID="1" presetClass="entr" presetSubtype="0" fill="hold" nodeType="withEffect" restart="never">
                                  <p:stCondLst>
                                    <p:cond delay="251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restart="never">
                                  <p:stCondLst>
                                    <p:cond delay="263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nodeType="withEffect" restart="never">
                                  <p:stCondLst>
                                    <p:cond delay="275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nodeType="withEffect" restart="never">
                                  <p:stCondLst>
                                    <p:cond delay="2870"/>
                                  </p:stCondLst>
                                  <p:childTnLst>
                                    <p:set>
                                      <p:cBhvr>
                                        <p:cTn id="144" dur="1" fill="hold">
                                          <p:stCondLst>
                                            <p:cond delay="0"/>
                                          </p:stCondLst>
                                        </p:cTn>
                                        <p:tgtEl>
                                          <p:spTgt spid="62"/>
                                        </p:tgtEl>
                                        <p:attrNameLst>
                                          <p:attrName>style.visibility</p:attrName>
                                        </p:attrNameLst>
                                      </p:cBhvr>
                                      <p:to>
                                        <p:strVal val="visible"/>
                                      </p:to>
                                    </p:set>
                                  </p:childTnLst>
                                </p:cTn>
                              </p:par>
                            </p:childTnLst>
                          </p:cTn>
                        </p:par>
                        <p:par>
                          <p:cTn id="12" fill="hold">
                            <p:stCondLst>
                              <p:cond delay="0"/>
                            </p:stCondLst>
                            <p:childTnLst>
                              <p:par>
                                <p:cTn id="13" presetID="10" presetClass="exit" presetSubtype="0" fill="hold" nodeType="clickEffect">
                                  <p:stCondLst>
                                    <p:cond delay="0"/>
                                  </p:stCondLst>
                                  <p:childTnLst>
                                    <p:animEffect transition="out" filter="fade">
                                      <p:cBhvr>
                                        <p:cTn id="43" dur="1" fill="hold">
                                          <p:stCondLst>
                                            <p:cond delay="0"/>
                                          </p:stCondLst>
                                        </p:cTn>
                                        <p:tgtEl>
                                          <p:spTgt spid="9"/>
                                        </p:tgtEl>
                                      </p:cBhvr>
                                    </p:animEffect>
                                    <p:set>
                                      <p:cBhvr>
                                        <p:cTn id="44" dur="1" fill="hold">
                                          <p:stCondLst>
                                            <p:cond delay="0"/>
                                          </p:stCondLst>
                                        </p:cTn>
                                        <p:tgtEl>
                                          <p:spTgt spid="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45" dur="1" fill="hold">
                                          <p:stCondLst>
                                            <p:cond delay="0"/>
                                          </p:stCondLst>
                                        </p:cTn>
                                        <p:tgtEl>
                                          <p:spTgt spid="10"/>
                                        </p:tgtEl>
                                      </p:cBhvr>
                                    </p:animEffect>
                                    <p:set>
                                      <p:cBhvr>
                                        <p:cTn id="46" dur="1" fill="hold">
                                          <p:stCondLst>
                                            <p:cond delay="0"/>
                                          </p:stCondLst>
                                        </p:cTn>
                                        <p:tgtEl>
                                          <p:spTgt spid="10"/>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childTnLst>
                          </p:cTn>
                        </p:par>
                      </p:childTnLst>
                    </p:cTn>
                  </p:par>
                  <p:par>
                    <p:cTn id="145" fill="hold" restart="never" repeatCount="1000">
                      <p:stCondLst>
                        <p:cond delay="indefinite"/>
                      </p:stCondLst>
                      <p:childTnLst>
                        <p:par>
                          <p:cTn id="146" fill="hold" dur="3520">
                            <p:stCondLst>
                              <p:cond delay="0"/>
                            </p:stCondLst>
                            <p:childTnLst>
                              <p:par>
                                <p:cTn id="147" presetID="1" presetClass="entr" presetSubtype="0" fill="hold" nodeType="clickEffect" restart="never">
                                  <p:stCondLst>
                                    <p:cond delay="0"/>
                                  </p:stCondLst>
                                  <p:childTnLst>
                                    <p:set>
                                      <p:cBhvr>
                                        <p:cTn id="148" dur="1" fill="hold">
                                          <p:stCondLst>
                                            <p:cond delay="0"/>
                                          </p:stCondLst>
                                        </p:cTn>
                                        <p:tgtEl>
                                          <p:spTgt spid="15"/>
                                        </p:tgtEl>
                                        <p:attrNameLst>
                                          <p:attrName>style.visibility</p:attrName>
                                        </p:attrNameLst>
                                      </p:cBhvr>
                                      <p:to>
                                        <p:strVal val="visible"/>
                                      </p:to>
                                    </p:set>
                                  </p:childTnLst>
                                </p:cTn>
                              </p:par>
                              <p:par>
                                <p:cTn id="149" presetID="1" presetClass="entr" presetSubtype="0" fill="hold" nodeType="withEffect" restart="never">
                                  <p:stCondLst>
                                    <p:cond delay="35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nodeType="withEffect" restart="never">
                                  <p:stCondLst>
                                    <p:cond delay="47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restart="never">
                                  <p:stCondLst>
                                    <p:cond delay="59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nodeType="withEffect" restart="never">
                                  <p:stCondLst>
                                    <p:cond delay="71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restart="never">
                                  <p:stCondLst>
                                    <p:cond delay="830"/>
                                  </p:stCondLst>
                                  <p:childTnLst>
                                    <p:set>
                                      <p:cBhvr>
                                        <p:cTn id="158" dur="1" fill="hold">
                                          <p:stCondLst>
                                            <p:cond delay="0"/>
                                          </p:stCondLst>
                                        </p:cTn>
                                        <p:tgtEl>
                                          <p:spTgt spid="67"/>
                                        </p:tgtEl>
                                        <p:attrNameLst>
                                          <p:attrName>style.visibility</p:attrName>
                                        </p:attrNameLst>
                                      </p:cBhvr>
                                      <p:to>
                                        <p:strVal val="visible"/>
                                      </p:to>
                                    </p:set>
                                  </p:childTnLst>
                                </p:cTn>
                              </p:par>
                              <p:par>
                                <p:cTn id="159" presetID="1" presetClass="entr" presetSubtype="0" fill="hold" nodeType="withEffect" restart="never">
                                  <p:stCondLst>
                                    <p:cond delay="95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nodeType="withEffect" restart="never">
                                  <p:stCondLst>
                                    <p:cond delay="1070"/>
                                  </p:stCondLst>
                                  <p:childTnLst>
                                    <p:set>
                                      <p:cBhvr>
                                        <p:cTn id="162" dur="1" fill="hold">
                                          <p:stCondLst>
                                            <p:cond delay="0"/>
                                          </p:stCondLst>
                                        </p:cTn>
                                        <p:tgtEl>
                                          <p:spTgt spid="69"/>
                                        </p:tgtEl>
                                        <p:attrNameLst>
                                          <p:attrName>style.visibility</p:attrName>
                                        </p:attrNameLst>
                                      </p:cBhvr>
                                      <p:to>
                                        <p:strVal val="visible"/>
                                      </p:to>
                                    </p:set>
                                  </p:childTnLst>
                                </p:cTn>
                              </p:par>
                              <p:par>
                                <p:cTn id="163" presetID="1" presetClass="entr" presetSubtype="0" fill="hold" nodeType="withEffect" restart="never">
                                  <p:stCondLst>
                                    <p:cond delay="1190"/>
                                  </p:stCondLst>
                                  <p:childTnLst>
                                    <p:set>
                                      <p:cBhvr>
                                        <p:cTn id="164" dur="1" fill="hold">
                                          <p:stCondLst>
                                            <p:cond delay="0"/>
                                          </p:stCondLst>
                                        </p:cTn>
                                        <p:tgtEl>
                                          <p:spTgt spid="70"/>
                                        </p:tgtEl>
                                        <p:attrNameLst>
                                          <p:attrName>style.visibility</p:attrName>
                                        </p:attrNameLst>
                                      </p:cBhvr>
                                      <p:to>
                                        <p:strVal val="visible"/>
                                      </p:to>
                                    </p:set>
                                  </p:childTnLst>
                                </p:cTn>
                              </p:par>
                              <p:par>
                                <p:cTn id="165" presetID="1" presetClass="entr" presetSubtype="0" fill="hold" nodeType="withEffect" restart="never">
                                  <p:stCondLst>
                                    <p:cond delay="1310"/>
                                  </p:stCondLst>
                                  <p:childTnLst>
                                    <p:set>
                                      <p:cBhvr>
                                        <p:cTn id="166" dur="1" fill="hold">
                                          <p:stCondLst>
                                            <p:cond delay="0"/>
                                          </p:stCondLst>
                                        </p:cTn>
                                        <p:tgtEl>
                                          <p:spTgt spid="71"/>
                                        </p:tgtEl>
                                        <p:attrNameLst>
                                          <p:attrName>style.visibility</p:attrName>
                                        </p:attrNameLst>
                                      </p:cBhvr>
                                      <p:to>
                                        <p:strVal val="visible"/>
                                      </p:to>
                                    </p:set>
                                  </p:childTnLst>
                                </p:cTn>
                              </p:par>
                              <p:par>
                                <p:cTn id="167" presetID="1" presetClass="entr" presetSubtype="0" fill="hold" nodeType="withEffect" restart="never">
                                  <p:stCondLst>
                                    <p:cond delay="1430"/>
                                  </p:stCondLst>
                                  <p:childTnLst>
                                    <p:set>
                                      <p:cBhvr>
                                        <p:cTn id="168" dur="1" fill="hold">
                                          <p:stCondLst>
                                            <p:cond delay="0"/>
                                          </p:stCondLst>
                                        </p:cTn>
                                        <p:tgtEl>
                                          <p:spTgt spid="72"/>
                                        </p:tgtEl>
                                        <p:attrNameLst>
                                          <p:attrName>style.visibility</p:attrName>
                                        </p:attrNameLst>
                                      </p:cBhvr>
                                      <p:to>
                                        <p:strVal val="visible"/>
                                      </p:to>
                                    </p:set>
                                  </p:childTnLst>
                                </p:cTn>
                              </p:par>
                              <p:par>
                                <p:cTn id="169" presetID="1" presetClass="entr" presetSubtype="0" fill="hold" nodeType="withEffect" restart="never">
                                  <p:stCondLst>
                                    <p:cond delay="1550"/>
                                  </p:stCondLst>
                                  <p:childTnLst>
                                    <p:set>
                                      <p:cBhvr>
                                        <p:cTn id="170" dur="1" fill="hold">
                                          <p:stCondLst>
                                            <p:cond delay="0"/>
                                          </p:stCondLst>
                                        </p:cTn>
                                        <p:tgtEl>
                                          <p:spTgt spid="73"/>
                                        </p:tgtEl>
                                        <p:attrNameLst>
                                          <p:attrName>style.visibility</p:attrName>
                                        </p:attrNameLst>
                                      </p:cBhvr>
                                      <p:to>
                                        <p:strVal val="visible"/>
                                      </p:to>
                                    </p:set>
                                  </p:childTnLst>
                                </p:cTn>
                              </p:par>
                              <p:par>
                                <p:cTn id="171" presetID="1" presetClass="entr" presetSubtype="0" fill="hold" nodeType="withEffect" restart="never">
                                  <p:stCondLst>
                                    <p:cond delay="1670"/>
                                  </p:stCondLst>
                                  <p:childTnLst>
                                    <p:set>
                                      <p:cBhvr>
                                        <p:cTn id="172" dur="1" fill="hold">
                                          <p:stCondLst>
                                            <p:cond delay="0"/>
                                          </p:stCondLst>
                                        </p:cTn>
                                        <p:tgtEl>
                                          <p:spTgt spid="74"/>
                                        </p:tgtEl>
                                        <p:attrNameLst>
                                          <p:attrName>style.visibility</p:attrName>
                                        </p:attrNameLst>
                                      </p:cBhvr>
                                      <p:to>
                                        <p:strVal val="visible"/>
                                      </p:to>
                                    </p:set>
                                  </p:childTnLst>
                                </p:cTn>
                              </p:par>
                              <p:par>
                                <p:cTn id="173" presetID="1" presetClass="entr" presetSubtype="0" fill="hold" nodeType="withEffect" restart="never">
                                  <p:stCondLst>
                                    <p:cond delay="1790"/>
                                  </p:stCondLst>
                                  <p:childTnLst>
                                    <p:set>
                                      <p:cBhvr>
                                        <p:cTn id="174" dur="1" fill="hold">
                                          <p:stCondLst>
                                            <p:cond delay="0"/>
                                          </p:stCondLst>
                                        </p:cTn>
                                        <p:tgtEl>
                                          <p:spTgt spid="75"/>
                                        </p:tgtEl>
                                        <p:attrNameLst>
                                          <p:attrName>style.visibility</p:attrName>
                                        </p:attrNameLst>
                                      </p:cBhvr>
                                      <p:to>
                                        <p:strVal val="visible"/>
                                      </p:to>
                                    </p:set>
                                  </p:childTnLst>
                                </p:cTn>
                              </p:par>
                              <p:par>
                                <p:cTn id="175" presetID="1" presetClass="entr" presetSubtype="0" fill="hold" nodeType="withEffect" restart="never">
                                  <p:stCondLst>
                                    <p:cond delay="1910"/>
                                  </p:stCondLst>
                                  <p:childTnLst>
                                    <p:set>
                                      <p:cBhvr>
                                        <p:cTn id="176" dur="1" fill="hold">
                                          <p:stCondLst>
                                            <p:cond delay="0"/>
                                          </p:stCondLst>
                                        </p:cTn>
                                        <p:tgtEl>
                                          <p:spTgt spid="76"/>
                                        </p:tgtEl>
                                        <p:attrNameLst>
                                          <p:attrName>style.visibility</p:attrName>
                                        </p:attrNameLst>
                                      </p:cBhvr>
                                      <p:to>
                                        <p:strVal val="visible"/>
                                      </p:to>
                                    </p:set>
                                  </p:childTnLst>
                                </p:cTn>
                              </p:par>
                              <p:par>
                                <p:cTn id="177" presetID="1" presetClass="entr" presetSubtype="0" fill="hold" nodeType="withEffect" restart="never">
                                  <p:stCondLst>
                                    <p:cond delay="2030"/>
                                  </p:stCondLst>
                                  <p:childTnLst>
                                    <p:set>
                                      <p:cBhvr>
                                        <p:cTn id="178" dur="1" fill="hold">
                                          <p:stCondLst>
                                            <p:cond delay="0"/>
                                          </p:stCondLst>
                                        </p:cTn>
                                        <p:tgtEl>
                                          <p:spTgt spid="77"/>
                                        </p:tgtEl>
                                        <p:attrNameLst>
                                          <p:attrName>style.visibility</p:attrName>
                                        </p:attrNameLst>
                                      </p:cBhvr>
                                      <p:to>
                                        <p:strVal val="visible"/>
                                      </p:to>
                                    </p:set>
                                  </p:childTnLst>
                                </p:cTn>
                              </p:par>
                              <p:par>
                                <p:cTn id="179" presetID="1" presetClass="entr" presetSubtype="0" fill="hold" nodeType="withEffect" restart="never">
                                  <p:stCondLst>
                                    <p:cond delay="2150"/>
                                  </p:stCondLst>
                                  <p:childTnLst>
                                    <p:set>
                                      <p:cBhvr>
                                        <p:cTn id="180" dur="1" fill="hold">
                                          <p:stCondLst>
                                            <p:cond delay="0"/>
                                          </p:stCondLst>
                                        </p:cTn>
                                        <p:tgtEl>
                                          <p:spTgt spid="78"/>
                                        </p:tgtEl>
                                        <p:attrNameLst>
                                          <p:attrName>style.visibility</p:attrName>
                                        </p:attrNameLst>
                                      </p:cBhvr>
                                      <p:to>
                                        <p:strVal val="visible"/>
                                      </p:to>
                                    </p:set>
                                  </p:childTnLst>
                                </p:cTn>
                              </p:par>
                              <p:par>
                                <p:cTn id="181" presetID="1" presetClass="entr" presetSubtype="0" fill="hold" nodeType="withEffect" restart="never">
                                  <p:stCondLst>
                                    <p:cond delay="2270"/>
                                  </p:stCondLst>
                                  <p:childTnLst>
                                    <p:set>
                                      <p:cBhvr>
                                        <p:cTn id="182" dur="1" fill="hold">
                                          <p:stCondLst>
                                            <p:cond delay="0"/>
                                          </p:stCondLst>
                                        </p:cTn>
                                        <p:tgtEl>
                                          <p:spTgt spid="79"/>
                                        </p:tgtEl>
                                        <p:attrNameLst>
                                          <p:attrName>style.visibility</p:attrName>
                                        </p:attrNameLst>
                                      </p:cBhvr>
                                      <p:to>
                                        <p:strVal val="visible"/>
                                      </p:to>
                                    </p:set>
                                  </p:childTnLst>
                                </p:cTn>
                              </p:par>
                              <p:par>
                                <p:cTn id="183" presetID="1" presetClass="entr" presetSubtype="0" fill="hold" nodeType="withEffect" restart="never">
                                  <p:stCondLst>
                                    <p:cond delay="239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nodeType="withEffect" restart="never">
                                  <p:stCondLst>
                                    <p:cond delay="251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restart="never">
                                  <p:stCondLst>
                                    <p:cond delay="263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restart="never">
                                  <p:stCondLst>
                                    <p:cond delay="275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nodeType="withEffect" restart="never">
                                  <p:stCondLst>
                                    <p:cond delay="2870"/>
                                  </p:stCondLst>
                                  <p:childTnLst>
                                    <p:set>
                                      <p:cBhvr>
                                        <p:cTn id="192" dur="1" fill="hold">
                                          <p:stCondLst>
                                            <p:cond delay="0"/>
                                          </p:stCondLst>
                                        </p:cTn>
                                        <p:tgtEl>
                                          <p:spTgt spid="84"/>
                                        </p:tgtEl>
                                        <p:attrNameLst>
                                          <p:attrName>style.visibility</p:attrName>
                                        </p:attrNameLst>
                                      </p:cBhvr>
                                      <p:to>
                                        <p:strVal val="visible"/>
                                      </p:to>
                                    </p:set>
                                  </p:childTnLst>
                                </p:cTn>
                              </p:par>
                            </p:childTnLst>
                          </p:cTn>
                        </p:par>
                        <p:par>
                          <p:cTn id="22" fill="hold">
                            <p:stCondLst>
                              <p:cond delay="0"/>
                            </p:stCondLst>
                            <p:childTnLst>
                              <p:par>
                                <p:cTn id="23" presetID="10" presetClass="exit" presetSubtype="0" fill="hold" nodeType="clickEffect">
                                  <p:stCondLst>
                                    <p:cond delay="0"/>
                                  </p:stCondLst>
                                  <p:childTnLst>
                                    <p:animEffect transition="out" filter="fade">
                                      <p:cBhvr>
                                        <p:cTn id="37" dur="1" fill="hold">
                                          <p:stCondLst>
                                            <p:cond delay="0"/>
                                          </p:stCondLst>
                                        </p:cTn>
                                        <p:tgtEl>
                                          <p:spTgt spid="3"/>
                                        </p:tgtEl>
                                      </p:cBhvr>
                                    </p:animEffect>
                                    <p:set>
                                      <p:cBhvr>
                                        <p:cTn id="38" dur="1" fill="hold">
                                          <p:stCondLst>
                                            <p:cond delay="0"/>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39" dur="1" fill="hold">
                                          <p:stCondLst>
                                            <p:cond delay="0"/>
                                          </p:stCondLst>
                                        </p:cTn>
                                        <p:tgtEl>
                                          <p:spTgt spid="4"/>
                                        </p:tgtEl>
                                      </p:cBhvr>
                                    </p:animEffect>
                                    <p:set>
                                      <p:cBhvr>
                                        <p:cTn id="40" dur="1" fill="hold">
                                          <p:stCondLst>
                                            <p:cond delay="0"/>
                                          </p:stCondLst>
                                        </p:cTn>
                                        <p:tgtEl>
                                          <p:spTgt spid="4"/>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41" dur="1" fill="hold">
                                          <p:stCondLst>
                                            <p:cond delay="0"/>
                                          </p:stCondLst>
                                        </p:cTn>
                                        <p:tgtEl>
                                          <p:spTgt spid="5"/>
                                        </p:tgtEl>
                                      </p:cBhvr>
                                    </p:animEffect>
                                    <p:set>
                                      <p:cBhvr>
                                        <p:cTn id="42" dur="1" fill="hold">
                                          <p:stCondLst>
                                            <p:cond delay="0"/>
                                          </p:stCondLst>
                                        </p:cTn>
                                        <p:tgtEl>
                                          <p:spTgt spid="5"/>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p:tgtEl>
                                          <p:spTgt spid="8"/>
                                        </p:tgtEl>
                                      </p:cBhvr>
                                    </p:animEffect>
                                  </p:childTnLst>
                                </p:cTn>
                              </p:par>
                              <p:par>
                                <p:cTn id="35" presetID="10" presetClass="exit" presetSubtype="0" fill="hold" nodeType="withEffect">
                                  <p:stCondLst>
                                    <p:cond delay="0"/>
                                  </p:stCondLst>
                                  <p:childTnLst>
                                    <p:animEffect transition="out" filter="fade">
                                      <p:cBhvr>
                                        <p:cTn id="47" dur="1" fill="hold">
                                          <p:stCondLst>
                                            <p:cond delay="0"/>
                                          </p:stCondLst>
                                        </p:cTn>
                                        <p:tgtEl>
                                          <p:spTgt spid="11"/>
                                        </p:tgtEl>
                                      </p:cBhvr>
                                    </p:animEffect>
                                    <p:set>
                                      <p:cBhvr>
                                        <p:cTn id="48" dur="1" fill="hold">
                                          <p:stCondLst>
                                            <p:cond delay="0"/>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49" dur="1" fill="hold">
                                          <p:stCondLst>
                                            <p:cond delay="0"/>
                                          </p:stCondLst>
                                        </p:cTn>
                                        <p:tgtEl>
                                          <p:spTgt spid="12"/>
                                        </p:tgtEl>
                                      </p:cBhvr>
                                    </p:animEffect>
                                    <p:set>
                                      <p:cBhvr>
                                        <p:cTn id="50"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3" grpId="0" animBg="1"/>
      <p:bldP spid="4" grpId="0" animBg="1"/>
      <p:bldP spid="5" grpId="0" animBg="1"/>
      <p:bldP spid="6" grpId="0" animBg="1"/>
      <p:bldP spid="7" grpId="0" animBg="1"/>
      <p:bldP spid="8" grpId="0" animBg="1"/>
    </p:bldLst>
  </p:timing>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174E215D-C1BB-4151-A43A-2557880EA5DD}"/>
              </a:ext>
            </a:extLst>
          </p:cNvPr>
          <p:cNvSpPr>
            <a:spLocks xmlns:a="http://schemas.openxmlformats.org/drawingml/2006/main" noGrp="1"/>
          </p:cNvSpPr>
          <p:nvPr/>
        </p:nvSpPr>
        <p:spPr>
          <a:xfrm xmlns:a="http://schemas.openxmlformats.org/drawingml/2006/main">
            <a:off x="952500" y="2619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i="0">
                <a:solidFill>
                  <a:srgbClr val="202020"/>
                </a:solidFill>
                <a:latin typeface="Times New Roman"/>
                <a:ea typeface="Times New Roman"/>
                <a:cs typeface="Times New Roman"/>
              </a:defRPr>
            </a:pPr>
            <a:r>
              <a:rPr sz="3900" b="1" i="0">
                <a:solidFill>
                  <a:srgbClr val="202020"/>
                </a:solidFill>
                <a:latin typeface="Times New Roman"/>
                <a:ea typeface="Times New Roman"/>
                <a:cs typeface="Times New Roman"/>
              </a:rPr>
              <a:t>End of Tutorial 5</a:t>
            </a:r>
          </a:p>
        </p:txBody>
      </p:sp>
      <p:sp>
        <p:nvSpPr>
          <p:cNvPr id="3" name="questions">
            <a:extLst xmlns:a="http://schemas.openxmlformats.org/drawingml/2006/main">
              <a:ext uri="{FF2B5EF4-FFF2-40B4-BE49-F238E27FC236}">
                <a16:creationId xmlns:a16="http://schemas.microsoft.com/office/drawing/2014/main" id="{180C7D56-470E-4CC0-AA34-0BA3BE7C3E29}"/>
              </a:ext>
            </a:extLst>
          </p:cNvPr>
          <p:cNvSpPr>
            <a:spLocks xmlns:a="http://schemas.openxmlformats.org/drawingml/2006/main" noGrp="1"/>
          </p:cNvSpPr>
          <p:nvPr/>
        </p:nvSpPr>
        <p:spPr>
          <a:xfrm xmlns:a="http://schemas.openxmlformats.org/drawingml/2006/main">
            <a:off x="952500" y="35718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i="0">
                <a:solidFill>
                  <a:srgbClr val="202020"/>
                </a:solidFill>
                <a:latin typeface="Times New Roman"/>
                <a:ea typeface="Times New Roman"/>
                <a:cs typeface="Times New Roman"/>
              </a:defRPr>
            </a:pPr>
            <a:r>
              <a:rPr sz="2400" b="0" i="0">
                <a:solidFill>
                  <a:srgbClr val="202020"/>
                </a:solidFill>
                <a:latin typeface="Times New Roman"/>
                <a:ea typeface="Times New Roman"/>
                <a:cs typeface="Times New Roman"/>
              </a:rPr>
              <a:t>Questions?</a:t>
            </a:r>
          </a:p>
        </p:txBody>
      </p:sp>
      <p:sp>
        <p:nvSpPr>
          <p:cNvPr id="4" name="animated-version">
            <a:extLst xmlns:a="http://schemas.openxmlformats.org/drawingml/2006/main">
              <a:ext uri="{FF2B5EF4-FFF2-40B4-BE49-F238E27FC236}">
                <a16:creationId xmlns:a16="http://schemas.microsoft.com/office/drawing/2014/main" id="{F470B133-6219-403D-91D5-665B576737BF}"/>
              </a:ext>
            </a:extLst>
          </p:cNvPr>
          <p:cNvSpPr>
            <a:spLocks xmlns:a="http://schemas.openxmlformats.org/drawingml/2006/main" noGrp="1"/>
          </p:cNvSpPr>
          <p:nvPr/>
        </p:nvSpPr>
        <p:spPr>
          <a:xfrm xmlns:a="http://schemas.openxmlformats.org/drawingml/2006/main">
            <a:off x="952500" y="4572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For the animated slides, please email</a:t>
            </a:r>
          </a:p>
        </p:txBody>
      </p:sp>
      <p:sp>
        <p:nvSpPr>
          <p:cNvPr id="5" name="email">
            <a:extLst xmlns:a="http://schemas.openxmlformats.org/drawingml/2006/main">
              <a:ext uri="{FF2B5EF4-FFF2-40B4-BE49-F238E27FC236}">
                <a16:creationId xmlns:a16="http://schemas.microsoft.com/office/drawing/2014/main" id="{3A843A1D-3BA9-49B5-B254-502DBF337B55}"/>
              </a:ext>
            </a:extLst>
          </p:cNvPr>
          <p:cNvSpPr>
            <a:spLocks xmlns:a="http://schemas.openxmlformats.org/drawingml/2006/main" noGrp="1"/>
          </p:cNvSpPr>
          <p:nvPr/>
        </p:nvSpPr>
        <p:spPr>
          <a:xfrm xmlns:a="http://schemas.openxmlformats.org/drawingml/2006/main">
            <a:off x="952500" y="50482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66019219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Questions and reference solutions</a:t>
            </a:r>
          </a:p>
        </p:txBody>
      </p:sp>
      <p:sp>
        <p:nvSpPr>
          <p:cNvPr id="3" name="count">
            <a:extLst xmlns:a="http://schemas.openxmlformats.org/drawingml/2006/main">
              <a:ext uri="{FF2B5EF4-FFF2-40B4-BE49-F238E27FC236}">
                <a16:creationId xmlns:a16="http://schemas.microsoft.com/office/drawing/2014/main" id="{35B41699-E38A-4EC3-AAF7-DAB8C924F172}"/>
              </a:ext>
            </a:extLst>
          </p:cNvPr>
          <p:cNvSpPr>
            <a:spLocks xmlns:a="http://schemas.openxmlformats.org/drawingml/2006/main" noGrp="1"/>
          </p:cNvSpPr>
          <p:nvPr/>
        </p:nvSpPr>
        <p:spPr>
          <a:xfrm xmlns:a="http://schemas.openxmlformats.org/drawingml/2006/main">
            <a:off x="666750" y="12573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18 exercises</a:t>
            </a:r>
          </a:p>
        </p:txBody>
      </p:sp>
      <p:sp>
        <p:nvSpPr>
          <p:cNvPr id="4" name="topic-0">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B72944E-02D5-43D2-AF60-42B9CBF21B4D}"/>
              </a:ext>
            </a:extLst>
          </p:cNvPr>
          <p:cNvSpPr>
            <a:spLocks xmlns:a="http://schemas.openxmlformats.org/drawingml/2006/main" noGrp="1"/>
          </p:cNvSpPr>
          <p:nvPr/>
        </p:nvSpPr>
        <p:spPr>
          <a:xfrm xmlns:a="http://schemas.openxmlformats.org/drawingml/2006/main">
            <a:off x="666750" y="1857375"/>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Signals and Systems</a:t>
            </a:r>
          </a:p>
        </p:txBody>
      </p:sp>
      <p:sp>
        <p:nvSpPr>
          <p:cNvPr id="5" name="range-0">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0C946FD-AA84-4821-A9D2-53B86860E613}"/>
              </a:ext>
            </a:extLst>
          </p:cNvPr>
          <p:cNvSpPr>
            <a:spLocks xmlns:a="http://schemas.openxmlformats.org/drawingml/2006/main" noGrp="1"/>
          </p:cNvSpPr>
          <p:nvPr/>
        </p:nvSpPr>
        <p:spPr>
          <a:xfrm xmlns:a="http://schemas.openxmlformats.org/drawingml/2006/main">
            <a:off x="8286750" y="18573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Exercises 1 - 5</a:t>
            </a:r>
          </a:p>
        </p:txBody>
      </p:sp>
      <p:sp>
        <p:nvSpPr>
          <p:cNvPr id="6" name="topic-1">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65535F0-600A-4225-83CA-C90ED2764DEB}"/>
              </a:ext>
            </a:extLst>
          </p:cNvPr>
          <p:cNvSpPr>
            <a:spLocks xmlns:a="http://schemas.openxmlformats.org/drawingml/2006/main" noGrp="1"/>
          </p:cNvSpPr>
          <p:nvPr/>
        </p:nvSpPr>
        <p:spPr>
          <a:xfrm xmlns:a="http://schemas.openxmlformats.org/drawingml/2006/main">
            <a:off x="666750" y="2324100"/>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AM and DSB-SC</a:t>
            </a:r>
          </a:p>
        </p:txBody>
      </p:sp>
      <p:sp>
        <p:nvSpPr>
          <p:cNvPr id="7" name="range-1">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994D020F-149C-45C1-973A-562CC4BF6247}"/>
              </a:ext>
            </a:extLst>
          </p:cNvPr>
          <p:cNvSpPr>
            <a:spLocks xmlns:a="http://schemas.openxmlformats.org/drawingml/2006/main" noGrp="1"/>
          </p:cNvSpPr>
          <p:nvPr/>
        </p:nvSpPr>
        <p:spPr>
          <a:xfrm xmlns:a="http://schemas.openxmlformats.org/drawingml/2006/main">
            <a:off x="8286750" y="2324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Exercises 6 - 8</a:t>
            </a:r>
          </a:p>
        </p:txBody>
      </p:sp>
      <p:sp>
        <p:nvSpPr>
          <p:cNvPr id="8" name="topic-2">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F5646D06-CA72-42B6-B5BF-361FD338464D}"/>
              </a:ext>
            </a:extLst>
          </p:cNvPr>
          <p:cNvSpPr>
            <a:spLocks xmlns:a="http://schemas.openxmlformats.org/drawingml/2006/main" noGrp="1"/>
          </p:cNvSpPr>
          <p:nvPr/>
        </p:nvSpPr>
        <p:spPr>
          <a:xfrm xmlns:a="http://schemas.openxmlformats.org/drawingml/2006/main">
            <a:off x="666750" y="2790825"/>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SSB and QAM</a:t>
            </a:r>
          </a:p>
        </p:txBody>
      </p:sp>
      <p:sp>
        <p:nvSpPr>
          <p:cNvPr id="9" name="range-2">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CD6E30CE-43DB-470D-837A-000F37D1254F}"/>
              </a:ext>
            </a:extLst>
          </p:cNvPr>
          <p:cNvSpPr>
            <a:spLocks xmlns:a="http://schemas.openxmlformats.org/drawingml/2006/main" noGrp="1"/>
          </p:cNvSpPr>
          <p:nvPr/>
        </p:nvSpPr>
        <p:spPr>
          <a:xfrm xmlns:a="http://schemas.openxmlformats.org/drawingml/2006/main">
            <a:off x="8286750" y="279082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Exercises 9 - 11</a:t>
            </a:r>
          </a:p>
        </p:txBody>
      </p:sp>
      <p:sp>
        <p:nvSpPr>
          <p:cNvPr id="10" name="topic-3">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6A5237FB-C585-4685-99DE-0F87BB15BFFB}"/>
              </a:ext>
            </a:extLst>
          </p:cNvPr>
          <p:cNvSpPr>
            <a:spLocks xmlns:a="http://schemas.openxmlformats.org/drawingml/2006/main" noGrp="1"/>
          </p:cNvSpPr>
          <p:nvPr/>
        </p:nvSpPr>
        <p:spPr>
          <a:xfrm xmlns:a="http://schemas.openxmlformats.org/drawingml/2006/main">
            <a:off x="666750" y="3257550"/>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FDM and Frequency Translation</a:t>
            </a:r>
          </a:p>
        </p:txBody>
      </p:sp>
      <p:sp>
        <p:nvSpPr>
          <p:cNvPr id="11" name="range-3">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5AD87735-A9C8-42C0-82F5-D14F3DF52022}"/>
              </a:ext>
            </a:extLst>
          </p:cNvPr>
          <p:cNvSpPr>
            <a:spLocks xmlns:a="http://schemas.openxmlformats.org/drawingml/2006/main" noGrp="1"/>
          </p:cNvSpPr>
          <p:nvPr/>
        </p:nvSpPr>
        <p:spPr>
          <a:xfrm xmlns:a="http://schemas.openxmlformats.org/drawingml/2006/main">
            <a:off x="8286750" y="325755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Exercises 12</a:t>
            </a:r>
          </a:p>
        </p:txBody>
      </p:sp>
      <p:sp>
        <p:nvSpPr>
          <p:cNvPr id="12" name="topic-4">
            <ns0:hlinkClick xmlns:ns0="http://schemas.openxmlformats.org/drawingml/2006/main" xmlns:ns1="http://schemas.openxmlformats.org/officeDocument/2006/relationships" ns1:id="rIdNav9" action="ppaction://hlinksldjump"/>
            <a:extLst xmlns:a="http://schemas.openxmlformats.org/drawingml/2006/main">
              <a:ext uri="{FF2B5EF4-FFF2-40B4-BE49-F238E27FC236}">
                <a16:creationId xmlns:a16="http://schemas.microsoft.com/office/drawing/2014/main" id="{DDE37D15-608F-41DD-A1AA-DD6B2C16BEAB}"/>
              </a:ext>
            </a:extLst>
          </p:cNvPr>
          <p:cNvSpPr>
            <a:spLocks xmlns:a="http://schemas.openxmlformats.org/drawingml/2006/main" noGrp="1"/>
          </p:cNvSpPr>
          <p:nvPr/>
        </p:nvSpPr>
        <p:spPr>
          <a:xfrm xmlns:a="http://schemas.openxmlformats.org/drawingml/2006/main">
            <a:off x="666750" y="3724275"/>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PM and FM</a:t>
            </a:r>
          </a:p>
        </p:txBody>
      </p:sp>
      <p:sp>
        <p:nvSpPr>
          <p:cNvPr id="13" name="range-4">
            <ns0:hlinkClick xmlns:ns0="http://schemas.openxmlformats.org/drawingml/2006/main" xmlns:ns1="http://schemas.openxmlformats.org/officeDocument/2006/relationships" ns1:id="rIdNav10" action="ppaction://hlinksldjump"/>
            <a:extLst xmlns:a="http://schemas.openxmlformats.org/drawingml/2006/main">
              <a:ext uri="{FF2B5EF4-FFF2-40B4-BE49-F238E27FC236}">
                <a16:creationId xmlns:a16="http://schemas.microsoft.com/office/drawing/2014/main" id="{746C9472-49F6-4466-8173-5F5D1B545460}"/>
              </a:ext>
            </a:extLst>
          </p:cNvPr>
          <p:cNvSpPr>
            <a:spLocks xmlns:a="http://schemas.openxmlformats.org/drawingml/2006/main" noGrp="1"/>
          </p:cNvSpPr>
          <p:nvPr/>
        </p:nvSpPr>
        <p:spPr>
          <a:xfrm xmlns:a="http://schemas.openxmlformats.org/drawingml/2006/main">
            <a:off x="8286750" y="37242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Exercises 13 - 15</a:t>
            </a:r>
          </a:p>
        </p:txBody>
      </p:sp>
      <p:sp>
        <p:nvSpPr>
          <p:cNvPr id="14" name="topic-5">
            <ns0:hlinkClick xmlns:ns0="http://schemas.openxmlformats.org/drawingml/2006/main" xmlns:ns1="http://schemas.openxmlformats.org/officeDocument/2006/relationships" ns1:id="rIdNav11" action="ppaction://hlinksldjump"/>
            <a:extLst xmlns:a="http://schemas.openxmlformats.org/drawingml/2006/main">
              <a:ext uri="{FF2B5EF4-FFF2-40B4-BE49-F238E27FC236}">
                <a16:creationId xmlns:a16="http://schemas.microsoft.com/office/drawing/2014/main" id="{18A2D3AF-23AC-45DC-84CD-C0C7915DEED8}"/>
              </a:ext>
            </a:extLst>
          </p:cNvPr>
          <p:cNvSpPr>
            <a:spLocks xmlns:a="http://schemas.openxmlformats.org/drawingml/2006/main" noGrp="1"/>
          </p:cNvSpPr>
          <p:nvPr/>
        </p:nvSpPr>
        <p:spPr>
          <a:xfrm xmlns:a="http://schemas.openxmlformats.org/drawingml/2006/main">
            <a:off x="666750" y="4191000"/>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PAM and Sampling</a:t>
            </a:r>
          </a:p>
        </p:txBody>
      </p:sp>
      <p:sp>
        <p:nvSpPr>
          <p:cNvPr id="15" name="range-5">
            <ns0:hlinkClick xmlns:ns0="http://schemas.openxmlformats.org/drawingml/2006/main" xmlns:ns1="http://schemas.openxmlformats.org/officeDocument/2006/relationships" ns1:id="rIdNav12" action="ppaction://hlinksldjump"/>
            <a:extLst xmlns:a="http://schemas.openxmlformats.org/drawingml/2006/main">
              <a:ext uri="{FF2B5EF4-FFF2-40B4-BE49-F238E27FC236}">
                <a16:creationId xmlns:a16="http://schemas.microsoft.com/office/drawing/2014/main" id="{C4C0588A-7DD2-428E-BF8E-72A75FE16159}"/>
              </a:ext>
            </a:extLst>
          </p:cNvPr>
          <p:cNvSpPr>
            <a:spLocks xmlns:a="http://schemas.openxmlformats.org/drawingml/2006/main" noGrp="1"/>
          </p:cNvSpPr>
          <p:nvPr/>
        </p:nvSpPr>
        <p:spPr>
          <a:xfrm xmlns:a="http://schemas.openxmlformats.org/drawingml/2006/main">
            <a:off x="8286750" y="41910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Exercises 16 - 18</a:t>
            </a:r>
          </a:p>
        </p:txBody>
      </p:sp>
      <p:sp>
        <p:nvSpPr>
          <p:cNvPr id="16" name="review-back">
            <ns0:hlinkClick xmlns:ns0="http://schemas.openxmlformats.org/drawingml/2006/main" xmlns:ns1="http://schemas.openxmlformats.org/officeDocument/2006/relationships" ns1:id="rIdNav13" action="ppaction://hlinksldjump"/>
            <a:extLst xmlns:a="http://schemas.openxmlformats.org/drawingml/2006/main">
              <a:ext uri="{FF2B5EF4-FFF2-40B4-BE49-F238E27FC236}">
                <a16:creationId xmlns:a16="http://schemas.microsoft.com/office/drawing/2014/main" id="{6053BDEB-0DC3-4077-BAF7-8B6A4EE0E74E}"/>
              </a:ext>
            </a:extLst>
          </p:cNvPr>
          <p:cNvSpPr>
            <a:spLocks xmlns:a="http://schemas.openxmlformats.org/drawingml/2006/main" noGrp="1"/>
          </p:cNvSpPr>
          <p:nvPr/>
        </p:nvSpPr>
        <p:spPr>
          <a:xfrm xmlns:a="http://schemas.openxmlformats.org/drawingml/2006/main">
            <a:off x="9858375" y="276225"/>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Back to s(t)</a:t>
            </a:r>
          </a:p>
        </p:txBody>
      </p:sp>
    </p:spTree>
    <p:extLst>
      <p:ext uri="{BB962C8B-B14F-4D97-AF65-F5344CB8AC3E}">
        <p14:creationId xmlns:p14="http://schemas.microsoft.com/office/powerpoint/2010/main" val="19970132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 Fourier Transform by Direct Integration (1/3)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8F7EF01-EDC6-4174-9E2F-E1317C7D1498}"/>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C8F7BDD6-91F2-4ACE-8284-7C49EC884C6B}"/>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D004098E-87F9-468B-A07B-BA102BBAC4FD}"/>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Find the Fourier transform of the following signal using direct integration, and sketch its magnitude spectrum. T &gt; 0 is the window</a:t>
            </a:r>
          </a:p>
        </p:txBody>
      </p:sp>
      <p:sp>
        <p:nvSpPr>
          <p:cNvPr id="7" name="content-2">
            <a:extLst xmlns:a="http://schemas.openxmlformats.org/drawingml/2006/main">
              <a:ext uri="{FF2B5EF4-FFF2-40B4-BE49-F238E27FC236}">
                <a16:creationId xmlns:a16="http://schemas.microsoft.com/office/drawing/2014/main" id="{8EADE100-437D-4881-87A0-52FFD79BFF67}"/>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duration; A is real.</a:t>
            </a:r>
          </a:p>
        </p:txBody>
      </p:sp>
      <p:pic>
        <p:nvPicPr>
          <p:cNvPr id="8" name="content-4" descr="Redrawn exercise diagram; not a source-page screenshot.">
            <a:extLst xmlns:a="http://schemas.openxmlformats.org/drawingml/2006/main">
              <a:ext uri="{FF2B5EF4-FFF2-40B4-BE49-F238E27FC236}">
                <a16:creationId xmlns:a16="http://schemas.microsoft.com/office/drawing/2014/main" id="{52ABC884-F9B7-4411-9933-9F2F3170FA0C}"/>
              </a:ext>
            </a:extLst>
          </p:cNvPr>
          <p:cNvPicPr>
            <a:picLocks xmlns:a="http://schemas.openxmlformats.org/drawingml/2006/main" noChangeAspect="1"/>
          </p:cNvPicPr>
          <p:nvPr/>
        </p:nvPicPr>
        <p:blipFill>
          <a:blip xmlns:r="http://schemas.openxmlformats.org/officeDocument/2006/relationships" xmlns:a="http://schemas.openxmlformats.org/drawingml/2006/main" r:embed="R2cb97545fd2c4f40"/>
          <a:stretch xmlns:a="http://schemas.openxmlformats.org/drawingml/2006/main"/>
        </p:blipFill>
        <p:spPr>
          <a:xfrm xmlns:a="http://schemas.openxmlformats.org/drawingml/2006/main">
            <a:off x="2752725" y="2771775"/>
            <a:ext cx="6781800" cy="1695450"/>
          </a:xfrm>
          <a:prstGeom xmlns:a="http://schemas.openxmlformats.org/drawingml/2006/main" prst="rect">
            <a:avLst/>
          </a:prstGeom>
        </p:spPr>
      </p:pic>
      <p:pic>
        <p:nvPicPr>
          <p:cNvPr id="9" name="content-3" descr="x(t)=\begin{cases}A\cos(10\pi t/T),&amp;|t|&lt;T/2,\\0,&amp;|t|\geq T/2.\end{cases}">
            <a:extLst xmlns:a="http://schemas.openxmlformats.org/drawingml/2006/main">
              <a:ext uri="{FF2B5EF4-FFF2-40B4-BE49-F238E27FC236}">
                <a16:creationId xmlns:a16="http://schemas.microsoft.com/office/drawing/2014/main" id="{E407A99D-7A5A-43A2-826C-9B4EFA5E0A2E}"/>
              </a:ext>
            </a:extLst>
          </p:cNvPr>
          <p:cNvPicPr>
            <a:picLocks xmlns:a="http://schemas.openxmlformats.org/drawingml/2006/main" noChangeAspect="1"/>
          </p:cNvPicPr>
          <p:nvPr/>
        </p:nvPicPr>
        <p:blipFill>
          <a:blip xmlns:r="http://schemas.openxmlformats.org/officeDocument/2006/relationships" xmlns:a="http://schemas.openxmlformats.org/drawingml/2006/main" r:embed="R7339d2afa53343b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068116"/>
            <a:ext cx="3352800" cy="569119"/>
          </a:xfrm>
          <a:prstGeom xmlns:a="http://schemas.openxmlformats.org/drawingml/2006/main" prst="rect">
            <a:avLst/>
          </a:prstGeom>
        </p:spPr>
      </p:pic>
    </p:spTree>
    <p:extLst>
      <p:ext uri="{BB962C8B-B14F-4D97-AF65-F5344CB8AC3E}">
        <p14:creationId xmlns:p14="http://schemas.microsoft.com/office/powerpoint/2010/main" val="157827299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 Fourier Transform by Direct Integration (2/3)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8487619-93A7-444B-8425-22427BF8AB3C}"/>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1">
            <a:extLst xmlns:a="http://schemas.openxmlformats.org/drawingml/2006/main">
              <a:ext uri="{FF2B5EF4-FFF2-40B4-BE49-F238E27FC236}">
                <a16:creationId xmlns:a16="http://schemas.microsoft.com/office/drawing/2014/main" id="{0F675548-40C7-4CBD-90BA-ED07F1988CE9}"/>
              </a:ext>
            </a:extLst>
          </p:cNvPr>
          <p:cNvSpPr>
            <a:spLocks xmlns:a="http://schemas.openxmlformats.org/drawingml/2006/main" noGrp="1"/>
          </p:cNvSpPr>
          <p:nvPr/>
        </p:nvSpPr>
        <p:spPr>
          <a:xfrm xmlns:a="http://schemas.openxmlformats.org/drawingml/2006/main">
            <a:off x="666750" y="16764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6" name="content-1-line">
            <a:extLst xmlns:a="http://schemas.openxmlformats.org/drawingml/2006/main">
              <a:ext uri="{FF2B5EF4-FFF2-40B4-BE49-F238E27FC236}">
                <a16:creationId xmlns:a16="http://schemas.microsoft.com/office/drawing/2014/main" id="{D16C1B23-5DB5-4BA9-8372-90F838270E30}"/>
              </a:ext>
            </a:extLst>
          </p:cNvPr>
          <p:cNvSpPr>
            <a:spLocks xmlns:a="http://schemas.openxmlformats.org/drawingml/2006/main" noGrp="1"/>
          </p:cNvSpPr>
          <p:nvPr/>
        </p:nvSpPr>
        <p:spPr>
          <a:xfrm xmlns:a="http://schemas.openxmlformats.org/drawingml/2006/main">
            <a:off x="1762125" y="1819275"/>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7" name="content-2">
            <a:extLst xmlns:a="http://schemas.openxmlformats.org/drawingml/2006/main">
              <a:ext uri="{FF2B5EF4-FFF2-40B4-BE49-F238E27FC236}">
                <a16:creationId xmlns:a16="http://schemas.microsoft.com/office/drawing/2014/main" id="{878CC18A-407F-41D6-A84C-9D12768764B8}"/>
              </a:ext>
            </a:extLst>
          </p:cNvPr>
          <p:cNvSpPr>
            <a:spLocks xmlns:a="http://schemas.openxmlformats.org/drawingml/2006/main" noGrp="1"/>
          </p:cNvSpPr>
          <p:nvPr/>
        </p:nvSpPr>
        <p:spPr>
          <a:xfrm xmlns:a="http://schemas.openxmlformats.org/drawingml/2006/main">
            <a:off x="666750" y="19335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Integrate only over the nonzero window and write the cosine as two complex exponentials.</a:t>
            </a:r>
          </a:p>
        </p:txBody>
      </p:sp>
      <p:sp>
        <p:nvSpPr>
          <p:cNvPr id="8" name="content-6">
            <a:extLst xmlns:a="http://schemas.openxmlformats.org/drawingml/2006/main">
              <a:ext uri="{FF2B5EF4-FFF2-40B4-BE49-F238E27FC236}">
                <a16:creationId xmlns:a16="http://schemas.microsoft.com/office/drawing/2014/main" id="{8CEF44D1-B6A1-48F7-B61B-C7AA534F8D53}"/>
              </a:ext>
            </a:extLst>
          </p:cNvPr>
          <p:cNvSpPr>
            <a:spLocks xmlns:a="http://schemas.openxmlformats.org/drawingml/2006/main" noGrp="1"/>
          </p:cNvSpPr>
          <p:nvPr/>
        </p:nvSpPr>
        <p:spPr>
          <a:xfrm xmlns:a="http://schemas.openxmlformats.org/drawingml/2006/main">
            <a:off x="666750" y="3438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each shifted frequency a, the integration limits produce a sine divided by its argument. At a = 0 use the continuous limit.</a:t>
            </a:r>
          </a:p>
        </p:txBody>
      </p:sp>
      <p:pic>
        <p:nvPicPr>
          <p:cNvPr id="9" name="content-0" descr="X(f)=\int_{-\infty}^{\infty}x(t)e^{-j2\pi ft}\,dt,\qquad \operatorname{sinc}(u)=\frac{\sin(\pi u)}{\pi u}.">
            <a:extLst xmlns:a="http://schemas.openxmlformats.org/drawingml/2006/main">
              <a:ext uri="{FF2B5EF4-FFF2-40B4-BE49-F238E27FC236}">
                <a16:creationId xmlns:a16="http://schemas.microsoft.com/office/drawing/2014/main" id="{FAA38720-678B-4B3B-9B2F-9B5CD8CC1868}"/>
              </a:ext>
            </a:extLst>
          </p:cNvPr>
          <p:cNvPicPr>
            <a:picLocks xmlns:a="http://schemas.openxmlformats.org/drawingml/2006/main" noChangeAspect="1"/>
          </p:cNvPicPr>
          <p:nvPr/>
        </p:nvPicPr>
        <p:blipFill>
          <a:blip xmlns:r="http://schemas.openxmlformats.org/officeDocument/2006/relationships" xmlns:a="http://schemas.openxmlformats.org/drawingml/2006/main" r:embed="R889f765b0f784be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306116"/>
            <a:ext cx="4514850" cy="283369"/>
          </a:xfrm>
          <a:prstGeom xmlns:a="http://schemas.openxmlformats.org/drawingml/2006/main" prst="rect">
            <a:avLst/>
          </a:prstGeom>
        </p:spPr>
      </p:pic>
      <p:pic>
        <p:nvPicPr>
          <p:cNvPr id="10" name="content-3" descr="X(f)=A\int_{-T/2}^{T/2}\cos(10\pi t/T)e^{-j2\pi ft}\,dt.">
            <a:extLst xmlns:a="http://schemas.openxmlformats.org/drawingml/2006/main">
              <a:ext uri="{FF2B5EF4-FFF2-40B4-BE49-F238E27FC236}">
                <a16:creationId xmlns:a16="http://schemas.microsoft.com/office/drawing/2014/main" id="{F193C2B6-CF42-404F-B1E5-53743E17B2F5}"/>
              </a:ext>
            </a:extLst>
          </p:cNvPr>
          <p:cNvPicPr>
            <a:picLocks xmlns:a="http://schemas.openxmlformats.org/drawingml/2006/main" noChangeAspect="1"/>
          </p:cNvPicPr>
          <p:nvPr/>
        </p:nvPicPr>
        <p:blipFill>
          <a:blip xmlns:r="http://schemas.openxmlformats.org/officeDocument/2006/relationships" xmlns:a="http://schemas.openxmlformats.org/drawingml/2006/main" r:embed="Rfad56c085bb34bd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218134"/>
            <a:ext cx="3543300" cy="307181"/>
          </a:xfrm>
          <a:prstGeom xmlns:a="http://schemas.openxmlformats.org/drawingml/2006/main" prst="rect">
            <a:avLst/>
          </a:prstGeom>
        </p:spPr>
      </p:pic>
      <p:pic>
        <p:nvPicPr>
          <p:cNvPr id="11" name="content-4" descr="\cos(10\pi t/T)=\tfrac12\left(e^{j2\pi(5/T)t}+e^{-j2\pi(5/T)t}\right).">
            <a:extLst xmlns:a="http://schemas.openxmlformats.org/drawingml/2006/main">
              <a:ext uri="{FF2B5EF4-FFF2-40B4-BE49-F238E27FC236}">
                <a16:creationId xmlns:a16="http://schemas.microsoft.com/office/drawing/2014/main" id="{F468F0F0-FE2D-48D9-8D9F-4EAF59EB4370}"/>
              </a:ext>
            </a:extLst>
          </p:cNvPr>
          <p:cNvPicPr>
            <a:picLocks xmlns:a="http://schemas.openxmlformats.org/drawingml/2006/main" noChangeAspect="1"/>
          </p:cNvPicPr>
          <p:nvPr/>
        </p:nvPicPr>
        <p:blipFill>
          <a:blip xmlns:r="http://schemas.openxmlformats.org/officeDocument/2006/relationships" xmlns:a="http://schemas.openxmlformats.org/drawingml/2006/main" r:embed="R09d36bce31304e3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2661047"/>
            <a:ext cx="3981450" cy="240506"/>
          </a:xfrm>
          <a:prstGeom xmlns:a="http://schemas.openxmlformats.org/drawingml/2006/main" prst="rect">
            <a:avLst/>
          </a:prstGeom>
        </p:spPr>
      </p:pic>
      <p:pic>
        <p:nvPicPr>
          <p:cNvPr id="12" name="content-5" descr="X(f)=\frac A2\sum_{\sigma\in\{-1,1\}}\int_{-T/2}^{T/2}e^{-j2\pi(f-\sigma5/T)t}\,dt.">
            <a:extLst xmlns:a="http://schemas.openxmlformats.org/drawingml/2006/main">
              <a:ext uri="{FF2B5EF4-FFF2-40B4-BE49-F238E27FC236}">
                <a16:creationId xmlns:a16="http://schemas.microsoft.com/office/drawing/2014/main" id="{5EFA8D7E-3823-4195-BE8D-304F81F0D796}"/>
              </a:ext>
            </a:extLst>
          </p:cNvPr>
          <p:cNvPicPr>
            <a:picLocks xmlns:a="http://schemas.openxmlformats.org/drawingml/2006/main" noChangeAspect="1"/>
          </p:cNvPicPr>
          <p:nvPr/>
        </p:nvPicPr>
        <p:blipFill>
          <a:blip xmlns:r="http://schemas.openxmlformats.org/officeDocument/2006/relationships" xmlns:a="http://schemas.openxmlformats.org/drawingml/2006/main" r:embed="R5560adeb14fa455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037880"/>
            <a:ext cx="4076700" cy="305991"/>
          </a:xfrm>
          <a:prstGeom xmlns:a="http://schemas.openxmlformats.org/drawingml/2006/main" prst="rect">
            <a:avLst/>
          </a:prstGeom>
        </p:spPr>
      </p:pic>
      <p:pic>
        <p:nvPicPr>
          <p:cNvPr id="13" name="content-7" descr="\int_{-T/2}^{T/2}e^{-j2\pi at}\,dt=\left[\frac{e^{-j2\pi at}}{-j2\pi a}\right]_{-T/2}^{T/2}=\frac{\sin(\pi aT)}{\pi a}=T\operatorname{sinc}(aT).">
            <a:extLst xmlns:a="http://schemas.openxmlformats.org/drawingml/2006/main">
              <a:ext uri="{FF2B5EF4-FFF2-40B4-BE49-F238E27FC236}">
                <a16:creationId xmlns:a16="http://schemas.microsoft.com/office/drawing/2014/main" id="{022A3198-785E-4C7B-8D66-187FFB76D764}"/>
              </a:ext>
            </a:extLst>
          </p:cNvPr>
          <p:cNvPicPr>
            <a:picLocks xmlns:a="http://schemas.openxmlformats.org/drawingml/2006/main" noChangeAspect="1"/>
          </p:cNvPicPr>
          <p:nvPr/>
        </p:nvPicPr>
        <p:blipFill>
          <a:blip xmlns:r="http://schemas.openxmlformats.org/officeDocument/2006/relationships" xmlns:a="http://schemas.openxmlformats.org/drawingml/2006/main" r:embed="Rec84fb09fa6e440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81050" y="3743920"/>
            <a:ext cx="5257800" cy="436959"/>
          </a:xfrm>
          <a:prstGeom xmlns:a="http://schemas.openxmlformats.org/drawingml/2006/main" prst="rect">
            <a:avLst/>
          </a:prstGeom>
        </p:spPr>
      </p:pic>
      <p:pic>
        <p:nvPicPr>
          <p:cNvPr id="14" name="content-8" descr="X(f)=\frac{AT}{2}\left[\operatorname{sinc}(fT-5)+\operatorname{sinc}(fT+5)\right].">
            <a:extLst xmlns:a="http://schemas.openxmlformats.org/drawingml/2006/main">
              <a:ext uri="{FF2B5EF4-FFF2-40B4-BE49-F238E27FC236}">
                <a16:creationId xmlns:a16="http://schemas.microsoft.com/office/drawing/2014/main" id="{F22C2295-2A47-49E9-93B5-48D3A2DBFECB}"/>
              </a:ext>
            </a:extLst>
          </p:cNvPr>
          <p:cNvPicPr>
            <a:picLocks xmlns:a="http://schemas.openxmlformats.org/drawingml/2006/main" noChangeAspect="1"/>
          </p:cNvPicPr>
          <p:nvPr/>
        </p:nvPicPr>
        <p:blipFill>
          <a:blip xmlns:r="http://schemas.openxmlformats.org/officeDocument/2006/relationships" xmlns:a="http://schemas.openxmlformats.org/drawingml/2006/main" r:embed="R8b959d019b26405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81050" y="4336256"/>
            <a:ext cx="3771900" cy="242888"/>
          </a:xfrm>
          <a:prstGeom xmlns:a="http://schemas.openxmlformats.org/drawingml/2006/main" prst="rect">
            <a:avLst/>
          </a:prstGeom>
        </p:spPr>
      </p:pic>
    </p:spTree>
    <p:extLst>
      <p:ext uri="{BB962C8B-B14F-4D97-AF65-F5344CB8AC3E}">
        <p14:creationId xmlns:p14="http://schemas.microsoft.com/office/powerpoint/2010/main" val="192659950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 Fourier Transform by Direct Integration (3/3)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D6817DC-FE0F-41D9-B15C-ACC30BA0685E}"/>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1" descr="Redrawn exercise diagram; not a source-page screenshot.">
            <a:extLst xmlns:a="http://schemas.openxmlformats.org/drawingml/2006/main">
              <a:ext uri="{FF2B5EF4-FFF2-40B4-BE49-F238E27FC236}">
                <a16:creationId xmlns:a16="http://schemas.microsoft.com/office/drawing/2014/main" id="{ABD2E234-8A37-4CC4-BE92-FD27B8B55A7C}"/>
              </a:ext>
            </a:extLst>
          </p:cNvPr>
          <p:cNvPicPr>
            <a:picLocks xmlns:a="http://schemas.openxmlformats.org/drawingml/2006/main" noChangeAspect="1"/>
          </p:cNvPicPr>
          <p:nvPr/>
        </p:nvPicPr>
        <p:blipFill>
          <a:blip xmlns:r="http://schemas.openxmlformats.org/officeDocument/2006/relationships" xmlns:a="http://schemas.openxmlformats.org/drawingml/2006/main" r:embed="R00478a5fce454c25"/>
          <a:stretch xmlns:a="http://schemas.openxmlformats.org/drawingml/2006/main"/>
        </p:blipFill>
        <p:spPr>
          <a:xfrm xmlns:a="http://schemas.openxmlformats.org/drawingml/2006/main">
            <a:off x="2600325" y="1657350"/>
            <a:ext cx="7086600" cy="1771650"/>
          </a:xfrm>
          <a:prstGeom xmlns:a="http://schemas.openxmlformats.org/drawingml/2006/main" prst="rect">
            <a:avLst/>
          </a:prstGeom>
        </p:spPr>
      </p:pic>
      <p:sp>
        <p:nvSpPr>
          <p:cNvPr id="6" name="content-2">
            <a:extLst xmlns:a="http://schemas.openxmlformats.org/drawingml/2006/main">
              <a:ext uri="{FF2B5EF4-FFF2-40B4-BE49-F238E27FC236}">
                <a16:creationId xmlns:a16="http://schemas.microsoft.com/office/drawing/2014/main" id="{705CD407-627D-4BD4-A6E7-59F50FA3C003}"/>
              </a:ext>
            </a:extLst>
          </p:cNvPr>
          <p:cNvSpPr>
            <a:spLocks xmlns:a="http://schemas.openxmlformats.org/drawingml/2006/main" noGrp="1"/>
          </p:cNvSpPr>
          <p:nvPr/>
        </p:nvSpPr>
        <p:spPr>
          <a:xfrm xmlns:a="http://schemas.openxmlformats.org/drawingml/2006/main">
            <a:off x="666750" y="34861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sketch is even, has dominant lobes near +/-5/T and nonzero sidelobes extending indefinitely. X(0) = 0 and X(+/-5/T) = AT/2. In the</a:t>
            </a:r>
          </a:p>
        </p:txBody>
      </p:sp>
      <p:sp>
        <p:nvSpPr>
          <p:cNvPr id="7" name="content-3">
            <a:extLst xmlns:a="http://schemas.openxmlformats.org/drawingml/2006/main">
              <a:ext uri="{FF2B5EF4-FFF2-40B4-BE49-F238E27FC236}">
                <a16:creationId xmlns:a16="http://schemas.microsoft.com/office/drawing/2014/main" id="{E90BA131-2F35-47AC-8843-DBAD2040E1D0}"/>
              </a:ext>
            </a:extLst>
          </p:cNvPr>
          <p:cNvSpPr>
            <a:spLocks xmlns:a="http://schemas.openxmlformats.org/drawingml/2006/main" noGrp="1"/>
          </p:cNvSpPr>
          <p:nvPr/>
        </p:nvSpPr>
        <p:spPr>
          <a:xfrm xmlns:a="http://schemas.openxmlformats.org/drawingml/2006/main">
            <a:off x="666750" y="37147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normalized coordinate u = fT, every integer except +/-5 is a zero. The two signed sinc functions must be added before taking the</a:t>
            </a:r>
          </a:p>
        </p:txBody>
      </p:sp>
      <p:sp>
        <p:nvSpPr>
          <p:cNvPr id="8" name="content-4">
            <a:extLst xmlns:a="http://schemas.openxmlformats.org/drawingml/2006/main">
              <a:ext uri="{FF2B5EF4-FFF2-40B4-BE49-F238E27FC236}">
                <a16:creationId xmlns:a16="http://schemas.microsoft.com/office/drawing/2014/main" id="{9C02848F-060B-4830-85DA-FBC305470907}"/>
              </a:ext>
            </a:extLst>
          </p:cNvPr>
          <p:cNvSpPr>
            <a:spLocks xmlns:a="http://schemas.openxmlformats.org/drawingml/2006/main" noGrp="1"/>
          </p:cNvSpPr>
          <p:nvPr/>
        </p:nvSpPr>
        <p:spPr>
          <a:xfrm xmlns:a="http://schemas.openxmlformats.org/drawingml/2006/main">
            <a:off x="666750" y="3943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magnitude; adding their separate magnitudes is incorrect. The marked value at u = +/-5 is not a claim that the exact global maxima occur</a:t>
            </a:r>
          </a:p>
        </p:txBody>
      </p:sp>
      <p:sp>
        <p:nvSpPr>
          <p:cNvPr id="9" name="content-5">
            <a:extLst xmlns:a="http://schemas.openxmlformats.org/drawingml/2006/main">
              <a:ext uri="{FF2B5EF4-FFF2-40B4-BE49-F238E27FC236}">
                <a16:creationId xmlns:a16="http://schemas.microsoft.com/office/drawing/2014/main" id="{B01203A0-0722-4058-90B2-1456624E9E41}"/>
              </a:ext>
            </a:extLst>
          </p:cNvPr>
          <p:cNvSpPr>
            <a:spLocks xmlns:a="http://schemas.openxmlformats.org/drawingml/2006/main" noGrp="1"/>
          </p:cNvSpPr>
          <p:nvPr/>
        </p:nvSpPr>
        <p:spPr>
          <a:xfrm xmlns:a="http://schemas.openxmlformats.org/drawingml/2006/main">
            <a:off x="666750" y="4171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there.</a:t>
            </a:r>
          </a:p>
        </p:txBody>
      </p:sp>
      <p:sp>
        <p:nvSpPr>
          <p:cNvPr id="10" name="content-6">
            <a:extLst xmlns:a="http://schemas.openxmlformats.org/drawingml/2006/main">
              <a:ext uri="{FF2B5EF4-FFF2-40B4-BE49-F238E27FC236}">
                <a16:creationId xmlns:a16="http://schemas.microsoft.com/office/drawing/2014/main" id="{FF134681-9AB1-4D70-8746-60E95F51942D}"/>
              </a:ext>
            </a:extLst>
          </p:cNvPr>
          <p:cNvSpPr>
            <a:spLocks xmlns:a="http://schemas.openxmlformats.org/drawingml/2006/main" noGrp="1"/>
          </p:cNvSpPr>
          <p:nvPr/>
        </p:nvSpPr>
        <p:spPr>
          <a:xfrm xmlns:a="http://schemas.openxmlformats.org/drawingml/2006/main">
            <a:off x="666750" y="44005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Endpoint note: the printed signal assigns zero at +/-T/2. Any different rectangle convention at these isolated points leaves this Fourier</a:t>
            </a:r>
          </a:p>
        </p:txBody>
      </p:sp>
      <p:sp>
        <p:nvSpPr>
          <p:cNvPr id="11" name="content-7">
            <a:extLst xmlns:a="http://schemas.openxmlformats.org/drawingml/2006/main">
              <a:ext uri="{FF2B5EF4-FFF2-40B4-BE49-F238E27FC236}">
                <a16:creationId xmlns:a16="http://schemas.microsoft.com/office/drawing/2014/main" id="{759EBF5C-3899-429D-9059-01FA12C9DF8F}"/>
              </a:ext>
            </a:extLst>
          </p:cNvPr>
          <p:cNvSpPr>
            <a:spLocks xmlns:a="http://schemas.openxmlformats.org/drawingml/2006/main" noGrp="1"/>
          </p:cNvSpPr>
          <p:nvPr/>
        </p:nvSpPr>
        <p:spPr>
          <a:xfrm xmlns:a="http://schemas.openxmlformats.org/drawingml/2006/main">
            <a:off x="666750" y="46291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integral unchanged.</a:t>
            </a:r>
          </a:p>
        </p:txBody>
      </p:sp>
      <p:pic>
        <p:nvPicPr>
          <p:cNvPr id="12" name="content-0" descr="|X(f)|=\frac{|A|T}{2}\left|\operatorname{sinc}(fT-5)+\operatorname{sinc}(fT+5)\right|.">
            <a:extLst xmlns:a="http://schemas.openxmlformats.org/drawingml/2006/main">
              <a:ext uri="{FF2B5EF4-FFF2-40B4-BE49-F238E27FC236}">
                <a16:creationId xmlns:a16="http://schemas.microsoft.com/office/drawing/2014/main" id="{1B7BF6E3-8DF7-480F-B6F1-29111971173F}"/>
              </a:ext>
            </a:extLst>
          </p:cNvPr>
          <p:cNvPicPr>
            <a:picLocks xmlns:a="http://schemas.openxmlformats.org/drawingml/2006/main" noChangeAspect="1"/>
          </p:cNvPicPr>
          <p:nvPr/>
        </p:nvPicPr>
        <p:blipFill>
          <a:blip xmlns:r="http://schemas.openxmlformats.org/officeDocument/2006/relationships" xmlns:a="http://schemas.openxmlformats.org/drawingml/2006/main" r:embed="Rb3c99aea7d2242e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307306"/>
            <a:ext cx="4000500" cy="261938"/>
          </a:xfrm>
          <a:prstGeom xmlns:a="http://schemas.openxmlformats.org/drawingml/2006/main" prst="rect">
            <a:avLst/>
          </a:prstGeom>
        </p:spPr>
      </p:pic>
    </p:spTree>
    <p:extLst>
      <p:ext uri="{BB962C8B-B14F-4D97-AF65-F5344CB8AC3E}">
        <p14:creationId xmlns:p14="http://schemas.microsoft.com/office/powerpoint/2010/main" val="175044980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2: Fourier Pairs and Properties</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A24FFB9-8E58-4E56-BC3F-18E17C033DBF}"/>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4774D695-5556-46D1-8687-BC8815455B10}"/>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D3FDEA83-BAAF-4C43-A35E-06234E144455}"/>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Re-compute the Fourier transform of x(t) in Exercise 1, this time using Fourier-transform pairs and properties rather than direct</a:t>
            </a:r>
          </a:p>
        </p:txBody>
      </p:sp>
      <p:sp>
        <p:nvSpPr>
          <p:cNvPr id="7" name="content-2">
            <a:extLst xmlns:a="http://schemas.openxmlformats.org/drawingml/2006/main">
              <a:ext uri="{FF2B5EF4-FFF2-40B4-BE49-F238E27FC236}">
                <a16:creationId xmlns:a16="http://schemas.microsoft.com/office/drawing/2014/main" id="{91D414B8-F84C-4F3F-8B48-AFC17445E0D9}"/>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integration. The complete signal is repeated here for independent use.</a:t>
            </a:r>
          </a:p>
        </p:txBody>
      </p:sp>
      <p:sp>
        <p:nvSpPr>
          <p:cNvPr id="8" name="content-4">
            <a:extLst xmlns:a="http://schemas.openxmlformats.org/drawingml/2006/main">
              <a:ext uri="{FF2B5EF4-FFF2-40B4-BE49-F238E27FC236}">
                <a16:creationId xmlns:a16="http://schemas.microsoft.com/office/drawing/2014/main" id="{BEE4CE24-2AC2-4BD5-8309-CF9AACADDA30}"/>
              </a:ext>
            </a:extLst>
          </p:cNvPr>
          <p:cNvSpPr>
            <a:spLocks xmlns:a="http://schemas.openxmlformats.org/drawingml/2006/main" noGrp="1"/>
          </p:cNvSpPr>
          <p:nvPr/>
        </p:nvSpPr>
        <p:spPr>
          <a:xfrm xmlns:a="http://schemas.openxmlformats.org/drawingml/2006/main">
            <a:off x="666750" y="27717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9" name="content-4-line">
            <a:extLst xmlns:a="http://schemas.openxmlformats.org/drawingml/2006/main">
              <a:ext uri="{FF2B5EF4-FFF2-40B4-BE49-F238E27FC236}">
                <a16:creationId xmlns:a16="http://schemas.microsoft.com/office/drawing/2014/main" id="{8205F15C-5A31-477B-8D53-99E639187C00}"/>
              </a:ext>
            </a:extLst>
          </p:cNvPr>
          <p:cNvSpPr>
            <a:spLocks xmlns:a="http://schemas.openxmlformats.org/drawingml/2006/main" noGrp="1"/>
          </p:cNvSpPr>
          <p:nvPr/>
        </p:nvSpPr>
        <p:spPr>
          <a:xfrm xmlns:a="http://schemas.openxmlformats.org/drawingml/2006/main">
            <a:off x="1762125" y="29146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0" name="content-5">
            <a:extLst xmlns:a="http://schemas.openxmlformats.org/drawingml/2006/main">
              <a:ext uri="{FF2B5EF4-FFF2-40B4-BE49-F238E27FC236}">
                <a16:creationId xmlns:a16="http://schemas.microsoft.com/office/drawing/2014/main" id="{DC938ABF-695E-41BC-8C38-E7CE534145CA}"/>
              </a:ext>
            </a:extLst>
          </p:cNvPr>
          <p:cNvSpPr>
            <a:spLocks xmlns:a="http://schemas.openxmlformats.org/drawingml/2006/main" noGrp="1"/>
          </p:cNvSpPr>
          <p:nvPr/>
        </p:nvSpPr>
        <p:spPr>
          <a:xfrm xmlns:a="http://schemas.openxmlformats.org/drawingml/2006/main">
            <a:off x="666750" y="3028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Represent the signal as a rectangular window multiplied by a cosine whose frequency is 5/T.</a:t>
            </a:r>
          </a:p>
        </p:txBody>
      </p:sp>
      <p:sp>
        <p:nvSpPr>
          <p:cNvPr id="11" name="content-9">
            <a:extLst xmlns:a="http://schemas.openxmlformats.org/drawingml/2006/main">
              <a:ext uri="{FF2B5EF4-FFF2-40B4-BE49-F238E27FC236}">
                <a16:creationId xmlns:a16="http://schemas.microsoft.com/office/drawing/2014/main" id="{2F1D4E54-BED7-4109-BC27-D63AFB933CD5}"/>
              </a:ext>
            </a:extLst>
          </p:cNvPr>
          <p:cNvSpPr>
            <a:spLocks xmlns:a="http://schemas.openxmlformats.org/drawingml/2006/main" noGrp="1"/>
          </p:cNvSpPr>
          <p:nvPr/>
        </p:nvSpPr>
        <p:spPr>
          <a:xfrm xmlns:a="http://schemas.openxmlformats.org/drawingml/2006/main">
            <a:off x="666750" y="42862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Multiplication in time is convolution in frequency. Convolution with each impulse shifts the complete sinc function, including its sign.</a:t>
            </a:r>
          </a:p>
        </p:txBody>
      </p:sp>
      <p:sp>
        <p:nvSpPr>
          <p:cNvPr id="12" name="content-13">
            <a:extLst xmlns:a="http://schemas.openxmlformats.org/drawingml/2006/main">
              <a:ext uri="{FF2B5EF4-FFF2-40B4-BE49-F238E27FC236}">
                <a16:creationId xmlns:a16="http://schemas.microsoft.com/office/drawing/2014/main" id="{66DE4B31-F393-4C8A-AEFD-A82E407E3B30}"/>
              </a:ext>
            </a:extLst>
          </p:cNvPr>
          <p:cNvSpPr>
            <a:spLocks xmlns:a="http://schemas.openxmlformats.org/drawingml/2006/main" noGrp="1"/>
          </p:cNvSpPr>
          <p:nvPr/>
        </p:nvSpPr>
        <p:spPr>
          <a:xfrm xmlns:a="http://schemas.openxmlformats.org/drawingml/2006/main">
            <a:off x="666750" y="56197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This agrees with the direct-integration result.</a:t>
            </a:r>
          </a:p>
        </p:txBody>
      </p:sp>
      <p:pic>
        <p:nvPicPr>
          <p:cNvPr id="13" name="content-3" descr="x(t)=\begin{cases}A\cos(10\pi t/T),&amp;|t|&lt;T/2,\\0,&amp;|t|\geq T/2,\end{cases}\qquad T&gt;0.">
            <a:extLst xmlns:a="http://schemas.openxmlformats.org/drawingml/2006/main">
              <a:ext uri="{FF2B5EF4-FFF2-40B4-BE49-F238E27FC236}">
                <a16:creationId xmlns:a16="http://schemas.microsoft.com/office/drawing/2014/main" id="{10923771-4E2D-4E51-AFA8-F2AE46275E42}"/>
              </a:ext>
            </a:extLst>
          </p:cNvPr>
          <p:cNvPicPr>
            <a:picLocks xmlns:a="http://schemas.openxmlformats.org/drawingml/2006/main" noChangeAspect="1"/>
          </p:cNvPicPr>
          <p:nvPr/>
        </p:nvPicPr>
        <p:blipFill>
          <a:blip xmlns:r="http://schemas.openxmlformats.org/officeDocument/2006/relationships" xmlns:a="http://schemas.openxmlformats.org/drawingml/2006/main" r:embed="R7ad751878737469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068116"/>
            <a:ext cx="4457700" cy="569119"/>
          </a:xfrm>
          <a:prstGeom xmlns:a="http://schemas.openxmlformats.org/drawingml/2006/main" prst="rect">
            <a:avLst/>
          </a:prstGeom>
        </p:spPr>
      </p:pic>
      <p:pic>
        <p:nvPicPr>
          <p:cNvPr id="14" name="content-6" descr="x(t)=A\operatorname{rect}(t/T)\cos\left(2\pi\frac5Tt\right).">
            <a:extLst xmlns:a="http://schemas.openxmlformats.org/drawingml/2006/main">
              <a:ext uri="{FF2B5EF4-FFF2-40B4-BE49-F238E27FC236}">
                <a16:creationId xmlns:a16="http://schemas.microsoft.com/office/drawing/2014/main" id="{7D6A36A3-ADDC-4731-BAFD-E658A5C6DE4B}"/>
              </a:ext>
            </a:extLst>
          </p:cNvPr>
          <p:cNvPicPr>
            <a:picLocks xmlns:a="http://schemas.openxmlformats.org/drawingml/2006/main" noChangeAspect="1"/>
          </p:cNvPicPr>
          <p:nvPr/>
        </p:nvPicPr>
        <p:blipFill>
          <a:blip xmlns:r="http://schemas.openxmlformats.org/officeDocument/2006/relationships" xmlns:a="http://schemas.openxmlformats.org/drawingml/2006/main" r:embed="Ra4de4ba8bf914b5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300413"/>
            <a:ext cx="2876550" cy="238125"/>
          </a:xfrm>
          <a:prstGeom xmlns:a="http://schemas.openxmlformats.org/drawingml/2006/main" prst="rect">
            <a:avLst/>
          </a:prstGeom>
        </p:spPr>
      </p:pic>
      <p:pic>
        <p:nvPicPr>
          <p:cNvPr id="15" name="content-7" descr="A\operatorname{rect}(t/T)\longleftrightarrow AT\operatorname{sinc}(fT).">
            <a:extLst xmlns:a="http://schemas.openxmlformats.org/drawingml/2006/main">
              <a:ext uri="{FF2B5EF4-FFF2-40B4-BE49-F238E27FC236}">
                <a16:creationId xmlns:a16="http://schemas.microsoft.com/office/drawing/2014/main" id="{23FE5036-97E0-483F-8599-145E9DADDE89}"/>
              </a:ext>
            </a:extLst>
          </p:cNvPr>
          <p:cNvPicPr>
            <a:picLocks xmlns:a="http://schemas.openxmlformats.org/drawingml/2006/main" noChangeAspect="1"/>
          </p:cNvPicPr>
          <p:nvPr/>
        </p:nvPicPr>
        <p:blipFill>
          <a:blip xmlns:r="http://schemas.openxmlformats.org/officeDocument/2006/relationships" xmlns:a="http://schemas.openxmlformats.org/drawingml/2006/main" r:embed="Ree9ea8239750429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657600"/>
            <a:ext cx="2762250" cy="190500"/>
          </a:xfrm>
          <a:prstGeom xmlns:a="http://schemas.openxmlformats.org/drawingml/2006/main" prst="rect">
            <a:avLst/>
          </a:prstGeom>
        </p:spPr>
      </p:pic>
      <p:pic>
        <p:nvPicPr>
          <p:cNvPr id="16" name="content-8" descr="\cos\left(2\pi\frac5Tt\right)\longleftrightarrow\tfrac12\left[\delta(f-5/T)+\delta(f+5/T)\right].">
            <a:extLst xmlns:a="http://schemas.openxmlformats.org/drawingml/2006/main">
              <a:ext uri="{FF2B5EF4-FFF2-40B4-BE49-F238E27FC236}">
                <a16:creationId xmlns:a16="http://schemas.microsoft.com/office/drawing/2014/main" id="{6B175103-4DEC-4AAE-AD9F-0725A4065D44}"/>
              </a:ext>
            </a:extLst>
          </p:cNvPr>
          <p:cNvPicPr>
            <a:picLocks xmlns:a="http://schemas.openxmlformats.org/drawingml/2006/main" noChangeAspect="1"/>
          </p:cNvPicPr>
          <p:nvPr/>
        </p:nvPicPr>
        <p:blipFill>
          <a:blip xmlns:r="http://schemas.openxmlformats.org/officeDocument/2006/relationships" xmlns:a="http://schemas.openxmlformats.org/drawingml/2006/main" r:embed="R91498b8ad638433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967758"/>
            <a:ext cx="4171950" cy="236934"/>
          </a:xfrm>
          <a:prstGeom xmlns:a="http://schemas.openxmlformats.org/drawingml/2006/main" prst="rect">
            <a:avLst/>
          </a:prstGeom>
        </p:spPr>
      </p:pic>
      <p:pic>
        <p:nvPicPr>
          <p:cNvPr id="17" name="content-10" descr="X(f)=AT\operatorname{sinc}(fT)*\tfrac12\left[\delta(f-5/T)+\delta(f+5/T)\right].">
            <a:extLst xmlns:a="http://schemas.openxmlformats.org/drawingml/2006/main">
              <a:ext uri="{FF2B5EF4-FFF2-40B4-BE49-F238E27FC236}">
                <a16:creationId xmlns:a16="http://schemas.microsoft.com/office/drawing/2014/main" id="{43244F67-6096-40D4-AEE1-84A7AD4656B9}"/>
              </a:ext>
            </a:extLst>
          </p:cNvPr>
          <p:cNvPicPr>
            <a:picLocks xmlns:a="http://schemas.openxmlformats.org/drawingml/2006/main" noChangeAspect="1"/>
          </p:cNvPicPr>
          <p:nvPr/>
        </p:nvPicPr>
        <p:blipFill>
          <a:blip xmlns:r="http://schemas.openxmlformats.org/officeDocument/2006/relationships" xmlns:a="http://schemas.openxmlformats.org/drawingml/2006/main" r:embed="Red027b11111048a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81050" y="4558308"/>
            <a:ext cx="4667250" cy="236934"/>
          </a:xfrm>
          <a:prstGeom xmlns:a="http://schemas.openxmlformats.org/drawingml/2006/main" prst="rect">
            <a:avLst/>
          </a:prstGeom>
        </p:spPr>
      </p:pic>
      <p:pic>
        <p:nvPicPr>
          <p:cNvPr id="18" name="content-11" descr="F(f)*\delta(f-f_0)=\int_{-\infty}^{\infty}F(\nu)\delta(f-f_0-\nu)\,d\nu=F(f-f_0).">
            <a:extLst xmlns:a="http://schemas.openxmlformats.org/drawingml/2006/main">
              <a:ext uri="{FF2B5EF4-FFF2-40B4-BE49-F238E27FC236}">
                <a16:creationId xmlns:a16="http://schemas.microsoft.com/office/drawing/2014/main" id="{2FD4A537-83CB-42FF-94BB-A0CE35CFF828}"/>
              </a:ext>
            </a:extLst>
          </p:cNvPr>
          <p:cNvPicPr>
            <a:picLocks xmlns:a="http://schemas.openxmlformats.org/drawingml/2006/main" noChangeAspect="1"/>
          </p:cNvPicPr>
          <p:nvPr/>
        </p:nvPicPr>
        <p:blipFill>
          <a:blip xmlns:r="http://schemas.openxmlformats.org/officeDocument/2006/relationships" xmlns:a="http://schemas.openxmlformats.org/drawingml/2006/main" r:embed="Rc58ff3f9f183471d">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81050" y="4920258"/>
            <a:ext cx="5200650" cy="255984"/>
          </a:xfrm>
          <a:prstGeom xmlns:a="http://schemas.openxmlformats.org/drawingml/2006/main" prst="rect">
            <a:avLst/>
          </a:prstGeom>
        </p:spPr>
      </p:pic>
      <p:pic>
        <p:nvPicPr>
          <p:cNvPr id="19" name="content-12" descr="X(f)=\frac{AT}{2}\left[\operatorname{sinc}(fT-5)+\operatorname{sinc}(fT+5)\right].">
            <a:extLst xmlns:a="http://schemas.openxmlformats.org/drawingml/2006/main">
              <a:ext uri="{FF2B5EF4-FFF2-40B4-BE49-F238E27FC236}">
                <a16:creationId xmlns:a16="http://schemas.microsoft.com/office/drawing/2014/main" id="{61C82C12-793B-4224-A27F-09A4CA63410C}"/>
              </a:ext>
            </a:extLst>
          </p:cNvPr>
          <p:cNvPicPr>
            <a:picLocks xmlns:a="http://schemas.openxmlformats.org/drawingml/2006/main" noChangeAspect="1"/>
          </p:cNvPicPr>
          <p:nvPr/>
        </p:nvPicPr>
        <p:blipFill>
          <a:blip xmlns:r="http://schemas.openxmlformats.org/officeDocument/2006/relationships" xmlns:a="http://schemas.openxmlformats.org/drawingml/2006/main" r:embed="R7e4ecc00747148d3">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781050" y="5298281"/>
            <a:ext cx="3771900" cy="242888"/>
          </a:xfrm>
          <a:prstGeom xmlns:a="http://schemas.openxmlformats.org/drawingml/2006/main" prst="rect">
            <a:avLst/>
          </a:prstGeom>
        </p:spPr>
      </p:pic>
    </p:spTree>
    <p:extLst>
      <p:ext uri="{BB962C8B-B14F-4D97-AF65-F5344CB8AC3E}">
        <p14:creationId xmlns:p14="http://schemas.microsoft.com/office/powerpoint/2010/main" val="96366624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3: Triangle, Self-Convolution and Spectrum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BD05CD5-858F-42C3-8977-BD3DAA7BA20B}"/>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A5591A5A-9095-42B4-958A-7474AA550130}"/>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199DAFA3-6F37-468F-8331-DCF1D39E51A2}"/>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Consider the following signal.</a:t>
            </a:r>
          </a:p>
        </p:txBody>
      </p:sp>
      <p:sp>
        <p:nvSpPr>
          <p:cNvPr id="7" name="content-3">
            <a:extLst xmlns:a="http://schemas.openxmlformats.org/drawingml/2006/main">
              <a:ext uri="{FF2B5EF4-FFF2-40B4-BE49-F238E27FC236}">
                <a16:creationId xmlns:a16="http://schemas.microsoft.com/office/drawing/2014/main" id="{EC388A8B-70C2-42B1-88E2-E012339B2380}"/>
              </a:ext>
            </a:extLst>
          </p:cNvPr>
          <p:cNvSpPr>
            <a:spLocks xmlns:a="http://schemas.openxmlformats.org/drawingml/2006/main" noGrp="1"/>
          </p:cNvSpPr>
          <p:nvPr/>
        </p:nvSpPr>
        <p:spPr>
          <a:xfrm xmlns:a="http://schemas.openxmlformats.org/drawingml/2006/main">
            <a:off x="666750" y="28479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Sketch x(t). Show that it is the self-convolution of a rectangular signal with T = 1 and A = 1. (b) Find X(f) and sketch the magnitude</a:t>
            </a:r>
          </a:p>
        </p:txBody>
      </p:sp>
      <p:sp>
        <p:nvSpPr>
          <p:cNvPr id="8" name="content-4">
            <a:extLst xmlns:a="http://schemas.openxmlformats.org/drawingml/2006/main">
              <a:ext uri="{FF2B5EF4-FFF2-40B4-BE49-F238E27FC236}">
                <a16:creationId xmlns:a16="http://schemas.microsoft.com/office/drawing/2014/main" id="{3375D50D-D894-451E-BAC7-8675C271F47C}"/>
              </a:ext>
            </a:extLst>
          </p:cNvPr>
          <p:cNvSpPr>
            <a:spLocks xmlns:a="http://schemas.openxmlformats.org/drawingml/2006/main" noGrp="1"/>
          </p:cNvSpPr>
          <p:nvPr/>
        </p:nvSpPr>
        <p:spPr>
          <a:xfrm xmlns:a="http://schemas.openxmlformats.org/drawingml/2006/main">
            <a:off x="666750" y="30765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spectrum |X(f)|.</a:t>
            </a:r>
          </a:p>
        </p:txBody>
      </p:sp>
      <p:sp>
        <p:nvSpPr>
          <p:cNvPr id="9" name="content-5">
            <a:extLst xmlns:a="http://schemas.openxmlformats.org/drawingml/2006/main">
              <a:ext uri="{FF2B5EF4-FFF2-40B4-BE49-F238E27FC236}">
                <a16:creationId xmlns:a16="http://schemas.microsoft.com/office/drawing/2014/main" id="{345899D2-70B1-4E4C-88FD-8BCADF3FFB58}"/>
              </a:ext>
            </a:extLst>
          </p:cNvPr>
          <p:cNvSpPr>
            <a:spLocks xmlns:a="http://schemas.openxmlformats.org/drawingml/2006/main" noGrp="1"/>
          </p:cNvSpPr>
          <p:nvPr/>
        </p:nvSpPr>
        <p:spPr>
          <a:xfrm xmlns:a="http://schemas.openxmlformats.org/drawingml/2006/main">
            <a:off x="666750" y="33051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0" name="content-5-line">
            <a:extLst xmlns:a="http://schemas.openxmlformats.org/drawingml/2006/main">
              <a:ext uri="{FF2B5EF4-FFF2-40B4-BE49-F238E27FC236}">
                <a16:creationId xmlns:a16="http://schemas.microsoft.com/office/drawing/2014/main" id="{56D85697-78F5-4586-B9B5-52E61989265A}"/>
              </a:ext>
            </a:extLst>
          </p:cNvPr>
          <p:cNvSpPr>
            <a:spLocks xmlns:a="http://schemas.openxmlformats.org/drawingml/2006/main" noGrp="1"/>
          </p:cNvSpPr>
          <p:nvPr/>
        </p:nvSpPr>
        <p:spPr>
          <a:xfrm xmlns:a="http://schemas.openxmlformats.org/drawingml/2006/main">
            <a:off x="1762125" y="34480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1" name="content-6">
            <a:extLst xmlns:a="http://schemas.openxmlformats.org/drawingml/2006/main">
              <a:ext uri="{FF2B5EF4-FFF2-40B4-BE49-F238E27FC236}">
                <a16:creationId xmlns:a16="http://schemas.microsoft.com/office/drawing/2014/main" id="{619CF701-1578-42E0-A1E7-15227D08F39F}"/>
              </a:ext>
            </a:extLst>
          </p:cNvPr>
          <p:cNvSpPr>
            <a:spLocks xmlns:a="http://schemas.openxmlformats.org/drawingml/2006/main" noGrp="1"/>
          </p:cNvSpPr>
          <p:nvPr/>
        </p:nvSpPr>
        <p:spPr>
          <a:xfrm xmlns:a="http://schemas.openxmlformats.org/drawingml/2006/main">
            <a:off x="666750" y="3562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x(t) is a triangle of height 1 at t = 0, falling linearly to zero at t = +/-1. Let r(t) = rect(t), a unit-height rectangle supported on [-1/2,1/2].</a:t>
            </a:r>
          </a:p>
        </p:txBody>
      </p:sp>
      <p:sp>
        <p:nvSpPr>
          <p:cNvPr id="12" name="content-8">
            <a:extLst xmlns:a="http://schemas.openxmlformats.org/drawingml/2006/main">
              <a:ext uri="{FF2B5EF4-FFF2-40B4-BE49-F238E27FC236}">
                <a16:creationId xmlns:a16="http://schemas.microsoft.com/office/drawing/2014/main" id="{332390EC-D8A4-4805-9C2F-62080C0EF622}"/>
              </a:ext>
            </a:extLst>
          </p:cNvPr>
          <p:cNvSpPr>
            <a:spLocks xmlns:a="http://schemas.openxmlformats.org/drawingml/2006/main" noGrp="1"/>
          </p:cNvSpPr>
          <p:nvPr/>
        </p:nvSpPr>
        <p:spPr>
          <a:xfrm xmlns:a="http://schemas.openxmlformats.org/drawingml/2006/main">
            <a:off x="666750" y="4171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product equals 1 precisely on the overlap of the intervals [-1/2,1/2] and [t-1/2,t+1/2]. Its integral is that overlap length.</a:t>
            </a:r>
          </a:p>
        </p:txBody>
      </p:sp>
      <p:pic>
        <p:nvPicPr>
          <p:cNvPr id="13" name="content-2" descr="x(t)=\begin{cases}t+1,&amp;-1\leq t&lt;0,\\1-t,&amp;0\leq t\leq1,\\0,&amp;\text{elsewhere}.\end{cases}">
            <a:extLst xmlns:a="http://schemas.openxmlformats.org/drawingml/2006/main">
              <a:ext uri="{FF2B5EF4-FFF2-40B4-BE49-F238E27FC236}">
                <a16:creationId xmlns:a16="http://schemas.microsoft.com/office/drawing/2014/main" id="{74DF9F7F-924C-4B3C-96D0-8FD4F3E83391}"/>
              </a:ext>
            </a:extLst>
          </p:cNvPr>
          <p:cNvPicPr>
            <a:picLocks xmlns:a="http://schemas.openxmlformats.org/drawingml/2006/main" noChangeAspect="1"/>
          </p:cNvPicPr>
          <p:nvPr/>
        </p:nvPicPr>
        <p:blipFill>
          <a:blip xmlns:r="http://schemas.openxmlformats.org/officeDocument/2006/relationships" xmlns:a="http://schemas.openxmlformats.org/drawingml/2006/main" r:embed="R79a313056c5d410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878806"/>
            <a:ext cx="2667000" cy="795338"/>
          </a:xfrm>
          <a:prstGeom xmlns:a="http://schemas.openxmlformats.org/drawingml/2006/main" prst="rect">
            <a:avLst/>
          </a:prstGeom>
        </p:spPr>
      </p:pic>
      <p:pic>
        <p:nvPicPr>
          <p:cNvPr id="14" name="content-7" descr="(r*r)(t)=\int_{-\infty}^{\infty}r(\tau)r(t-\tau)\,d\tau.">
            <a:extLst xmlns:a="http://schemas.openxmlformats.org/drawingml/2006/main">
              <a:ext uri="{FF2B5EF4-FFF2-40B4-BE49-F238E27FC236}">
                <a16:creationId xmlns:a16="http://schemas.microsoft.com/office/drawing/2014/main" id="{53B1E6CA-A11E-4E06-B971-D260D59CDA68}"/>
              </a:ext>
            </a:extLst>
          </p:cNvPr>
          <p:cNvPicPr>
            <a:picLocks xmlns:a="http://schemas.openxmlformats.org/drawingml/2006/main" noChangeAspect="1"/>
          </p:cNvPicPr>
          <p:nvPr/>
        </p:nvPicPr>
        <p:blipFill>
          <a:blip xmlns:r="http://schemas.openxmlformats.org/officeDocument/2006/relationships" xmlns:a="http://schemas.openxmlformats.org/drawingml/2006/main" r:embed="Rd94570b59a034fd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833813"/>
            <a:ext cx="2971800" cy="257175"/>
          </a:xfrm>
          <a:prstGeom xmlns:a="http://schemas.openxmlformats.org/drawingml/2006/main" prst="rect">
            <a:avLst/>
          </a:prstGeom>
        </p:spPr>
      </p:pic>
      <p:pic>
        <p:nvPicPr>
          <p:cNvPr id="15" name="content-9" descr="(r*r)(t)=\max\left(0,\min(1/2,t+1/2)-\max(-1/2,t-1/2)\right).">
            <a:extLst xmlns:a="http://schemas.openxmlformats.org/drawingml/2006/main">
              <a:ext uri="{FF2B5EF4-FFF2-40B4-BE49-F238E27FC236}">
                <a16:creationId xmlns:a16="http://schemas.microsoft.com/office/drawing/2014/main" id="{3B1246DA-8DB4-4641-9CB5-291B795A93D0}"/>
              </a:ext>
            </a:extLst>
          </p:cNvPr>
          <p:cNvPicPr>
            <a:picLocks xmlns:a="http://schemas.openxmlformats.org/drawingml/2006/main" noChangeAspect="1"/>
          </p:cNvPicPr>
          <p:nvPr/>
        </p:nvPicPr>
        <p:blipFill>
          <a:blip xmlns:r="http://schemas.openxmlformats.org/officeDocument/2006/relationships" xmlns:a="http://schemas.openxmlformats.org/drawingml/2006/main" r:embed="Re40b86e4dc754265">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438650"/>
            <a:ext cx="5772150" cy="190500"/>
          </a:xfrm>
          <a:prstGeom xmlns:a="http://schemas.openxmlformats.org/drawingml/2006/main" prst="rect">
            <a:avLst/>
          </a:prstGeom>
        </p:spPr>
      </p:pic>
      <p:pic>
        <p:nvPicPr>
          <p:cNvPr id="16" name="content-10" descr="(r*r)(t)=\begin{cases}0,&amp;t\leq-1,\\1+t,&amp;-1&lt;t&lt;0,\\1-t,&amp;0\leq t&lt;1,\\0,&amp;t\geq1.\end{cases}=x(t).">
            <a:extLst xmlns:a="http://schemas.openxmlformats.org/drawingml/2006/main">
              <a:ext uri="{FF2B5EF4-FFF2-40B4-BE49-F238E27FC236}">
                <a16:creationId xmlns:a16="http://schemas.microsoft.com/office/drawing/2014/main" id="{BAA895B2-D26E-498E-8374-6E781D4902B9}"/>
              </a:ext>
            </a:extLst>
          </p:cNvPr>
          <p:cNvPicPr>
            <a:picLocks xmlns:a="http://schemas.openxmlformats.org/drawingml/2006/main" noChangeAspect="1"/>
          </p:cNvPicPr>
          <p:nvPr/>
        </p:nvPicPr>
        <p:blipFill>
          <a:blip xmlns:r="http://schemas.openxmlformats.org/officeDocument/2006/relationships" xmlns:a="http://schemas.openxmlformats.org/drawingml/2006/main" r:embed="R45a32368856d462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4879777"/>
            <a:ext cx="3848100" cy="1022747"/>
          </a:xfrm>
          <a:prstGeom xmlns:a="http://schemas.openxmlformats.org/drawingml/2006/main" prst="rect">
            <a:avLst/>
          </a:prstGeom>
        </p:spPr>
      </p:pic>
    </p:spTree>
    <p:extLst>
      <p:ext uri="{BB962C8B-B14F-4D97-AF65-F5344CB8AC3E}">
        <p14:creationId xmlns:p14="http://schemas.microsoft.com/office/powerpoint/2010/main" val="167610710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3: Triangle, Self-Convolution and Spectrum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BD563F0-FEC5-457C-9428-1396ED291D09}"/>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8F4A615F-7FB2-4ED2-AACB-3733030B32E6}"/>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At t = +/-1 the intervals meet at one point and the integral is zero; at t = 0 their overlap length is 1. Rectangle endpoint conventions</a:t>
            </a:r>
          </a:p>
        </p:txBody>
      </p:sp>
      <p:sp>
        <p:nvSpPr>
          <p:cNvPr id="6" name="content-1">
            <a:extLst xmlns:a="http://schemas.openxmlformats.org/drawingml/2006/main">
              <a:ext uri="{FF2B5EF4-FFF2-40B4-BE49-F238E27FC236}">
                <a16:creationId xmlns:a16="http://schemas.microsoft.com/office/drawing/2014/main" id="{CE42B960-2FEC-4793-B29D-60617CA33B83}"/>
              </a:ext>
            </a:extLst>
          </p:cNvPr>
          <p:cNvSpPr>
            <a:spLocks xmlns:a="http://schemas.openxmlformats.org/drawingml/2006/main" noGrp="1"/>
          </p:cNvSpPr>
          <p:nvPr/>
        </p:nvSpPr>
        <p:spPr>
          <a:xfrm xmlns:a="http://schemas.openxmlformats.org/drawingml/2006/main">
            <a:off x="666750" y="1485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therefore do not change the result.</a:t>
            </a:r>
          </a:p>
        </p:txBody>
      </p:sp>
      <p:sp>
        <p:nvSpPr>
          <p:cNvPr id="7" name="content-2">
            <a:extLst xmlns:a="http://schemas.openxmlformats.org/drawingml/2006/main">
              <a:ext uri="{FF2B5EF4-FFF2-40B4-BE49-F238E27FC236}">
                <a16:creationId xmlns:a16="http://schemas.microsoft.com/office/drawing/2014/main" id="{0197F8B3-1CF8-45F7-B516-72BD3B5C499C}"/>
              </a:ext>
            </a:extLst>
          </p:cNvPr>
          <p:cNvSpPr>
            <a:spLocks xmlns:a="http://schemas.openxmlformats.org/drawingml/2006/main" noGrp="1"/>
          </p:cNvSpPr>
          <p:nvPr/>
        </p:nvSpPr>
        <p:spPr>
          <a:xfrm xmlns:a="http://schemas.openxmlformats.org/drawingml/2006/main">
            <a:off x="666750" y="17145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The Fourier transform of rect(t) is sinc(f). The convolution theorem turns the self-convolution into a product.</a:t>
            </a:r>
          </a:p>
        </p:txBody>
      </p:sp>
      <p:pic>
        <p:nvPicPr>
          <p:cNvPr id="8" name="content-5" descr="Redrawn exercise diagram; not a source-page screenshot.">
            <a:extLst xmlns:a="http://schemas.openxmlformats.org/drawingml/2006/main">
              <a:ext uri="{FF2B5EF4-FFF2-40B4-BE49-F238E27FC236}">
                <a16:creationId xmlns:a16="http://schemas.microsoft.com/office/drawing/2014/main" id="{0626BB51-C6FD-4A2D-A54D-91BF533401F0}"/>
              </a:ext>
            </a:extLst>
          </p:cNvPr>
          <p:cNvPicPr>
            <a:picLocks xmlns:a="http://schemas.openxmlformats.org/drawingml/2006/main" noChangeAspect="1"/>
          </p:cNvPicPr>
          <p:nvPr/>
        </p:nvPicPr>
        <p:blipFill>
          <a:blip xmlns:r="http://schemas.openxmlformats.org/officeDocument/2006/relationships" xmlns:a="http://schemas.openxmlformats.org/drawingml/2006/main" r:embed="R0a91d8b68c4141de"/>
          <a:stretch xmlns:a="http://schemas.openxmlformats.org/drawingml/2006/main"/>
        </p:blipFill>
        <p:spPr>
          <a:xfrm xmlns:a="http://schemas.openxmlformats.org/drawingml/2006/main">
            <a:off x="2447925" y="2628900"/>
            <a:ext cx="7391400" cy="1847850"/>
          </a:xfrm>
          <a:prstGeom xmlns:a="http://schemas.openxmlformats.org/drawingml/2006/main" prst="rect">
            <a:avLst/>
          </a:prstGeom>
        </p:spPr>
      </p:pic>
      <p:sp>
        <p:nvSpPr>
          <p:cNvPr id="9" name="content-6">
            <a:extLst xmlns:a="http://schemas.openxmlformats.org/drawingml/2006/main">
              <a:ext uri="{FF2B5EF4-FFF2-40B4-BE49-F238E27FC236}">
                <a16:creationId xmlns:a16="http://schemas.microsoft.com/office/drawing/2014/main" id="{5E749EF6-E16E-477D-AC60-88E444409A11}"/>
              </a:ext>
            </a:extLst>
          </p:cNvPr>
          <p:cNvSpPr>
            <a:spLocks xmlns:a="http://schemas.openxmlformats.org/drawingml/2006/main" noGrp="1"/>
          </p:cNvSpPr>
          <p:nvPr/>
        </p:nvSpPr>
        <p:spPr>
          <a:xfrm xmlns:a="http://schemas.openxmlformats.org/drawingml/2006/main">
            <a:off x="666750" y="4533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spectrum is real, even and nonnegative. Its central lobe lies between f = -1 and 1; smaller lobes extend indefinitely, so the exact</a:t>
            </a:r>
          </a:p>
        </p:txBody>
      </p:sp>
      <p:sp>
        <p:nvSpPr>
          <p:cNvPr id="10" name="content-7">
            <a:extLst xmlns:a="http://schemas.openxmlformats.org/drawingml/2006/main">
              <a:ext uri="{FF2B5EF4-FFF2-40B4-BE49-F238E27FC236}">
                <a16:creationId xmlns:a16="http://schemas.microsoft.com/office/drawing/2014/main" id="{30ADD24C-4CB6-4699-88E4-219366F25ACD}"/>
              </a:ext>
            </a:extLst>
          </p:cNvPr>
          <p:cNvSpPr>
            <a:spLocks xmlns:a="http://schemas.openxmlformats.org/drawingml/2006/main" noGrp="1"/>
          </p:cNvSpPr>
          <p:nvPr/>
        </p:nvSpPr>
        <p:spPr>
          <a:xfrm xmlns:a="http://schemas.openxmlformats.org/drawingml/2006/main">
            <a:off x="666750" y="47625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support is not bandlimited.</a:t>
            </a:r>
          </a:p>
        </p:txBody>
      </p:sp>
      <p:pic>
        <p:nvPicPr>
          <p:cNvPr id="11" name="content-3" descr="X(f)=\operatorname{sinc}(f)\operatorname{sinc}(f)=\operatorname{sinc}^{2}(f).">
            <a:extLst xmlns:a="http://schemas.openxmlformats.org/drawingml/2006/main">
              <a:ext uri="{FF2B5EF4-FFF2-40B4-BE49-F238E27FC236}">
                <a16:creationId xmlns:a16="http://schemas.microsoft.com/office/drawing/2014/main" id="{69A04FED-1D56-48C8-8F99-A2A9709E936B}"/>
              </a:ext>
            </a:extLst>
          </p:cNvPr>
          <p:cNvPicPr>
            <a:picLocks xmlns:a="http://schemas.openxmlformats.org/drawingml/2006/main" noChangeAspect="1"/>
          </p:cNvPicPr>
          <p:nvPr/>
        </p:nvPicPr>
        <p:blipFill>
          <a:blip xmlns:r="http://schemas.openxmlformats.org/officeDocument/2006/relationships" xmlns:a="http://schemas.openxmlformats.org/drawingml/2006/main" r:embed="R27c267e39e09477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986558"/>
            <a:ext cx="3067050" cy="217884"/>
          </a:xfrm>
          <a:prstGeom xmlns:a="http://schemas.openxmlformats.org/drawingml/2006/main" prst="rect">
            <a:avLst/>
          </a:prstGeom>
        </p:spPr>
      </p:pic>
      <p:pic>
        <p:nvPicPr>
          <p:cNvPr id="12" name="content-4" descr="|X(f)|=\operatorname{sinc}^{2}(f),\qquad X(0)=1,\qquad X(n)=0\quad(n=\pm1,\pm2,\ldots).">
            <a:extLst xmlns:a="http://schemas.openxmlformats.org/drawingml/2006/main">
              <a:ext uri="{FF2B5EF4-FFF2-40B4-BE49-F238E27FC236}">
                <a16:creationId xmlns:a16="http://schemas.microsoft.com/office/drawing/2014/main" id="{D2467C83-094D-4ED2-A087-F33D12B9A98B}"/>
              </a:ext>
            </a:extLst>
          </p:cNvPr>
          <p:cNvPicPr>
            <a:picLocks xmlns:a="http://schemas.openxmlformats.org/drawingml/2006/main" noChangeAspect="1"/>
          </p:cNvPicPr>
          <p:nvPr/>
        </p:nvPicPr>
        <p:blipFill>
          <a:blip xmlns:r="http://schemas.openxmlformats.org/officeDocument/2006/relationships" xmlns:a="http://schemas.openxmlformats.org/drawingml/2006/main" r:embed="Ra2959b92a094499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329458"/>
            <a:ext cx="6191250" cy="217884"/>
          </a:xfrm>
          <a:prstGeom xmlns:a="http://schemas.openxmlformats.org/drawingml/2006/main" prst="rect">
            <a:avLst/>
          </a:prstGeom>
        </p:spPr>
      </p:pic>
    </p:spTree>
    <p:extLst>
      <p:ext uri="{BB962C8B-B14F-4D97-AF65-F5344CB8AC3E}">
        <p14:creationId xmlns:p14="http://schemas.microsoft.com/office/powerpoint/2010/main" val="16170305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4: Rectangular Input to an LTI System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672968A-0854-4BB0-9F28-E0B61E799BD6}"/>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85436CB9-970B-4B23-AB30-3A3C655A417B}"/>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47E87304-9E6A-4972-AAC5-82508C830AE5}"/>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An LTI system has impulse response h(t) = sinc(t). The input is x(t) = rect(t). Sketch the spectrum of the system output, Y(f). Use sinc(t) =</a:t>
            </a:r>
          </a:p>
        </p:txBody>
      </p:sp>
      <p:sp>
        <p:nvSpPr>
          <p:cNvPr id="7" name="content-2">
            <a:extLst xmlns:a="http://schemas.openxmlformats.org/drawingml/2006/main">
              <a:ext uri="{FF2B5EF4-FFF2-40B4-BE49-F238E27FC236}">
                <a16:creationId xmlns:a16="http://schemas.microsoft.com/office/drawing/2014/main" id="{24C2F10E-9DAB-4DB2-9CCF-0EE12DF2EA72}"/>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sin(pi t)/(pi t).</a:t>
            </a:r>
          </a:p>
        </p:txBody>
      </p:sp>
      <p:pic>
        <p:nvPicPr>
          <p:cNvPr id="8" name="content-3" descr="Redrawn exercise diagram; not a source-page screenshot.">
            <a:extLst xmlns:a="http://schemas.openxmlformats.org/drawingml/2006/main">
              <a:ext uri="{FF2B5EF4-FFF2-40B4-BE49-F238E27FC236}">
                <a16:creationId xmlns:a16="http://schemas.microsoft.com/office/drawing/2014/main" id="{64B13D3E-3433-4214-98B1-4B3385A13B87}"/>
              </a:ext>
            </a:extLst>
          </p:cNvPr>
          <p:cNvPicPr>
            <a:picLocks xmlns:a="http://schemas.openxmlformats.org/drawingml/2006/main" noChangeAspect="1"/>
          </p:cNvPicPr>
          <p:nvPr/>
        </p:nvPicPr>
        <p:blipFill>
          <a:blip xmlns:r="http://schemas.openxmlformats.org/officeDocument/2006/relationships" xmlns:a="http://schemas.openxmlformats.org/drawingml/2006/main" r:embed="R30b89be091df4379"/>
          <a:stretch xmlns:a="http://schemas.openxmlformats.org/drawingml/2006/main"/>
        </p:blipFill>
        <p:spPr>
          <a:xfrm xmlns:a="http://schemas.openxmlformats.org/drawingml/2006/main">
            <a:off x="2346522" y="1971675"/>
            <a:ext cx="7594206" cy="1085850"/>
          </a:xfrm>
          <a:prstGeom xmlns:a="http://schemas.openxmlformats.org/drawingml/2006/main" prst="rect">
            <a:avLst/>
          </a:prstGeom>
        </p:spPr>
      </p:pic>
      <p:sp>
        <p:nvSpPr>
          <p:cNvPr id="9" name="content-4">
            <a:extLst xmlns:a="http://schemas.openxmlformats.org/drawingml/2006/main">
              <a:ext uri="{FF2B5EF4-FFF2-40B4-BE49-F238E27FC236}">
                <a16:creationId xmlns:a16="http://schemas.microsoft.com/office/drawing/2014/main" id="{F13D3BD2-5E61-4550-8028-2F5B64ACED6F}"/>
              </a:ext>
            </a:extLst>
          </p:cNvPr>
          <p:cNvSpPr>
            <a:spLocks xmlns:a="http://schemas.openxmlformats.org/drawingml/2006/main" noGrp="1"/>
          </p:cNvSpPr>
          <p:nvPr/>
        </p:nvSpPr>
        <p:spPr>
          <a:xfrm xmlns:a="http://schemas.openxmlformats.org/drawingml/2006/main">
            <a:off x="666750" y="31146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0" name="content-4-line">
            <a:extLst xmlns:a="http://schemas.openxmlformats.org/drawingml/2006/main">
              <a:ext uri="{FF2B5EF4-FFF2-40B4-BE49-F238E27FC236}">
                <a16:creationId xmlns:a16="http://schemas.microsoft.com/office/drawing/2014/main" id="{A29CE51F-4888-48AE-9CD8-DDAC25A84030}"/>
              </a:ext>
            </a:extLst>
          </p:cNvPr>
          <p:cNvSpPr>
            <a:spLocks xmlns:a="http://schemas.openxmlformats.org/drawingml/2006/main" noGrp="1"/>
          </p:cNvSpPr>
          <p:nvPr/>
        </p:nvSpPr>
        <p:spPr>
          <a:xfrm xmlns:a="http://schemas.openxmlformats.org/drawingml/2006/main">
            <a:off x="1762125" y="32575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1" name="content-5">
            <a:extLst xmlns:a="http://schemas.openxmlformats.org/drawingml/2006/main">
              <a:ext uri="{FF2B5EF4-FFF2-40B4-BE49-F238E27FC236}">
                <a16:creationId xmlns:a16="http://schemas.microsoft.com/office/drawing/2014/main" id="{392B2ACD-8C21-49FD-85A2-BEF7849D53F9}"/>
              </a:ext>
            </a:extLst>
          </p:cNvPr>
          <p:cNvSpPr>
            <a:spLocks xmlns:a="http://schemas.openxmlformats.org/drawingml/2006/main" noGrp="1"/>
          </p:cNvSpPr>
          <p:nvPr/>
        </p:nvSpPr>
        <p:spPr>
          <a:xfrm xmlns:a="http://schemas.openxmlformats.org/drawingml/2006/main">
            <a:off x="666750" y="33718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Convolution with h(t) in time corresponds to multiplication by H(f) in frequency.</a:t>
            </a:r>
          </a:p>
        </p:txBody>
      </p:sp>
      <p:pic>
        <p:nvPicPr>
          <p:cNvPr id="12" name="content-6" descr="y(t)=x(t)*h(t),\qquad Y(f)=X(f)H(f).">
            <a:extLst xmlns:a="http://schemas.openxmlformats.org/drawingml/2006/main">
              <a:ext uri="{FF2B5EF4-FFF2-40B4-BE49-F238E27FC236}">
                <a16:creationId xmlns:a16="http://schemas.microsoft.com/office/drawing/2014/main" id="{4372D909-43DD-4779-8CB9-C21B91B02162}"/>
              </a:ext>
            </a:extLst>
          </p:cNvPr>
          <p:cNvPicPr>
            <a:picLocks xmlns:a="http://schemas.openxmlformats.org/drawingml/2006/main" noChangeAspect="1"/>
          </p:cNvPicPr>
          <p:nvPr/>
        </p:nvPicPr>
        <p:blipFill>
          <a:blip xmlns:r="http://schemas.openxmlformats.org/officeDocument/2006/relationships" xmlns:a="http://schemas.openxmlformats.org/drawingml/2006/main" r:embed="R38d31e818c074f6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3639145"/>
            <a:ext cx="3771900" cy="189309"/>
          </a:xfrm>
          <a:prstGeom xmlns:a="http://schemas.openxmlformats.org/drawingml/2006/main" prst="rect">
            <a:avLst/>
          </a:prstGeom>
        </p:spPr>
      </p:pic>
      <p:pic>
        <p:nvPicPr>
          <p:cNvPr id="13" name="content-7" descr="X(f)=\operatorname{sinc}(f),\qquad H(f)=\operatorname{rect}(f).">
            <a:extLst xmlns:a="http://schemas.openxmlformats.org/drawingml/2006/main">
              <a:ext uri="{FF2B5EF4-FFF2-40B4-BE49-F238E27FC236}">
                <a16:creationId xmlns:a16="http://schemas.microsoft.com/office/drawing/2014/main" id="{A8F67BB0-FD62-4F15-895A-6F5EEDD7057F}"/>
              </a:ext>
            </a:extLst>
          </p:cNvPr>
          <p:cNvPicPr>
            <a:picLocks xmlns:a="http://schemas.openxmlformats.org/drawingml/2006/main" noChangeAspect="1"/>
          </p:cNvPicPr>
          <p:nvPr/>
        </p:nvPicPr>
        <p:blipFill>
          <a:blip xmlns:r="http://schemas.openxmlformats.org/officeDocument/2006/relationships" xmlns:a="http://schemas.openxmlformats.org/drawingml/2006/main" r:embed="R5c7d4ffeb8a94b7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943945"/>
            <a:ext cx="3276600" cy="189309"/>
          </a:xfrm>
          <a:prstGeom xmlns:a="http://schemas.openxmlformats.org/drawingml/2006/main" prst="rect">
            <a:avLst/>
          </a:prstGeom>
        </p:spPr>
      </p:pic>
      <p:pic>
        <p:nvPicPr>
          <p:cNvPr id="14" name="content-8" descr="Y(f)=\operatorname{sinc}(f)\operatorname{rect}(f).">
            <a:extLst xmlns:a="http://schemas.openxmlformats.org/drawingml/2006/main">
              <a:ext uri="{FF2B5EF4-FFF2-40B4-BE49-F238E27FC236}">
                <a16:creationId xmlns:a16="http://schemas.microsoft.com/office/drawing/2014/main" id="{A7348667-B8D4-4911-AC34-259F2BD9AE94}"/>
              </a:ext>
            </a:extLst>
          </p:cNvPr>
          <p:cNvPicPr>
            <a:picLocks xmlns:a="http://schemas.openxmlformats.org/drawingml/2006/main" noChangeAspect="1"/>
          </p:cNvPicPr>
          <p:nvPr/>
        </p:nvPicPr>
        <p:blipFill>
          <a:blip xmlns:r="http://schemas.openxmlformats.org/officeDocument/2006/relationships" xmlns:a="http://schemas.openxmlformats.org/drawingml/2006/main" r:embed="R56e9a4c5d0b74b5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248745"/>
            <a:ext cx="2057400" cy="189309"/>
          </a:xfrm>
          <a:prstGeom xmlns:a="http://schemas.openxmlformats.org/drawingml/2006/main" prst="rect">
            <a:avLst/>
          </a:prstGeom>
        </p:spPr>
      </p:pic>
    </p:spTree>
    <p:extLst>
      <p:ext uri="{BB962C8B-B14F-4D97-AF65-F5344CB8AC3E}">
        <p14:creationId xmlns:p14="http://schemas.microsoft.com/office/powerpoint/2010/main" val="130475842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4: Rectangular Input to an LTI System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433EE6F-5F5D-4E94-ACFD-0D57D93D151A}"/>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1" descr="Redrawn exercise diagram; not a source-page screenshot.">
            <a:extLst xmlns:a="http://schemas.openxmlformats.org/drawingml/2006/main">
              <a:ext uri="{FF2B5EF4-FFF2-40B4-BE49-F238E27FC236}">
                <a16:creationId xmlns:a16="http://schemas.microsoft.com/office/drawing/2014/main" id="{2B02B3B4-D669-4AC1-AD81-9D01C06EB25E}"/>
              </a:ext>
            </a:extLst>
          </p:cNvPr>
          <p:cNvPicPr>
            <a:picLocks xmlns:a="http://schemas.openxmlformats.org/drawingml/2006/main" noChangeAspect="1"/>
          </p:cNvPicPr>
          <p:nvPr/>
        </p:nvPicPr>
        <p:blipFill>
          <a:blip xmlns:r="http://schemas.openxmlformats.org/officeDocument/2006/relationships" xmlns:a="http://schemas.openxmlformats.org/drawingml/2006/main" r:embed="R1025f612fbbc425d"/>
          <a:stretch xmlns:a="http://schemas.openxmlformats.org/drawingml/2006/main"/>
        </p:blipFill>
        <p:spPr>
          <a:xfrm xmlns:a="http://schemas.openxmlformats.org/drawingml/2006/main">
            <a:off x="2447925" y="2057400"/>
            <a:ext cx="7391400" cy="1847850"/>
          </a:xfrm>
          <a:prstGeom xmlns:a="http://schemas.openxmlformats.org/drawingml/2006/main" prst="rect">
            <a:avLst/>
          </a:prstGeom>
        </p:spPr>
      </p:pic>
      <p:sp>
        <p:nvSpPr>
          <p:cNvPr id="6" name="content-2">
            <a:extLst xmlns:a="http://schemas.openxmlformats.org/drawingml/2006/main">
              <a:ext uri="{FF2B5EF4-FFF2-40B4-BE49-F238E27FC236}">
                <a16:creationId xmlns:a16="http://schemas.microsoft.com/office/drawing/2014/main" id="{8417BE02-EEAF-4221-95EC-D76A94F3B85B}"/>
              </a:ext>
            </a:extLst>
          </p:cNvPr>
          <p:cNvSpPr>
            <a:spLocks xmlns:a="http://schemas.openxmlformats.org/drawingml/2006/main" noGrp="1"/>
          </p:cNvSpPr>
          <p:nvPr/>
        </p:nvSpPr>
        <p:spPr>
          <a:xfrm xmlns:a="http://schemas.openxmlformats.org/drawingml/2006/main">
            <a:off x="666750" y="39624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Keep the central portion of the sinc only, between -1/2 and 1/2. Y(0) = 1 and its inside-edge limit is sinc(1/2) = 2/pi. The output is not a</a:t>
            </a:r>
          </a:p>
        </p:txBody>
      </p:sp>
      <p:sp>
        <p:nvSpPr>
          <p:cNvPr id="7" name="content-3">
            <a:extLst xmlns:a="http://schemas.openxmlformats.org/drawingml/2006/main">
              <a:ext uri="{FF2B5EF4-FFF2-40B4-BE49-F238E27FC236}">
                <a16:creationId xmlns:a16="http://schemas.microsoft.com/office/drawing/2014/main" id="{2B060D43-B08E-4C79-8574-93DF5AB8C6F0}"/>
              </a:ext>
            </a:extLst>
          </p:cNvPr>
          <p:cNvSpPr>
            <a:spLocks xmlns:a="http://schemas.openxmlformats.org/drawingml/2006/main" noGrp="1"/>
          </p:cNvSpPr>
          <p:nvPr/>
        </p:nvSpPr>
        <p:spPr>
          <a:xfrm xmlns:a="http://schemas.openxmlformats.org/drawingml/2006/main">
            <a:off x="666750" y="41910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rectangle: the passband truncates the sinc without flattening it. Values exactly at the two discontinuities depend on the rectangle convention</a:t>
            </a:r>
          </a:p>
        </p:txBody>
      </p:sp>
      <p:sp>
        <p:nvSpPr>
          <p:cNvPr id="8" name="content-4">
            <a:extLst xmlns:a="http://schemas.openxmlformats.org/drawingml/2006/main">
              <a:ext uri="{FF2B5EF4-FFF2-40B4-BE49-F238E27FC236}">
                <a16:creationId xmlns:a16="http://schemas.microsoft.com/office/drawing/2014/main" id="{B3BE1D00-7EE8-4FA7-8234-9F751E7FB40E}"/>
              </a:ext>
            </a:extLst>
          </p:cNvPr>
          <p:cNvSpPr>
            <a:spLocks xmlns:a="http://schemas.openxmlformats.org/drawingml/2006/main" noGrp="1"/>
          </p:cNvSpPr>
          <p:nvPr/>
        </p:nvSpPr>
        <p:spPr>
          <a:xfrm xmlns:a="http://schemas.openxmlformats.org/drawingml/2006/main">
            <a:off x="666750" y="44196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and do not affect the inverse Fourier integral.</a:t>
            </a:r>
          </a:p>
        </p:txBody>
      </p:sp>
      <p:pic>
        <p:nvPicPr>
          <p:cNvPr id="9" name="content-0" descr="Y(f)=\begin{cases}\operatorname{sinc}(f),&amp;|f|&lt;1/2,\\0,&amp;|f|&gt;1/2.\end{cases}">
            <a:extLst xmlns:a="http://schemas.openxmlformats.org/drawingml/2006/main">
              <a:ext uri="{FF2B5EF4-FFF2-40B4-BE49-F238E27FC236}">
                <a16:creationId xmlns:a16="http://schemas.microsoft.com/office/drawing/2014/main" id="{A00A498B-16D1-446D-A9E2-1B162F81573E}"/>
              </a:ext>
            </a:extLst>
          </p:cNvPr>
          <p:cNvPicPr>
            <a:picLocks xmlns:a="http://schemas.openxmlformats.org/drawingml/2006/main" noChangeAspect="1"/>
          </p:cNvPicPr>
          <p:nvPr/>
        </p:nvPicPr>
        <p:blipFill>
          <a:blip xmlns:r="http://schemas.openxmlformats.org/officeDocument/2006/relationships" xmlns:a="http://schemas.openxmlformats.org/drawingml/2006/main" r:embed="R555ee74a840e416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353741"/>
            <a:ext cx="2743200" cy="569119"/>
          </a:xfrm>
          <a:prstGeom xmlns:a="http://schemas.openxmlformats.org/drawingml/2006/main" prst="rect">
            <a:avLst/>
          </a:prstGeom>
        </p:spPr>
      </p:pic>
    </p:spTree>
    <p:extLst>
      <p:ext uri="{BB962C8B-B14F-4D97-AF65-F5344CB8AC3E}">
        <p14:creationId xmlns:p14="http://schemas.microsoft.com/office/powerpoint/2010/main" val="36472356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5: 3 dB Bandwidth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381A952-D836-4D36-BFC9-E206D00ED3B2}"/>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F3E5E67E-BD29-4D89-842B-D40DA5C6CD92}"/>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8ACAB93D-CB56-4F56-A3F2-BF06F4B6CA60}"/>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Given the following spectrum, where fs = 100 Hz is a given frequency parameter, find its 3 dB bandwidth. Here fs is not a sampling</a:t>
            </a:r>
          </a:p>
        </p:txBody>
      </p:sp>
      <p:sp>
        <p:nvSpPr>
          <p:cNvPr id="7" name="content-2">
            <a:extLst xmlns:a="http://schemas.openxmlformats.org/drawingml/2006/main">
              <a:ext uri="{FF2B5EF4-FFF2-40B4-BE49-F238E27FC236}">
                <a16:creationId xmlns:a16="http://schemas.microsoft.com/office/drawing/2014/main" id="{3F8C328D-A57D-47F4-873F-01092103CA6B}"/>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frequency.</a:t>
            </a:r>
          </a:p>
        </p:txBody>
      </p:sp>
      <p:sp>
        <p:nvSpPr>
          <p:cNvPr id="8" name="content-4">
            <a:extLst xmlns:a="http://schemas.openxmlformats.org/drawingml/2006/main">
              <a:ext uri="{FF2B5EF4-FFF2-40B4-BE49-F238E27FC236}">
                <a16:creationId xmlns:a16="http://schemas.microsoft.com/office/drawing/2014/main" id="{A5F34E81-B98C-4A22-A24F-FDC9F5806B5C}"/>
              </a:ext>
            </a:extLst>
          </p:cNvPr>
          <p:cNvSpPr>
            <a:spLocks xmlns:a="http://schemas.openxmlformats.org/drawingml/2006/main" noGrp="1"/>
          </p:cNvSpPr>
          <p:nvPr/>
        </p:nvSpPr>
        <p:spPr>
          <a:xfrm xmlns:a="http://schemas.openxmlformats.org/drawingml/2006/main">
            <a:off x="666750" y="24479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9" name="content-4-line">
            <a:extLst xmlns:a="http://schemas.openxmlformats.org/drawingml/2006/main">
              <a:ext uri="{FF2B5EF4-FFF2-40B4-BE49-F238E27FC236}">
                <a16:creationId xmlns:a16="http://schemas.microsoft.com/office/drawing/2014/main" id="{59899F93-CD9A-4FD4-9817-4F9BFA8D0EAD}"/>
              </a:ext>
            </a:extLst>
          </p:cNvPr>
          <p:cNvSpPr>
            <a:spLocks xmlns:a="http://schemas.openxmlformats.org/drawingml/2006/main" noGrp="1"/>
          </p:cNvSpPr>
          <p:nvPr/>
        </p:nvSpPr>
        <p:spPr>
          <a:xfrm xmlns:a="http://schemas.openxmlformats.org/drawingml/2006/main">
            <a:off x="1762125" y="259080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0" name="content-5">
            <a:extLst xmlns:a="http://schemas.openxmlformats.org/drawingml/2006/main">
              <a:ext uri="{FF2B5EF4-FFF2-40B4-BE49-F238E27FC236}">
                <a16:creationId xmlns:a16="http://schemas.microsoft.com/office/drawing/2014/main" id="{6063AE32-64AD-4BB7-9208-B2376FED38B1}"/>
              </a:ext>
            </a:extLst>
          </p:cNvPr>
          <p:cNvSpPr>
            <a:spLocks xmlns:a="http://schemas.openxmlformats.org/drawingml/2006/main" noGrp="1"/>
          </p:cNvSpPr>
          <p:nvPr/>
        </p:nvSpPr>
        <p:spPr>
          <a:xfrm xmlns:a="http://schemas.openxmlformats.org/drawingml/2006/main">
            <a:off x="666750" y="27051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course uses the positive, one-sided half-power frequency for the baseband 3 dB bandwidth. Half power means an amplitude ratio</a:t>
            </a:r>
          </a:p>
        </p:txBody>
      </p:sp>
      <p:sp>
        <p:nvSpPr>
          <p:cNvPr id="11" name="content-6">
            <a:extLst xmlns:a="http://schemas.openxmlformats.org/drawingml/2006/main">
              <a:ext uri="{FF2B5EF4-FFF2-40B4-BE49-F238E27FC236}">
                <a16:creationId xmlns:a16="http://schemas.microsoft.com/office/drawing/2014/main" id="{ECE06EEF-27A5-4538-9BC4-0C68A5DA0CE7}"/>
              </a:ext>
            </a:extLst>
          </p:cNvPr>
          <p:cNvSpPr>
            <a:spLocks xmlns:a="http://schemas.openxmlformats.org/drawingml/2006/main" noGrp="1"/>
          </p:cNvSpPr>
          <p:nvPr/>
        </p:nvSpPr>
        <p:spPr>
          <a:xfrm xmlns:a="http://schemas.openxmlformats.org/drawingml/2006/main">
            <a:off x="666750" y="29337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1/sqrt(2), not 1/2.</a:t>
            </a:r>
          </a:p>
        </p:txBody>
      </p:sp>
      <p:pic>
        <p:nvPicPr>
          <p:cNvPr id="12" name="content-3" descr="X(f)=\frac{f_s^2}{f_s^2+f^2},\qquad f_s=100\,\mathrm{Hz}.">
            <a:extLst xmlns:a="http://schemas.openxmlformats.org/drawingml/2006/main">
              <a:ext uri="{FF2B5EF4-FFF2-40B4-BE49-F238E27FC236}">
                <a16:creationId xmlns:a16="http://schemas.microsoft.com/office/drawing/2014/main" id="{D4E5E2AA-9454-426A-A6D8-727A0C321F71}"/>
              </a:ext>
            </a:extLst>
          </p:cNvPr>
          <p:cNvPicPr>
            <a:picLocks xmlns:a="http://schemas.openxmlformats.org/drawingml/2006/main" noChangeAspect="1"/>
          </p:cNvPicPr>
          <p:nvPr/>
        </p:nvPicPr>
        <p:blipFill>
          <a:blip xmlns:r="http://schemas.openxmlformats.org/officeDocument/2006/relationships" xmlns:a="http://schemas.openxmlformats.org/drawingml/2006/main" r:embed="Rdd50137c7c8444f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028230"/>
            <a:ext cx="2857500" cy="325041"/>
          </a:xfrm>
          <a:prstGeom xmlns:a="http://schemas.openxmlformats.org/drawingml/2006/main" prst="rect">
            <a:avLst/>
          </a:prstGeom>
        </p:spPr>
      </p:pic>
      <p:pic>
        <p:nvPicPr>
          <p:cNvPr id="13" name="content-7" descr="X(0)=1,\qquad |X(f_{3\mathrm{dB}})|^2=\tfrac12|X(0)|^2.">
            <a:extLst xmlns:a="http://schemas.openxmlformats.org/drawingml/2006/main">
              <a:ext uri="{FF2B5EF4-FFF2-40B4-BE49-F238E27FC236}">
                <a16:creationId xmlns:a16="http://schemas.microsoft.com/office/drawing/2014/main" id="{D6B7174E-1320-43D5-B336-2A157F2B7D5A}"/>
              </a:ext>
            </a:extLst>
          </p:cNvPr>
          <p:cNvPicPr>
            <a:picLocks xmlns:a="http://schemas.openxmlformats.org/drawingml/2006/main" noChangeAspect="1"/>
          </p:cNvPicPr>
          <p:nvPr/>
        </p:nvPicPr>
        <p:blipFill>
          <a:blip xmlns:r="http://schemas.openxmlformats.org/officeDocument/2006/relationships" xmlns:a="http://schemas.openxmlformats.org/drawingml/2006/main" r:embed="Ra2406b4843574b0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205758"/>
            <a:ext cx="3448050" cy="236934"/>
          </a:xfrm>
          <a:prstGeom xmlns:a="http://schemas.openxmlformats.org/drawingml/2006/main" prst="rect">
            <a:avLst/>
          </a:prstGeom>
        </p:spPr>
      </p:pic>
      <p:pic>
        <p:nvPicPr>
          <p:cNvPr id="14" name="content-8" descr="\left(\frac{f_s^2}{f_s^2+f_{3\mathrm{dB}}^2}\right)^2=\tfrac12.">
            <a:extLst xmlns:a="http://schemas.openxmlformats.org/drawingml/2006/main">
              <a:ext uri="{FF2B5EF4-FFF2-40B4-BE49-F238E27FC236}">
                <a16:creationId xmlns:a16="http://schemas.microsoft.com/office/drawing/2014/main" id="{EF8502B8-8EDE-4465-A002-CAFB038C83EF}"/>
              </a:ext>
            </a:extLst>
          </p:cNvPr>
          <p:cNvPicPr>
            <a:picLocks xmlns:a="http://schemas.openxmlformats.org/drawingml/2006/main" noChangeAspect="1"/>
          </p:cNvPicPr>
          <p:nvPr/>
        </p:nvPicPr>
        <p:blipFill>
          <a:blip xmlns:r="http://schemas.openxmlformats.org/officeDocument/2006/relationships" xmlns:a="http://schemas.openxmlformats.org/drawingml/2006/main" r:embed="Rb1911f3d8a8d474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591520"/>
            <a:ext cx="1447800" cy="379809"/>
          </a:xfrm>
          <a:prstGeom xmlns:a="http://schemas.openxmlformats.org/drawingml/2006/main" prst="rect">
            <a:avLst/>
          </a:prstGeom>
        </p:spPr>
      </p:pic>
      <p:pic>
        <p:nvPicPr>
          <p:cNvPr id="15" name="content-9" descr="f_s^2+f_{3\mathrm{dB}}^2=\sqrt2\,f_s^2,\qquad f_{3\mathrm{dB}}^2=(\sqrt2-1)f_s^2.">
            <a:extLst xmlns:a="http://schemas.openxmlformats.org/drawingml/2006/main">
              <a:ext uri="{FF2B5EF4-FFF2-40B4-BE49-F238E27FC236}">
                <a16:creationId xmlns:a16="http://schemas.microsoft.com/office/drawing/2014/main" id="{89CA9B0F-3F88-465C-90D4-0E6A30B85FAF}"/>
              </a:ext>
            </a:extLst>
          </p:cNvPr>
          <p:cNvPicPr>
            <a:picLocks xmlns:a="http://schemas.openxmlformats.org/drawingml/2006/main" noChangeAspect="1"/>
          </p:cNvPicPr>
          <p:nvPr/>
        </p:nvPicPr>
        <p:blipFill>
          <a:blip xmlns:r="http://schemas.openxmlformats.org/officeDocument/2006/relationships" xmlns:a="http://schemas.openxmlformats.org/drawingml/2006/main" r:embed="Ra9698fce72f74f6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4116586"/>
            <a:ext cx="3905250" cy="225028"/>
          </a:xfrm>
          <a:prstGeom xmlns:a="http://schemas.openxmlformats.org/drawingml/2006/main" prst="rect">
            <a:avLst/>
          </a:prstGeom>
        </p:spPr>
      </p:pic>
    </p:spTree>
    <p:extLst>
      <p:ext uri="{BB962C8B-B14F-4D97-AF65-F5344CB8AC3E}">
        <p14:creationId xmlns:p14="http://schemas.microsoft.com/office/powerpoint/2010/main" val="14852249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5: 3 dB Bandwidth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5BE0578-88DD-4CAF-82FF-CCFDA38FCABE}"/>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1" descr="Redrawn exercise diagram; not a source-page screenshot.">
            <a:extLst xmlns:a="http://schemas.openxmlformats.org/drawingml/2006/main">
              <a:ext uri="{FF2B5EF4-FFF2-40B4-BE49-F238E27FC236}">
                <a16:creationId xmlns:a16="http://schemas.microsoft.com/office/drawing/2014/main" id="{82C2E137-B032-4761-A077-4F33A0B19761}"/>
              </a:ext>
            </a:extLst>
          </p:cNvPr>
          <p:cNvPicPr>
            <a:picLocks xmlns:a="http://schemas.openxmlformats.org/drawingml/2006/main" noChangeAspect="1"/>
          </p:cNvPicPr>
          <p:nvPr/>
        </p:nvPicPr>
        <p:blipFill>
          <a:blip xmlns:r="http://schemas.openxmlformats.org/officeDocument/2006/relationships" xmlns:a="http://schemas.openxmlformats.org/drawingml/2006/main" r:embed="R34027ed2fdcb4a31"/>
          <a:stretch xmlns:a="http://schemas.openxmlformats.org/drawingml/2006/main"/>
        </p:blipFill>
        <p:spPr>
          <a:xfrm xmlns:a="http://schemas.openxmlformats.org/drawingml/2006/main">
            <a:off x="2693079" y="1600200"/>
            <a:ext cx="6901092" cy="1847850"/>
          </a:xfrm>
          <a:prstGeom xmlns:a="http://schemas.openxmlformats.org/drawingml/2006/main" prst="rect">
            <a:avLst/>
          </a:prstGeom>
        </p:spPr>
      </p:pic>
      <p:sp>
        <p:nvSpPr>
          <p:cNvPr id="6" name="content-2">
            <a:extLst xmlns:a="http://schemas.openxmlformats.org/drawingml/2006/main">
              <a:ext uri="{FF2B5EF4-FFF2-40B4-BE49-F238E27FC236}">
                <a16:creationId xmlns:a16="http://schemas.microsoft.com/office/drawing/2014/main" id="{1ACDE558-343B-4FB2-BAFC-39B0F337BB03}"/>
              </a:ext>
            </a:extLst>
          </p:cNvPr>
          <p:cNvSpPr>
            <a:spLocks xmlns:a="http://schemas.openxmlformats.org/drawingml/2006/main" noGrp="1"/>
          </p:cNvSpPr>
          <p:nvPr/>
        </p:nvSpPr>
        <p:spPr>
          <a:xfrm xmlns:a="http://schemas.openxmlformats.org/drawingml/2006/main">
            <a:off x="666750" y="35052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half-power point has amplitude 1/sqrt(2) at 64.36 Hz. An amplitude of 0.5 at 100 Hz instead corresponds to -6.02 dB. The two-sided</a:t>
            </a:r>
          </a:p>
        </p:txBody>
      </p:sp>
      <p:sp>
        <p:nvSpPr>
          <p:cNvPr id="7" name="content-3">
            <a:extLst xmlns:a="http://schemas.openxmlformats.org/drawingml/2006/main">
              <a:ext uri="{FF2B5EF4-FFF2-40B4-BE49-F238E27FC236}">
                <a16:creationId xmlns:a16="http://schemas.microsoft.com/office/drawing/2014/main" id="{2E637946-ACDC-4AC2-B2FF-23766E6D638F}"/>
              </a:ext>
            </a:extLst>
          </p:cNvPr>
          <p:cNvSpPr>
            <a:spLocks xmlns:a="http://schemas.openxmlformats.org/drawingml/2006/main" noGrp="1"/>
          </p:cNvSpPr>
          <p:nvPr/>
        </p:nvSpPr>
        <p:spPr>
          <a:xfrm xmlns:a="http://schemas.openxmlformats.org/drawingml/2006/main">
            <a:off x="666750" y="37338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half-power interval is [-64.36,64.36] Hz; its width is 128.72 Hz, while the one-sided baseband bandwidth is 64.36 Hz.</a:t>
            </a:r>
          </a:p>
        </p:txBody>
      </p:sp>
      <p:pic>
        <p:nvPicPr>
          <p:cNvPr id="10" name="content-0" descr="B_{3\mathrm{dB}}=f_{3\mathrm{dB}}=100\sqrt{\sqrt2-1}\,\mathrm{Hz}\approx64.36\,\mathrm{Hz}.">
            <a:extLst xmlns:a="http://schemas.openxmlformats.org/drawingml/2006/main">
              <a:ext uri="{FF2B5EF4-FFF2-40B4-BE49-F238E27FC236}">
                <a16:creationId xmlns:a16="http://schemas.microsoft.com/office/drawing/2014/main" id="{52049813-BA73-4C05-B03E-646DAF527511}"/>
              </a:ext>
            </a:extLst>
          </p:cNvPr>
          <p:cNvPicPr>
            <a:picLocks xmlns:a="http://schemas.openxmlformats.org/drawingml/2006/main" noChangeAspect="1"/>
          </p:cNvPicPr>
          <p:nvPr/>
        </p:nvPicPr>
        <p:blipFill>
          <a:blip xmlns:r="http://schemas.openxmlformats.org/officeDocument/2006/relationships" xmlns:a="http://schemas.openxmlformats.org/drawingml/2006/main" r:embed="Rca408f7e1e12426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295400"/>
            <a:ext cx="4076700" cy="228600"/>
          </a:xfrm>
          <a:prstGeom xmlns:a="http://schemas.openxmlformats.org/drawingml/2006/main" prst="rect">
            <a:avLst/>
          </a:prstGeom>
        </p:spPr>
      </p:pic>
    </p:spTree>
    <p:extLst>
      <p:ext uri="{BB962C8B-B14F-4D97-AF65-F5344CB8AC3E}">
        <p14:creationId xmlns:p14="http://schemas.microsoft.com/office/powerpoint/2010/main" val="190574732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6: AM of a Sinc Message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25C3DA9-6B93-421E-B31E-6AA7702A96BE}"/>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11336DD6-DBF4-466A-9105-32585413D4E8}"/>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25FB3474-1429-4417-9EF6-4D9781B523D2}"/>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Suppose m(t) = sinc(t). Transmit it using conventional AM with carrier c(t) = 2 cos(2 pi fc t), where fc = 40 kHz. (a) Find and sketch M(f).</a:t>
            </a:r>
          </a:p>
        </p:txBody>
      </p:sp>
      <p:sp>
        <p:nvSpPr>
          <p:cNvPr id="7" name="content-2">
            <a:extLst xmlns:a="http://schemas.openxmlformats.org/drawingml/2006/main">
              <a:ext uri="{FF2B5EF4-FFF2-40B4-BE49-F238E27FC236}">
                <a16:creationId xmlns:a16="http://schemas.microsoft.com/office/drawing/2014/main" id="{67D29C20-6D44-4D3E-9BA3-62235E6F98BE}"/>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Sketch the spectrum S(f) of the AM signal. (c) Specify the bandwidths of M(f) and S(f), considering their dominant frequency</a:t>
            </a:r>
          </a:p>
        </p:txBody>
      </p:sp>
      <p:sp>
        <p:nvSpPr>
          <p:cNvPr id="8" name="content-3">
            <a:extLst xmlns:a="http://schemas.openxmlformats.org/drawingml/2006/main">
              <a:ext uri="{FF2B5EF4-FFF2-40B4-BE49-F238E27FC236}">
                <a16:creationId xmlns:a16="http://schemas.microsoft.com/office/drawing/2014/main" id="{DD2FF4E5-6A3E-4960-9807-D9ECECDEB5DF}"/>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components.</a:t>
            </a:r>
          </a:p>
        </p:txBody>
      </p:sp>
      <p:sp>
        <p:nvSpPr>
          <p:cNvPr id="9" name="content-5">
            <a:extLst xmlns:a="http://schemas.openxmlformats.org/drawingml/2006/main">
              <a:ext uri="{FF2B5EF4-FFF2-40B4-BE49-F238E27FC236}">
                <a16:creationId xmlns:a16="http://schemas.microsoft.com/office/drawing/2014/main" id="{92E54709-F2B2-42FB-B0D3-27F721A84AEE}"/>
              </a:ext>
            </a:extLst>
          </p:cNvPr>
          <p:cNvSpPr>
            <a:spLocks xmlns:a="http://schemas.openxmlformats.org/drawingml/2006/main" noGrp="1"/>
          </p:cNvSpPr>
          <p:nvPr/>
        </p:nvSpPr>
        <p:spPr>
          <a:xfrm xmlns:a="http://schemas.openxmlformats.org/drawingml/2006/main">
            <a:off x="666750" y="2505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First give the spectrum for general k_a. For the numerical spectrum sketch, take k_a = 1.</a:t>
            </a:r>
          </a:p>
        </p:txBody>
      </p:sp>
      <p:sp>
        <p:nvSpPr>
          <p:cNvPr id="11" name="content-7">
            <a:extLst xmlns:a="http://schemas.openxmlformats.org/drawingml/2006/main">
              <a:ext uri="{FF2B5EF4-FFF2-40B4-BE49-F238E27FC236}">
                <a16:creationId xmlns:a16="http://schemas.microsoft.com/office/drawing/2014/main" id="{0A34965C-94E5-4BCF-80F1-1763C9A7B516}"/>
              </a:ext>
            </a:extLst>
          </p:cNvPr>
          <p:cNvSpPr>
            <a:spLocks xmlns:a="http://schemas.openxmlformats.org/drawingml/2006/main" noGrp="1"/>
          </p:cNvSpPr>
          <p:nvPr/>
        </p:nvSpPr>
        <p:spPr>
          <a:xfrm xmlns:a="http://schemas.openxmlformats.org/drawingml/2006/main">
            <a:off x="666750" y="29622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2" name="content-7-line">
            <a:extLst xmlns:a="http://schemas.openxmlformats.org/drawingml/2006/main">
              <a:ext uri="{FF2B5EF4-FFF2-40B4-BE49-F238E27FC236}">
                <a16:creationId xmlns:a16="http://schemas.microsoft.com/office/drawing/2014/main" id="{93AEA5B5-C173-4D2A-BFAF-8F669C41F435}"/>
              </a:ext>
            </a:extLst>
          </p:cNvPr>
          <p:cNvSpPr>
            <a:spLocks xmlns:a="http://schemas.openxmlformats.org/drawingml/2006/main" noGrp="1"/>
          </p:cNvSpPr>
          <p:nvPr/>
        </p:nvSpPr>
        <p:spPr>
          <a:xfrm xmlns:a="http://schemas.openxmlformats.org/drawingml/2006/main">
            <a:off x="1762125" y="31051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3" name="content-8">
            <a:extLst xmlns:a="http://schemas.openxmlformats.org/drawingml/2006/main">
              <a:ext uri="{FF2B5EF4-FFF2-40B4-BE49-F238E27FC236}">
                <a16:creationId xmlns:a16="http://schemas.microsoft.com/office/drawing/2014/main" id="{E1D408C2-5C2E-403B-96C5-626D611E28D3}"/>
              </a:ext>
            </a:extLst>
          </p:cNvPr>
          <p:cNvSpPr>
            <a:spLocks xmlns:a="http://schemas.openxmlformats.org/drawingml/2006/main" noGrp="1"/>
          </p:cNvSpPr>
          <p:nvPr/>
        </p:nvSpPr>
        <p:spPr>
          <a:xfrm xmlns:a="http://schemas.openxmlformats.org/drawingml/2006/main">
            <a:off x="666750" y="32194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Apply duality to rect(t) &lt;-&gt; sinc(f); rect is even.</a:t>
            </a:r>
          </a:p>
        </p:txBody>
      </p:sp>
      <p:pic>
        <p:nvPicPr>
          <p:cNvPr id="14" name="content-10" descr="Redrawn exercise diagram; not a source-page screenshot.">
            <a:extLst xmlns:a="http://schemas.openxmlformats.org/drawingml/2006/main">
              <a:ext uri="{FF2B5EF4-FFF2-40B4-BE49-F238E27FC236}">
                <a16:creationId xmlns:a16="http://schemas.microsoft.com/office/drawing/2014/main" id="{809536A5-E39A-40CA-881C-1355ACA72A4B}"/>
              </a:ext>
            </a:extLst>
          </p:cNvPr>
          <p:cNvPicPr>
            <a:picLocks xmlns:a="http://schemas.openxmlformats.org/drawingml/2006/main" noChangeAspect="1"/>
          </p:cNvPicPr>
          <p:nvPr/>
        </p:nvPicPr>
        <p:blipFill>
          <a:blip xmlns:r="http://schemas.openxmlformats.org/officeDocument/2006/relationships" xmlns:a="http://schemas.openxmlformats.org/drawingml/2006/main" r:embed="R3836255230fe4b0e"/>
          <a:stretch xmlns:a="http://schemas.openxmlformats.org/drawingml/2006/main"/>
        </p:blipFill>
        <p:spPr>
          <a:xfrm xmlns:a="http://schemas.openxmlformats.org/drawingml/2006/main">
            <a:off x="2905125" y="3752850"/>
            <a:ext cx="6477000" cy="1619250"/>
          </a:xfrm>
          <a:prstGeom xmlns:a="http://schemas.openxmlformats.org/drawingml/2006/main" prst="rect">
            <a:avLst/>
          </a:prstGeom>
        </p:spPr>
      </p:pic>
      <p:sp>
        <p:nvSpPr>
          <p:cNvPr id="15" name="content-11">
            <a:extLst xmlns:a="http://schemas.openxmlformats.org/drawingml/2006/main">
              <a:ext uri="{FF2B5EF4-FFF2-40B4-BE49-F238E27FC236}">
                <a16:creationId xmlns:a16="http://schemas.microsoft.com/office/drawing/2014/main" id="{6D25593A-324F-42B4-8B11-BBEF163C3552}"/>
              </a:ext>
            </a:extLst>
          </p:cNvPr>
          <p:cNvSpPr>
            <a:spLocks xmlns:a="http://schemas.openxmlformats.org/drawingml/2006/main" noGrp="1"/>
          </p:cNvSpPr>
          <p:nvPr/>
        </p:nvSpPr>
        <p:spPr>
          <a:xfrm xmlns:a="http://schemas.openxmlformats.org/drawingml/2006/main">
            <a:off x="666750" y="54292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M(f) has level 1 for -0.5 &lt; f &lt; 0.5 Hz and is zero outside. Thus the exact one-sided baseband support is W = 0.5 Hz.</a:t>
            </a:r>
          </a:p>
        </p:txBody>
      </p:sp>
      <p:sp>
        <p:nvSpPr>
          <p:cNvPr id="16" name="content-12">
            <a:extLst xmlns:a="http://schemas.openxmlformats.org/drawingml/2006/main">
              <a:ext uri="{FF2B5EF4-FFF2-40B4-BE49-F238E27FC236}">
                <a16:creationId xmlns:a16="http://schemas.microsoft.com/office/drawing/2014/main" id="{F569460E-1FE0-49D1-BB0C-7A0CDB195A70}"/>
              </a:ext>
            </a:extLst>
          </p:cNvPr>
          <p:cNvSpPr>
            <a:spLocks xmlns:a="http://schemas.openxmlformats.org/drawingml/2006/main" noGrp="1"/>
          </p:cNvSpPr>
          <p:nvPr/>
        </p:nvSpPr>
        <p:spPr>
          <a:xfrm xmlns:a="http://schemas.openxmlformats.org/drawingml/2006/main">
            <a:off x="666750" y="56578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Separate the unmodulated carrier and the message-bearing product. The factor 2 in c(t) cancels the 1/2 in the cosine transform.</a:t>
            </a:r>
          </a:p>
        </p:txBody>
      </p:sp>
      <p:pic>
        <p:nvPicPr>
          <p:cNvPr id="17" name="content-4" descr="s(t)=[1+k_am(t)]c(t),\qquad m(t)=\operatorname{sinc}(t),\qquad f_c=40000\,\mathrm{Hz}.">
            <a:extLst xmlns:a="http://schemas.openxmlformats.org/drawingml/2006/main">
              <a:ext uri="{FF2B5EF4-FFF2-40B4-BE49-F238E27FC236}">
                <a16:creationId xmlns:a16="http://schemas.microsoft.com/office/drawing/2014/main" id="{F6644B68-464E-416F-9783-1E7A2AB9A906}"/>
              </a:ext>
            </a:extLst>
          </p:cNvPr>
          <p:cNvPicPr>
            <a:picLocks xmlns:a="http://schemas.openxmlformats.org/drawingml/2006/main" noChangeAspect="1"/>
          </p:cNvPicPr>
          <p:nvPr/>
        </p:nvPicPr>
        <p:blipFill>
          <a:blip xmlns:r="http://schemas.openxmlformats.org/officeDocument/2006/relationships" xmlns:a="http://schemas.openxmlformats.org/drawingml/2006/main" r:embed="R35a9d2538cf342e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238970"/>
            <a:ext cx="5886450" cy="189309"/>
          </a:xfrm>
          <a:prstGeom xmlns:a="http://schemas.openxmlformats.org/drawingml/2006/main" prst="rect">
            <a:avLst/>
          </a:prstGeom>
        </p:spPr>
      </p:pic>
      <p:pic>
        <p:nvPicPr>
          <p:cNvPr id="18" name="content-9" descr="\operatorname{rect}(t)\longleftrightarrow\operatorname{sinc}(f)\quad\Longrightarrow\quad M(f)=\operatorname{rect}(-f)=\operatorname{rect}(f).">
            <a:extLst xmlns:a="http://schemas.openxmlformats.org/drawingml/2006/main">
              <a:ext uri="{FF2B5EF4-FFF2-40B4-BE49-F238E27FC236}">
                <a16:creationId xmlns:a16="http://schemas.microsoft.com/office/drawing/2014/main" id="{0B7A0666-1828-4752-AFCE-820146E36D53}"/>
              </a:ext>
            </a:extLst>
          </p:cNvPr>
          <p:cNvPicPr>
            <a:picLocks xmlns:a="http://schemas.openxmlformats.org/drawingml/2006/main" noChangeAspect="1"/>
          </p:cNvPicPr>
          <p:nvPr/>
        </p:nvPicPr>
        <p:blipFill>
          <a:blip xmlns:r="http://schemas.openxmlformats.org/officeDocument/2006/relationships" xmlns:a="http://schemas.openxmlformats.org/drawingml/2006/main" r:embed="Rc8e42755ab8a426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486150"/>
            <a:ext cx="5219700" cy="190500"/>
          </a:xfrm>
          <a:prstGeom xmlns:a="http://schemas.openxmlformats.org/drawingml/2006/main" prst="rect">
            <a:avLst/>
          </a:prstGeom>
        </p:spPr>
      </p:pic>
    </p:spTree>
    <p:extLst>
      <p:ext uri="{BB962C8B-B14F-4D97-AF65-F5344CB8AC3E}">
        <p14:creationId xmlns:p14="http://schemas.microsoft.com/office/powerpoint/2010/main" val="66768822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6: AM of a Sinc Message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75C4D20-32A6-4B4C-B088-18F1F3DE288A}"/>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3" descr="Redrawn exercise diagram; not a source-page screenshot.">
            <a:extLst xmlns:a="http://schemas.openxmlformats.org/drawingml/2006/main">
              <a:ext uri="{FF2B5EF4-FFF2-40B4-BE49-F238E27FC236}">
                <a16:creationId xmlns:a16="http://schemas.microsoft.com/office/drawing/2014/main" id="{C2306352-DD2B-42D1-89DF-7D201004C3A2}"/>
              </a:ext>
            </a:extLst>
          </p:cNvPr>
          <p:cNvPicPr>
            <a:picLocks xmlns:a="http://schemas.openxmlformats.org/drawingml/2006/main" noChangeAspect="1"/>
          </p:cNvPicPr>
          <p:nvPr/>
        </p:nvPicPr>
        <p:blipFill>
          <a:blip xmlns:r="http://schemas.openxmlformats.org/officeDocument/2006/relationships" xmlns:a="http://schemas.openxmlformats.org/drawingml/2006/main" r:embed="R02acf491f2b14bb4"/>
          <a:stretch xmlns:a="http://schemas.openxmlformats.org/drawingml/2006/main"/>
        </p:blipFill>
        <p:spPr>
          <a:xfrm xmlns:a="http://schemas.openxmlformats.org/drawingml/2006/main">
            <a:off x="2447925" y="2247900"/>
            <a:ext cx="7391400" cy="1847850"/>
          </a:xfrm>
          <a:prstGeom xmlns:a="http://schemas.openxmlformats.org/drawingml/2006/main" prst="rect">
            <a:avLst/>
          </a:prstGeom>
        </p:spPr>
      </p:pic>
      <p:sp>
        <p:nvSpPr>
          <p:cNvPr id="6" name="content-4">
            <a:extLst xmlns:a="http://schemas.openxmlformats.org/drawingml/2006/main">
              <a:ext uri="{FF2B5EF4-FFF2-40B4-BE49-F238E27FC236}">
                <a16:creationId xmlns:a16="http://schemas.microsoft.com/office/drawing/2014/main" id="{EC56B443-898F-4442-807C-6C00DF7FAB86}"/>
              </a:ext>
            </a:extLst>
          </p:cNvPr>
          <p:cNvSpPr>
            <a:spLocks xmlns:a="http://schemas.openxmlformats.org/drawingml/2006/main" noGrp="1"/>
          </p:cNvSpPr>
          <p:nvPr/>
        </p:nvSpPr>
        <p:spPr>
          <a:xfrm xmlns:a="http://schemas.openxmlformats.org/drawingml/2006/main">
            <a:off x="666750" y="4152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two rectangles have level 1 and width 1 Hz, centered at +/-40 kHz. Each carrier impulse has weight 1. The positive-frequency band is</a:t>
            </a:r>
          </a:p>
        </p:txBody>
      </p:sp>
      <p:sp>
        <p:nvSpPr>
          <p:cNvPr id="7" name="content-5">
            <a:extLst xmlns:a="http://schemas.openxmlformats.org/drawingml/2006/main">
              <a:ext uri="{FF2B5EF4-FFF2-40B4-BE49-F238E27FC236}">
                <a16:creationId xmlns:a16="http://schemas.microsoft.com/office/drawing/2014/main" id="{9ED01759-5DA7-462E-BAEA-23195638AC4A}"/>
              </a:ext>
            </a:extLst>
          </p:cNvPr>
          <p:cNvSpPr>
            <a:spLocks xmlns:a="http://schemas.openxmlformats.org/drawingml/2006/main" noGrp="1"/>
          </p:cNvSpPr>
          <p:nvPr/>
        </p:nvSpPr>
        <p:spPr>
          <a:xfrm xmlns:a="http://schemas.openxmlformats.org/drawingml/2006/main">
            <a:off x="666750" y="43815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[39999.5,40000.5] Hz and the negative-frequency band is [-40000.5,-39999.5] Hz. Impulse weights are not finite ordinary spectral heights.</a:t>
            </a:r>
          </a:p>
        </p:txBody>
      </p:sp>
      <p:sp>
        <p:nvSpPr>
          <p:cNvPr id="8" name="content-6">
            <a:extLst xmlns:a="http://schemas.openxmlformats.org/drawingml/2006/main">
              <a:ext uri="{FF2B5EF4-FFF2-40B4-BE49-F238E27FC236}">
                <a16:creationId xmlns:a16="http://schemas.microsoft.com/office/drawing/2014/main" id="{AD029D18-4F31-453D-9DEC-0E0D8F92777A}"/>
              </a:ext>
            </a:extLst>
          </p:cNvPr>
          <p:cNvSpPr>
            <a:spLocks xmlns:a="http://schemas.openxmlformats.org/drawingml/2006/main" noGrp="1"/>
          </p:cNvSpPr>
          <p:nvPr/>
        </p:nvSpPr>
        <p:spPr>
          <a:xfrm xmlns:a="http://schemas.openxmlformats.org/drawingml/2006/main">
            <a:off x="666750" y="46101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 For the nonzero modulation ka = 1, the baseband bandwidth is the largest positive message frequency; the passband transmission</a:t>
            </a:r>
          </a:p>
        </p:txBody>
      </p:sp>
      <p:sp>
        <p:nvSpPr>
          <p:cNvPr id="9" name="content-7">
            <a:extLst xmlns:a="http://schemas.openxmlformats.org/drawingml/2006/main">
              <a:ext uri="{FF2B5EF4-FFF2-40B4-BE49-F238E27FC236}">
                <a16:creationId xmlns:a16="http://schemas.microsoft.com/office/drawing/2014/main" id="{8FAC33D8-54B9-4915-B8E6-44EDE1EEC86C}"/>
              </a:ext>
            </a:extLst>
          </p:cNvPr>
          <p:cNvSpPr>
            <a:spLocks xmlns:a="http://schemas.openxmlformats.org/drawingml/2006/main" noGrp="1"/>
          </p:cNvSpPr>
          <p:nvPr/>
        </p:nvSpPr>
        <p:spPr>
          <a:xfrm xmlns:a="http://schemas.openxmlformats.org/drawingml/2006/main">
            <a:off x="666750" y="48387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bandwidth is the width of the positive-frequency band.</a:t>
            </a:r>
          </a:p>
        </p:txBody>
      </p:sp>
      <p:sp>
        <p:nvSpPr>
          <p:cNvPr id="10" name="content-9">
            <a:extLst xmlns:a="http://schemas.openxmlformats.org/drawingml/2006/main">
              <a:ext uri="{FF2B5EF4-FFF2-40B4-BE49-F238E27FC236}">
                <a16:creationId xmlns:a16="http://schemas.microsoft.com/office/drawing/2014/main" id="{FF40B668-6AC3-4181-A2D1-D5A6B1A5F7D5}"/>
              </a:ext>
            </a:extLst>
          </p:cNvPr>
          <p:cNvSpPr>
            <a:spLocks xmlns:a="http://schemas.openxmlformats.org/drawingml/2006/main" noGrp="1"/>
          </p:cNvSpPr>
          <p:nvPr/>
        </p:nvSpPr>
        <p:spPr>
          <a:xfrm xmlns:a="http://schemas.openxmlformats.org/drawingml/2006/main">
            <a:off x="666750" y="53721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Do not call the distance from the far negative-frequency edge to the far positive-frequency edge the transmission bandwidth. The sinc</a:t>
            </a:r>
          </a:p>
        </p:txBody>
      </p:sp>
      <p:sp>
        <p:nvSpPr>
          <p:cNvPr id="11" name="content-10">
            <a:extLst xmlns:a="http://schemas.openxmlformats.org/drawingml/2006/main">
              <a:ext uri="{FF2B5EF4-FFF2-40B4-BE49-F238E27FC236}">
                <a16:creationId xmlns:a16="http://schemas.microsoft.com/office/drawing/2014/main" id="{6FCEC592-792A-44BC-9045-89D0D26E0F30}"/>
              </a:ext>
            </a:extLst>
          </p:cNvPr>
          <p:cNvSpPr>
            <a:spLocks xmlns:a="http://schemas.openxmlformats.org/drawingml/2006/main" noGrp="1"/>
          </p:cNvSpPr>
          <p:nvPr/>
        </p:nvSpPr>
        <p:spPr>
          <a:xfrm xmlns:a="http://schemas.openxmlformats.org/drawingml/2006/main">
            <a:off x="666750" y="56007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message is exactly bandlimited, so these are exact support widths. A sufficient envelope condition is |ka| &lt;= 1 because |sinc(t)| &lt;= 1.</a:t>
            </a:r>
          </a:p>
        </p:txBody>
      </p:sp>
      <p:pic>
        <p:nvPicPr>
          <p:cNvPr id="12" name="content-0" descr="s(t)=2\cos(2\pi f_ct)+2k_am(t)\cos(2\pi f_ct).">
            <a:extLst xmlns:a="http://schemas.openxmlformats.org/drawingml/2006/main">
              <a:ext uri="{FF2B5EF4-FFF2-40B4-BE49-F238E27FC236}">
                <a16:creationId xmlns:a16="http://schemas.microsoft.com/office/drawing/2014/main" id="{2A8CCD4D-403C-4415-95C6-AE862BCF92CC}"/>
              </a:ext>
            </a:extLst>
          </p:cNvPr>
          <p:cNvPicPr>
            <a:picLocks xmlns:a="http://schemas.openxmlformats.org/drawingml/2006/main" noChangeAspect="1"/>
          </p:cNvPicPr>
          <p:nvPr/>
        </p:nvPicPr>
        <p:blipFill>
          <a:blip xmlns:r="http://schemas.openxmlformats.org/officeDocument/2006/relationships" xmlns:a="http://schemas.openxmlformats.org/drawingml/2006/main" r:embed="R8ecab28bb99f4f4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295400"/>
            <a:ext cx="3771900" cy="190500"/>
          </a:xfrm>
          <a:prstGeom xmlns:a="http://schemas.openxmlformats.org/drawingml/2006/main" prst="rect">
            <a:avLst/>
          </a:prstGeom>
        </p:spPr>
      </p:pic>
      <p:pic>
        <p:nvPicPr>
          <p:cNvPr id="13" name="content-1" descr="S(f)=\delta(f-f_c)+\delta(f+f_c)+k_a[M(f-f_c)+M(f+f_c)].">
            <a:extLst xmlns:a="http://schemas.openxmlformats.org/drawingml/2006/main">
              <a:ext uri="{FF2B5EF4-FFF2-40B4-BE49-F238E27FC236}">
                <a16:creationId xmlns:a16="http://schemas.microsoft.com/office/drawing/2014/main" id="{C97057F5-F238-4795-9310-915D2B085211}"/>
              </a:ext>
            </a:extLst>
          </p:cNvPr>
          <p:cNvPicPr>
            <a:picLocks xmlns:a="http://schemas.openxmlformats.org/drawingml/2006/main" noChangeAspect="1"/>
          </p:cNvPicPr>
          <p:nvPr/>
        </p:nvPicPr>
        <p:blipFill>
          <a:blip xmlns:r="http://schemas.openxmlformats.org/officeDocument/2006/relationships" xmlns:a="http://schemas.openxmlformats.org/drawingml/2006/main" r:embed="Re7626922a29040c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600795"/>
            <a:ext cx="5200650" cy="189309"/>
          </a:xfrm>
          <a:prstGeom xmlns:a="http://schemas.openxmlformats.org/drawingml/2006/main" prst="rect">
            <a:avLst/>
          </a:prstGeom>
        </p:spPr>
      </p:pic>
      <p:pic>
        <p:nvPicPr>
          <p:cNvPr id="14" name="content-2" descr="S(f)\big|_{k_a=1}=\delta(f-f_c)+\delta(f+f_c)+\operatorname{rect}(f-f_c)+\operatorname{rect}(f+f_c).">
            <a:extLst xmlns:a="http://schemas.openxmlformats.org/drawingml/2006/main">
              <a:ext uri="{FF2B5EF4-FFF2-40B4-BE49-F238E27FC236}">
                <a16:creationId xmlns:a16="http://schemas.microsoft.com/office/drawing/2014/main" id="{008AED63-D816-4AC9-8BE9-D785A1397FFD}"/>
              </a:ext>
            </a:extLst>
          </p:cNvPr>
          <p:cNvPicPr>
            <a:picLocks xmlns:a="http://schemas.openxmlformats.org/drawingml/2006/main" noChangeAspect="1"/>
          </p:cNvPicPr>
          <p:nvPr/>
        </p:nvPicPr>
        <p:blipFill>
          <a:blip xmlns:r="http://schemas.openxmlformats.org/officeDocument/2006/relationships" xmlns:a="http://schemas.openxmlformats.org/drawingml/2006/main" r:embed="Ra6243756f0354f4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1910358"/>
            <a:ext cx="5657850" cy="255984"/>
          </a:xfrm>
          <a:prstGeom xmlns:a="http://schemas.openxmlformats.org/drawingml/2006/main" prst="rect">
            <a:avLst/>
          </a:prstGeom>
        </p:spPr>
      </p:pic>
      <p:pic>
        <p:nvPicPr>
          <p:cNvPr id="15" name="content-8" descr="B_M=W=0.5\,\mathrm{Hz},\qquad B_{\mathrm{AM}}=(f_c+W)-(f_c-W)=2W=1\,\mathrm{Hz}.">
            <a:extLst xmlns:a="http://schemas.openxmlformats.org/drawingml/2006/main">
              <a:ext uri="{FF2B5EF4-FFF2-40B4-BE49-F238E27FC236}">
                <a16:creationId xmlns:a16="http://schemas.microsoft.com/office/drawing/2014/main" id="{1A05AE1E-C453-4157-A9AB-A792F1633C78}"/>
              </a:ext>
            </a:extLst>
          </p:cNvPr>
          <p:cNvPicPr>
            <a:picLocks xmlns:a="http://schemas.openxmlformats.org/drawingml/2006/main" noChangeAspect="1"/>
          </p:cNvPicPr>
          <p:nvPr/>
        </p:nvPicPr>
        <p:blipFill>
          <a:blip xmlns:r="http://schemas.openxmlformats.org/officeDocument/2006/relationships" xmlns:a="http://schemas.openxmlformats.org/drawingml/2006/main" r:embed="Rdddcadec56094f2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5105995"/>
            <a:ext cx="6286500" cy="189309"/>
          </a:xfrm>
          <a:prstGeom xmlns:a="http://schemas.openxmlformats.org/drawingml/2006/main" prst="rect">
            <a:avLst/>
          </a:prstGeom>
        </p:spPr>
      </p:pic>
    </p:spTree>
    <p:extLst>
      <p:ext uri="{BB962C8B-B14F-4D97-AF65-F5344CB8AC3E}">
        <p14:creationId xmlns:p14="http://schemas.microsoft.com/office/powerpoint/2010/main" val="16255865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7: DSB-SC Mod-Demodulation (1/3)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A8604AE-82ED-4518-B080-61117DEBEE6F}"/>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C5F6A738-765E-4E99-9CC0-E012D803FFD2}"/>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8E95B49D-0D35-4119-8809-9F5843F84CBD}"/>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Let m(t) = sinc(t). Transmit it by DSB-SC using c(t) = 2 cos(2 pi fc t), fc = 40 kHz. The channel is ideal.</a:t>
            </a:r>
          </a:p>
        </p:txBody>
      </p:sp>
      <p:pic>
        <p:nvPicPr>
          <p:cNvPr id="7" name="content-2" descr="Redrawn exercise diagram; not a source-page screenshot.">
            <a:extLst xmlns:a="http://schemas.openxmlformats.org/drawingml/2006/main">
              <a:ext uri="{FF2B5EF4-FFF2-40B4-BE49-F238E27FC236}">
                <a16:creationId xmlns:a16="http://schemas.microsoft.com/office/drawing/2014/main" id="{06E772F9-4920-4427-A623-BBFDF4AE2136}"/>
              </a:ext>
            </a:extLst>
          </p:cNvPr>
          <p:cNvPicPr>
            <a:picLocks xmlns:a="http://schemas.openxmlformats.org/drawingml/2006/main" noChangeAspect="1"/>
          </p:cNvPicPr>
          <p:nvPr/>
        </p:nvPicPr>
        <p:blipFill>
          <a:blip xmlns:r="http://schemas.openxmlformats.org/officeDocument/2006/relationships" xmlns:a="http://schemas.openxmlformats.org/drawingml/2006/main" r:embed="R63f7509ec02b47d3"/>
          <a:stretch xmlns:a="http://schemas.openxmlformats.org/drawingml/2006/main"/>
        </p:blipFill>
        <p:spPr>
          <a:xfrm xmlns:a="http://schemas.openxmlformats.org/drawingml/2006/main">
            <a:off x="2534688" y="1743075"/>
            <a:ext cx="7217873" cy="1352550"/>
          </a:xfrm>
          <a:prstGeom xmlns:a="http://schemas.openxmlformats.org/drawingml/2006/main" prst="rect">
            <a:avLst/>
          </a:prstGeom>
        </p:spPr>
      </p:pic>
      <p:sp>
        <p:nvSpPr>
          <p:cNvPr id="8" name="content-3">
            <a:extLst xmlns:a="http://schemas.openxmlformats.org/drawingml/2006/main">
              <a:ext uri="{FF2B5EF4-FFF2-40B4-BE49-F238E27FC236}">
                <a16:creationId xmlns:a16="http://schemas.microsoft.com/office/drawing/2014/main" id="{4434A52A-64AE-47DA-904A-848444BE87CA}"/>
              </a:ext>
            </a:extLst>
          </p:cNvPr>
          <p:cNvSpPr>
            <a:spLocks xmlns:a="http://schemas.openxmlformats.org/drawingml/2006/main" noGrp="1"/>
          </p:cNvSpPr>
          <p:nvPr/>
        </p:nvSpPr>
        <p:spPr>
          <a:xfrm xmlns:a="http://schemas.openxmlformats.org/drawingml/2006/main">
            <a:off x="666750" y="31527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Write down s(t). (b) Find and sketch S(f), and specify the transmission bandwidth. (c) For coherent detection, the local oscillator is</a:t>
            </a:r>
          </a:p>
        </p:txBody>
      </p:sp>
      <p:sp>
        <p:nvSpPr>
          <p:cNvPr id="9" name="content-4">
            <a:extLst xmlns:a="http://schemas.openxmlformats.org/drawingml/2006/main">
              <a:ext uri="{FF2B5EF4-FFF2-40B4-BE49-F238E27FC236}">
                <a16:creationId xmlns:a16="http://schemas.microsoft.com/office/drawing/2014/main" id="{29BA63A0-E429-4604-B6D1-4D19231124D1}"/>
              </a:ext>
            </a:extLst>
          </p:cNvPr>
          <p:cNvSpPr>
            <a:spLocks xmlns:a="http://schemas.openxmlformats.org/drawingml/2006/main" noGrp="1"/>
          </p:cNvSpPr>
          <p:nvPr/>
        </p:nvSpPr>
        <p:spPr>
          <a:xfrm xmlns:a="http://schemas.openxmlformats.org/drawingml/2006/main">
            <a:off x="666750" y="33813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c-tilde(t) = cos(2 pi fc t). Derive the product-modulator output v(t). What LPF cutoff recovers the message?</a:t>
            </a:r>
          </a:p>
        </p:txBody>
      </p:sp>
      <p:sp>
        <p:nvSpPr>
          <p:cNvPr id="10" name="content-6">
            <a:extLst xmlns:a="http://schemas.openxmlformats.org/drawingml/2006/main">
              <a:ext uri="{FF2B5EF4-FFF2-40B4-BE49-F238E27FC236}">
                <a16:creationId xmlns:a16="http://schemas.microsoft.com/office/drawing/2014/main" id="{34AD74B2-8121-438F-B742-6514BE556319}"/>
              </a:ext>
            </a:extLst>
          </p:cNvPr>
          <p:cNvSpPr>
            <a:spLocks xmlns:a="http://schemas.openxmlformats.org/drawingml/2006/main" noGrp="1"/>
          </p:cNvSpPr>
          <p:nvPr/>
        </p:nvSpPr>
        <p:spPr>
          <a:xfrm xmlns:a="http://schemas.openxmlformats.org/drawingml/2006/main">
            <a:off x="666750" y="39147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6-line">
            <a:extLst xmlns:a="http://schemas.openxmlformats.org/drawingml/2006/main">
              <a:ext uri="{FF2B5EF4-FFF2-40B4-BE49-F238E27FC236}">
                <a16:creationId xmlns:a16="http://schemas.microsoft.com/office/drawing/2014/main" id="{98D693DB-1386-4059-9EFC-CF8D0D560CD3}"/>
              </a:ext>
            </a:extLst>
          </p:cNvPr>
          <p:cNvSpPr>
            <a:spLocks xmlns:a="http://schemas.openxmlformats.org/drawingml/2006/main" noGrp="1"/>
          </p:cNvSpPr>
          <p:nvPr/>
        </p:nvSpPr>
        <p:spPr>
          <a:xfrm xmlns:a="http://schemas.openxmlformats.org/drawingml/2006/main">
            <a:off x="1762125" y="40576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7">
            <a:extLst xmlns:a="http://schemas.openxmlformats.org/drawingml/2006/main">
              <a:ext uri="{FF2B5EF4-FFF2-40B4-BE49-F238E27FC236}">
                <a16:creationId xmlns:a16="http://schemas.microsoft.com/office/drawing/2014/main" id="{2A3DCEE8-5A41-451E-ADB4-B1F39586B5EA}"/>
              </a:ext>
            </a:extLst>
          </p:cNvPr>
          <p:cNvSpPr>
            <a:spLocks xmlns:a="http://schemas.openxmlformats.org/drawingml/2006/main" noGrp="1"/>
          </p:cNvSpPr>
          <p:nvPr/>
        </p:nvSpPr>
        <p:spPr>
          <a:xfrm xmlns:a="http://schemas.openxmlformats.org/drawingml/2006/main">
            <a:off x="666750" y="4171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Multiply the message by the specified carrier, retaining its amplitude 2.</a:t>
            </a:r>
          </a:p>
        </p:txBody>
      </p:sp>
      <p:sp>
        <p:nvSpPr>
          <p:cNvPr id="13" name="content-9">
            <a:extLst xmlns:a="http://schemas.openxmlformats.org/drawingml/2006/main">
              <a:ext uri="{FF2B5EF4-FFF2-40B4-BE49-F238E27FC236}">
                <a16:creationId xmlns:a16="http://schemas.microsoft.com/office/drawing/2014/main" id="{FB453510-6E88-4DEE-B334-A3701CDD5B0C}"/>
              </a:ext>
            </a:extLst>
          </p:cNvPr>
          <p:cNvSpPr>
            <a:spLocks xmlns:a="http://schemas.openxmlformats.org/drawingml/2006/main" noGrp="1"/>
          </p:cNvSpPr>
          <p:nvPr/>
        </p:nvSpPr>
        <p:spPr>
          <a:xfrm xmlns:a="http://schemas.openxmlformats.org/drawingml/2006/main">
            <a:off x="666750" y="4705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M(f) = rect(f). Each shifted copy has coefficient 1, because the amplitude 2 cancels the cosine's transform coefficient 1/2.</a:t>
            </a:r>
          </a:p>
        </p:txBody>
      </p:sp>
      <p:pic>
        <p:nvPicPr>
          <p:cNvPr id="14" name="content-5" descr="\widetilde c(t)=\cos(2\pi f_ct),\qquad f_c=40000\,\mathrm{Hz}.">
            <a:extLst xmlns:a="http://schemas.openxmlformats.org/drawingml/2006/main">
              <a:ext uri="{FF2B5EF4-FFF2-40B4-BE49-F238E27FC236}">
                <a16:creationId xmlns:a16="http://schemas.microsoft.com/office/drawing/2014/main" id="{6D95A7D8-F211-4462-BDAC-59375D9B332D}"/>
              </a:ext>
            </a:extLst>
          </p:cNvPr>
          <p:cNvPicPr>
            <a:picLocks xmlns:a="http://schemas.openxmlformats.org/drawingml/2006/main" noChangeAspect="1"/>
          </p:cNvPicPr>
          <p:nvPr/>
        </p:nvPicPr>
        <p:blipFill>
          <a:blip xmlns:r="http://schemas.openxmlformats.org/officeDocument/2006/relationships" xmlns:a="http://schemas.openxmlformats.org/drawingml/2006/main" r:embed="R5630fe330c3342a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3648670"/>
            <a:ext cx="3467100" cy="189309"/>
          </a:xfrm>
          <a:prstGeom xmlns:a="http://schemas.openxmlformats.org/drawingml/2006/main" prst="rect">
            <a:avLst/>
          </a:prstGeom>
        </p:spPr>
      </p:pic>
      <p:pic>
        <p:nvPicPr>
          <p:cNvPr id="15" name="content-8" descr="s(t)=m(t)c(t)=2\operatorname{sinc}(t)\cos(2\pi f_ct).">
            <a:extLst xmlns:a="http://schemas.openxmlformats.org/drawingml/2006/main">
              <a:ext uri="{FF2B5EF4-FFF2-40B4-BE49-F238E27FC236}">
                <a16:creationId xmlns:a16="http://schemas.microsoft.com/office/drawing/2014/main" id="{7674664D-C26B-47CE-8FC8-AC7D7B483E6B}"/>
              </a:ext>
            </a:extLst>
          </p:cNvPr>
          <p:cNvPicPr>
            <a:picLocks xmlns:a="http://schemas.openxmlformats.org/drawingml/2006/main" noChangeAspect="1"/>
          </p:cNvPicPr>
          <p:nvPr/>
        </p:nvPicPr>
        <p:blipFill>
          <a:blip xmlns:r="http://schemas.openxmlformats.org/officeDocument/2006/relationships" xmlns:a="http://schemas.openxmlformats.org/drawingml/2006/main" r:embed="R218907eb860f476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4439245"/>
            <a:ext cx="3505200" cy="189309"/>
          </a:xfrm>
          <a:prstGeom xmlns:a="http://schemas.openxmlformats.org/drawingml/2006/main" prst="rect">
            <a:avLst/>
          </a:prstGeom>
        </p:spPr>
      </p:pic>
      <p:pic>
        <p:nvPicPr>
          <p:cNvPr id="16" name="content-10" descr="S(f)=M(f-f_c)+M(f+f_c)=\operatorname{rect}(f-f_c)+\operatorname{rect}(f+f_c).">
            <a:extLst xmlns:a="http://schemas.openxmlformats.org/drawingml/2006/main">
              <a:ext uri="{FF2B5EF4-FFF2-40B4-BE49-F238E27FC236}">
                <a16:creationId xmlns:a16="http://schemas.microsoft.com/office/drawing/2014/main" id="{4AE98EC5-70A9-4F4F-87F2-E486326272DC}"/>
              </a:ext>
            </a:extLst>
          </p:cNvPr>
          <p:cNvPicPr>
            <a:picLocks xmlns:a="http://schemas.openxmlformats.org/drawingml/2006/main" noChangeAspect="1"/>
          </p:cNvPicPr>
          <p:nvPr/>
        </p:nvPicPr>
        <p:blipFill>
          <a:blip xmlns:r="http://schemas.openxmlformats.org/officeDocument/2006/relationships" xmlns:a="http://schemas.openxmlformats.org/drawingml/2006/main" r:embed="R87ede4f6fd8748e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972645"/>
            <a:ext cx="5410200" cy="189309"/>
          </a:xfrm>
          <a:prstGeom xmlns:a="http://schemas.openxmlformats.org/drawingml/2006/main" prst="rect">
            <a:avLst/>
          </a:prstGeom>
        </p:spPr>
      </p:pic>
    </p:spTree>
    <p:extLst>
      <p:ext uri="{BB962C8B-B14F-4D97-AF65-F5344CB8AC3E}">
        <p14:creationId xmlns:p14="http://schemas.microsoft.com/office/powerpoint/2010/main" val="17305607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7: DSB-SC Mod-Demodulation (2/3)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16FCC58-8791-4E19-98A3-3B7BD0CDC544}"/>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0" descr="Redrawn exercise diagram; not a source-page screenshot.">
            <a:extLst xmlns:a="http://schemas.openxmlformats.org/drawingml/2006/main">
              <a:ext uri="{FF2B5EF4-FFF2-40B4-BE49-F238E27FC236}">
                <a16:creationId xmlns:a16="http://schemas.microsoft.com/office/drawing/2014/main" id="{FD34A78E-BBE8-4D9F-9713-A54AFE7D4D4A}"/>
              </a:ext>
            </a:extLst>
          </p:cNvPr>
          <p:cNvPicPr>
            <a:picLocks xmlns:a="http://schemas.openxmlformats.org/drawingml/2006/main" noChangeAspect="1"/>
          </p:cNvPicPr>
          <p:nvPr/>
        </p:nvPicPr>
        <p:blipFill>
          <a:blip xmlns:r="http://schemas.openxmlformats.org/officeDocument/2006/relationships" xmlns:a="http://schemas.openxmlformats.org/drawingml/2006/main" r:embed="Rec2abfa567054045"/>
          <a:stretch xmlns:a="http://schemas.openxmlformats.org/drawingml/2006/main"/>
        </p:blipFill>
        <p:spPr>
          <a:xfrm xmlns:a="http://schemas.openxmlformats.org/drawingml/2006/main">
            <a:off x="2447925" y="1257300"/>
            <a:ext cx="7391400" cy="1847850"/>
          </a:xfrm>
          <a:prstGeom xmlns:a="http://schemas.openxmlformats.org/drawingml/2006/main" prst="rect">
            <a:avLst/>
          </a:prstGeom>
        </p:spPr>
      </p:pic>
      <p:sp>
        <p:nvSpPr>
          <p:cNvPr id="6" name="content-2">
            <a:extLst xmlns:a="http://schemas.openxmlformats.org/drawingml/2006/main">
              <a:ext uri="{FF2B5EF4-FFF2-40B4-BE49-F238E27FC236}">
                <a16:creationId xmlns:a16="http://schemas.microsoft.com/office/drawing/2014/main" id="{6DC42C27-1385-4316-ACD5-56F55FA71E6C}"/>
              </a:ext>
            </a:extLst>
          </p:cNvPr>
          <p:cNvSpPr>
            <a:spLocks xmlns:a="http://schemas.openxmlformats.org/drawingml/2006/main" noGrp="1"/>
          </p:cNvSpPr>
          <p:nvPr/>
        </p:nvSpPr>
        <p:spPr>
          <a:xfrm xmlns:a="http://schemas.openxmlformats.org/drawingml/2006/main">
            <a:off x="666750" y="3438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There is no carrier-only impulse. The positive band runs from 39999.5 to 40000.5 Hz; its mirrored negative band is required because s(t) is</a:t>
            </a:r>
          </a:p>
        </p:txBody>
      </p:sp>
      <p:sp>
        <p:nvSpPr>
          <p:cNvPr id="7" name="content-3">
            <a:extLst xmlns:a="http://schemas.openxmlformats.org/drawingml/2006/main">
              <a:ext uri="{FF2B5EF4-FFF2-40B4-BE49-F238E27FC236}">
                <a16:creationId xmlns:a16="http://schemas.microsoft.com/office/drawing/2014/main" id="{8438E6EF-B619-413E-9642-5F8626A70CB4}"/>
              </a:ext>
            </a:extLst>
          </p:cNvPr>
          <p:cNvSpPr>
            <a:spLocks xmlns:a="http://schemas.openxmlformats.org/drawingml/2006/main" noGrp="1"/>
          </p:cNvSpPr>
          <p:nvPr/>
        </p:nvSpPr>
        <p:spPr>
          <a:xfrm xmlns:a="http://schemas.openxmlformats.org/drawingml/2006/main">
            <a:off x="666750" y="36671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real.</a:t>
            </a:r>
          </a:p>
        </p:txBody>
      </p:sp>
      <p:sp>
        <p:nvSpPr>
          <p:cNvPr id="8" name="content-4">
            <a:extLst xmlns:a="http://schemas.openxmlformats.org/drawingml/2006/main">
              <a:ext uri="{FF2B5EF4-FFF2-40B4-BE49-F238E27FC236}">
                <a16:creationId xmlns:a16="http://schemas.microsoft.com/office/drawing/2014/main" id="{91044E66-8C67-40CF-81D4-069B05D67875}"/>
              </a:ext>
            </a:extLst>
          </p:cNvPr>
          <p:cNvSpPr>
            <a:spLocks xmlns:a="http://schemas.openxmlformats.org/drawingml/2006/main" noGrp="1"/>
          </p:cNvSpPr>
          <p:nvPr/>
        </p:nvSpPr>
        <p:spPr>
          <a:xfrm xmlns:a="http://schemas.openxmlformats.org/drawingml/2006/main">
            <a:off x="666750" y="38957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 Use 2 cos^2(theta) = 1 + cos(2 theta). The local oscillator amplitude here is 1, not 2.</a:t>
            </a:r>
          </a:p>
        </p:txBody>
      </p:sp>
      <p:pic>
        <p:nvPicPr>
          <p:cNvPr id="9" name="content-1" descr="W=0.5\,\mathrm{Hz},\qquad B_{\mathrm{DSB}}=2W=1\,\mathrm{Hz}.">
            <a:extLst xmlns:a="http://schemas.openxmlformats.org/drawingml/2006/main">
              <a:ext uri="{FF2B5EF4-FFF2-40B4-BE49-F238E27FC236}">
                <a16:creationId xmlns:a16="http://schemas.microsoft.com/office/drawing/2014/main" id="{263C087C-A74D-4CD3-BCCF-DC93C6C2CFF7}"/>
              </a:ext>
            </a:extLst>
          </p:cNvPr>
          <p:cNvPicPr>
            <a:picLocks xmlns:a="http://schemas.openxmlformats.org/drawingml/2006/main" noChangeAspect="1"/>
          </p:cNvPicPr>
          <p:nvPr/>
        </p:nvPicPr>
        <p:blipFill>
          <a:blip xmlns:r="http://schemas.openxmlformats.org/officeDocument/2006/relationships" xmlns:a="http://schemas.openxmlformats.org/drawingml/2006/main" r:embed="Rd0ba132de3314dbc">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3198019"/>
            <a:ext cx="3543300" cy="166688"/>
          </a:xfrm>
          <a:prstGeom xmlns:a="http://schemas.openxmlformats.org/drawingml/2006/main" prst="rect">
            <a:avLst/>
          </a:prstGeom>
        </p:spPr>
      </p:pic>
      <p:pic>
        <p:nvPicPr>
          <p:cNvPr id="10" name="content-5" descr="v(t)=s(t)\widetilde c(t)=2m(t)\cos^2(2\pi f_ct).">
            <a:extLst xmlns:a="http://schemas.openxmlformats.org/drawingml/2006/main">
              <a:ext uri="{FF2B5EF4-FFF2-40B4-BE49-F238E27FC236}">
                <a16:creationId xmlns:a16="http://schemas.microsoft.com/office/drawing/2014/main" id="{D2D01F0B-1842-41B2-B151-42B5D542D2DE}"/>
              </a:ext>
            </a:extLst>
          </p:cNvPr>
          <p:cNvPicPr>
            <a:picLocks xmlns:a="http://schemas.openxmlformats.org/drawingml/2006/main" noChangeAspect="1"/>
          </p:cNvPicPr>
          <p:nvPr/>
        </p:nvPicPr>
        <p:blipFill>
          <a:blip xmlns:r="http://schemas.openxmlformats.org/officeDocument/2006/relationships" xmlns:a="http://schemas.openxmlformats.org/drawingml/2006/main" r:embed="R21f20bc9e61b4e1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4166592"/>
            <a:ext cx="3314700" cy="201216"/>
          </a:xfrm>
          <a:prstGeom xmlns:a="http://schemas.openxmlformats.org/drawingml/2006/main" prst="rect">
            <a:avLst/>
          </a:prstGeom>
        </p:spPr>
      </p:pic>
      <p:pic>
        <p:nvPicPr>
          <p:cNvPr id="11" name="content-6" descr="v(t)=m(t)+m(t)\cos(4\pi f_ct).">
            <a:extLst xmlns:a="http://schemas.openxmlformats.org/drawingml/2006/main">
              <a:ext uri="{FF2B5EF4-FFF2-40B4-BE49-F238E27FC236}">
                <a16:creationId xmlns:a16="http://schemas.microsoft.com/office/drawing/2014/main" id="{2F3D042C-099E-4D1D-B158-38509CF428A5}"/>
              </a:ext>
            </a:extLst>
          </p:cNvPr>
          <p:cNvPicPr>
            <a:picLocks xmlns:a="http://schemas.openxmlformats.org/drawingml/2006/main" noChangeAspect="1"/>
          </p:cNvPicPr>
          <p:nvPr/>
        </p:nvPicPr>
        <p:blipFill>
          <a:blip xmlns:r="http://schemas.openxmlformats.org/officeDocument/2006/relationships" xmlns:a="http://schemas.openxmlformats.org/drawingml/2006/main" r:embed="R101792ec459d43d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486275"/>
            <a:ext cx="2838450" cy="190500"/>
          </a:xfrm>
          <a:prstGeom xmlns:a="http://schemas.openxmlformats.org/drawingml/2006/main" prst="rect">
            <a:avLst/>
          </a:prstGeom>
        </p:spPr>
      </p:pic>
      <p:pic>
        <p:nvPicPr>
          <p:cNvPr id="12" name="content-7" descr="V(f)=M(f)+\tfrac12[M(f-2f_c)+M(f+2f_c)].">
            <a:extLst xmlns:a="http://schemas.openxmlformats.org/drawingml/2006/main">
              <a:ext uri="{FF2B5EF4-FFF2-40B4-BE49-F238E27FC236}">
                <a16:creationId xmlns:a16="http://schemas.microsoft.com/office/drawing/2014/main" id="{B921B097-DBD5-49C8-A7BD-3C7A7660E055}"/>
              </a:ext>
            </a:extLst>
          </p:cNvPr>
          <p:cNvPicPr>
            <a:picLocks xmlns:a="http://schemas.openxmlformats.org/drawingml/2006/main" noChangeAspect="1"/>
          </p:cNvPicPr>
          <p:nvPr/>
        </p:nvPicPr>
        <p:blipFill>
          <a:blip xmlns:r="http://schemas.openxmlformats.org/officeDocument/2006/relationships" xmlns:a="http://schemas.openxmlformats.org/drawingml/2006/main" r:embed="Rb92b9d901aea43a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4795838"/>
            <a:ext cx="4019550" cy="238125"/>
          </a:xfrm>
          <a:prstGeom xmlns:a="http://schemas.openxmlformats.org/drawingml/2006/main" prst="rect">
            <a:avLst/>
          </a:prstGeom>
        </p:spPr>
      </p:pic>
    </p:spTree>
    <p:extLst>
      <p:ext uri="{BB962C8B-B14F-4D97-AF65-F5344CB8AC3E}">
        <p14:creationId xmlns:p14="http://schemas.microsoft.com/office/powerpoint/2010/main" val="105815231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7: DSB-SC Mod-Demodulation (3/3)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10572F2-1023-439A-AAF7-7AA45BF82135}"/>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0" descr="Redrawn exercise diagram; not a source-page screenshot.">
            <a:extLst xmlns:a="http://schemas.openxmlformats.org/drawingml/2006/main">
              <a:ext uri="{FF2B5EF4-FFF2-40B4-BE49-F238E27FC236}">
                <a16:creationId xmlns:a16="http://schemas.microsoft.com/office/drawing/2014/main" id="{06C83EF0-97C1-42C0-A148-58FBE85A38B0}"/>
              </a:ext>
            </a:extLst>
          </p:cNvPr>
          <p:cNvPicPr>
            <a:picLocks xmlns:a="http://schemas.openxmlformats.org/drawingml/2006/main" noChangeAspect="1"/>
          </p:cNvPicPr>
          <p:nvPr/>
        </p:nvPicPr>
        <p:blipFill>
          <a:blip xmlns:r="http://schemas.openxmlformats.org/officeDocument/2006/relationships" xmlns:a="http://schemas.openxmlformats.org/drawingml/2006/main" r:embed="Ra7ab8dafcab24450"/>
          <a:stretch xmlns:a="http://schemas.openxmlformats.org/drawingml/2006/main"/>
        </p:blipFill>
        <p:spPr>
          <a:xfrm xmlns:a="http://schemas.openxmlformats.org/drawingml/2006/main">
            <a:off x="2447925" y="1257300"/>
            <a:ext cx="7391400" cy="1847850"/>
          </a:xfrm>
          <a:prstGeom xmlns:a="http://schemas.openxmlformats.org/drawingml/2006/main" prst="rect">
            <a:avLst/>
          </a:prstGeom>
        </p:spPr>
      </p:pic>
      <p:sp>
        <p:nvSpPr>
          <p:cNvPr id="6" name="content-1">
            <a:extLst xmlns:a="http://schemas.openxmlformats.org/drawingml/2006/main">
              <a:ext uri="{FF2B5EF4-FFF2-40B4-BE49-F238E27FC236}">
                <a16:creationId xmlns:a16="http://schemas.microsoft.com/office/drawing/2014/main" id="{E49524BA-595A-4ABB-BE4F-963EB2CDFF87}"/>
              </a:ext>
            </a:extLst>
          </p:cNvPr>
          <p:cNvSpPr>
            <a:spLocks xmlns:a="http://schemas.openxmlformats.org/drawingml/2006/main" noGrp="1"/>
          </p:cNvSpPr>
          <p:nvPr/>
        </p:nvSpPr>
        <p:spPr>
          <a:xfrm xmlns:a="http://schemas.openxmlformats.org/drawingml/2006/main">
            <a:off x="666750" y="3162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baseband rectangle has level 1 and support [-0.5,0.5] Hz. The unwanted rectangles have level 1/2, centered at +/-80 kHz; their nearest</a:t>
            </a:r>
          </a:p>
        </p:txBody>
      </p:sp>
      <p:sp>
        <p:nvSpPr>
          <p:cNvPr id="7" name="content-2">
            <a:extLst xmlns:a="http://schemas.openxmlformats.org/drawingml/2006/main">
              <a:ext uri="{FF2B5EF4-FFF2-40B4-BE49-F238E27FC236}">
                <a16:creationId xmlns:a16="http://schemas.microsoft.com/office/drawing/2014/main" id="{7D2E3362-D980-497A-BA57-B02A40C319A3}"/>
              </a:ext>
            </a:extLst>
          </p:cNvPr>
          <p:cNvSpPr>
            <a:spLocks xmlns:a="http://schemas.openxmlformats.org/drawingml/2006/main" noGrp="1"/>
          </p:cNvSpPr>
          <p:nvPr/>
        </p:nvSpPr>
        <p:spPr>
          <a:xfrm xmlns:a="http://schemas.openxmlformats.org/drawingml/2006/main">
            <a:off x="666750" y="3390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edges are at +/-79999.5 Hz. Choose a unity-gain ideal LPF that passes the full baseband and rejects both images.</a:t>
            </a:r>
          </a:p>
        </p:txBody>
      </p:sp>
      <p:sp>
        <p:nvSpPr>
          <p:cNvPr id="8" name="content-6">
            <a:extLst xmlns:a="http://schemas.openxmlformats.org/drawingml/2006/main">
              <a:ext uri="{FF2B5EF4-FFF2-40B4-BE49-F238E27FC236}">
                <a16:creationId xmlns:a16="http://schemas.microsoft.com/office/drawing/2014/main" id="{9F421685-FF37-40FE-8B64-4ECEF2C595E4}"/>
              </a:ext>
            </a:extLst>
          </p:cNvPr>
          <p:cNvSpPr>
            <a:spLocks xmlns:a="http://schemas.openxmlformats.org/drawingml/2006/main" noGrp="1"/>
          </p:cNvSpPr>
          <p:nvPr/>
        </p:nvSpPr>
        <p:spPr>
          <a:xfrm xmlns:a="http://schemas.openxmlformats.org/drawingml/2006/main">
            <a:off x="666750" y="44767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No extra recovery gain is needed: the transmitter amplitude 2 and LO amplitude 1 give baseband gain 2 x 1 / 2 = 1. Strict cutoff inequalities</a:t>
            </a:r>
          </a:p>
        </p:txBody>
      </p:sp>
      <p:sp>
        <p:nvSpPr>
          <p:cNvPr id="9" name="content-7">
            <a:extLst xmlns:a="http://schemas.openxmlformats.org/drawingml/2006/main">
              <a:ext uri="{FF2B5EF4-FFF2-40B4-BE49-F238E27FC236}">
                <a16:creationId xmlns:a16="http://schemas.microsoft.com/office/drawing/2014/main" id="{6D467F45-B800-4C4C-9CDF-1D6865CD8573}"/>
              </a:ext>
            </a:extLst>
          </p:cNvPr>
          <p:cNvSpPr>
            <a:spLocks xmlns:a="http://schemas.openxmlformats.org/drawingml/2006/main" noGrp="1"/>
          </p:cNvSpPr>
          <p:nvPr/>
        </p:nvSpPr>
        <p:spPr>
          <a:xfrm xmlns:a="http://schemas.openxmlformats.org/drawingml/2006/main">
            <a:off x="666750" y="4705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leave a guard gap. An ideal cutoff placed exactly at an ordinary spectral edge can differ only at isolated points under different endpoint</a:t>
            </a:r>
          </a:p>
        </p:txBody>
      </p:sp>
      <p:sp>
        <p:nvSpPr>
          <p:cNvPr id="10" name="content-8">
            <a:extLst xmlns:a="http://schemas.openxmlformats.org/drawingml/2006/main">
              <a:ext uri="{FF2B5EF4-FFF2-40B4-BE49-F238E27FC236}">
                <a16:creationId xmlns:a16="http://schemas.microsoft.com/office/drawing/2014/main" id="{D3126C34-3DDE-4B6C-8415-B0BC2889E45D}"/>
              </a:ext>
            </a:extLst>
          </p:cNvPr>
          <p:cNvSpPr>
            <a:spLocks xmlns:a="http://schemas.openxmlformats.org/drawingml/2006/main" noGrp="1"/>
          </p:cNvSpPr>
          <p:nvPr/>
        </p:nvSpPr>
        <p:spPr>
          <a:xfrm xmlns:a="http://schemas.openxmlformats.org/drawingml/2006/main">
            <a:off x="666750" y="4933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conventions; the strict choice avoids that ambiguity.</a:t>
            </a:r>
          </a:p>
        </p:txBody>
      </p:sp>
      <p:pic>
        <p:nvPicPr>
          <p:cNvPr id="14" name="content-3" descr="0.5\,\mathrm{Hz}&lt;F_{\mathrm{LP}}&lt;79999.5\,\mathrm{Hz}.">
            <a:extLst xmlns:a="http://schemas.openxmlformats.org/drawingml/2006/main">
              <a:ext uri="{FF2B5EF4-FFF2-40B4-BE49-F238E27FC236}">
                <a16:creationId xmlns:a16="http://schemas.microsoft.com/office/drawing/2014/main" id="{9E694094-2856-4396-A173-903EE3DA4F08}"/>
              </a:ext>
            </a:extLst>
          </p:cNvPr>
          <p:cNvPicPr>
            <a:picLocks xmlns:a="http://schemas.openxmlformats.org/drawingml/2006/main" noChangeAspect="1"/>
          </p:cNvPicPr>
          <p:nvPr/>
        </p:nvPicPr>
        <p:blipFill>
          <a:blip xmlns:r="http://schemas.openxmlformats.org/officeDocument/2006/relationships" xmlns:a="http://schemas.openxmlformats.org/drawingml/2006/main" r:embed="R69a0b9fbff2a456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3659386"/>
            <a:ext cx="2609850" cy="158353"/>
          </a:xfrm>
          <a:prstGeom xmlns:a="http://schemas.openxmlformats.org/drawingml/2006/main" prst="rect">
            <a:avLst/>
          </a:prstGeom>
        </p:spPr>
      </p:pic>
      <p:pic>
        <p:nvPicPr>
          <p:cNvPr id="15" name="content-4" descr="F_{\mathrm{LP}}=1\,\mathrm{Hz}\quad\text{is one valid choice}.">
            <a:extLst xmlns:a="http://schemas.openxmlformats.org/drawingml/2006/main">
              <a:ext uri="{FF2B5EF4-FFF2-40B4-BE49-F238E27FC236}">
                <a16:creationId xmlns:a16="http://schemas.microsoft.com/office/drawing/2014/main" id="{72E0D810-BC25-486D-9663-5DCF85D01C16}"/>
              </a:ext>
            </a:extLst>
          </p:cNvPr>
          <p:cNvPicPr>
            <a:picLocks xmlns:a="http://schemas.openxmlformats.org/drawingml/2006/main" noChangeAspect="1"/>
          </p:cNvPicPr>
          <p:nvPr/>
        </p:nvPicPr>
        <p:blipFill>
          <a:blip xmlns:r="http://schemas.openxmlformats.org/officeDocument/2006/relationships" xmlns:a="http://schemas.openxmlformats.org/drawingml/2006/main" r:embed="R6295cf665f04485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935016"/>
            <a:ext cx="3067050" cy="159544"/>
          </a:xfrm>
          <a:prstGeom xmlns:a="http://schemas.openxmlformats.org/drawingml/2006/main" prst="rect">
            <a:avLst/>
          </a:prstGeom>
        </p:spPr>
      </p:pic>
      <p:pic>
        <p:nvPicPr>
          <p:cNvPr id="16" name="content-5" descr="\widetilde m(t)=\operatorname{LPF}\{v(t)\}=m(t)=\operatorname{sinc}(t).">
            <a:extLst xmlns:a="http://schemas.openxmlformats.org/drawingml/2006/main">
              <a:ext uri="{FF2B5EF4-FFF2-40B4-BE49-F238E27FC236}">
                <a16:creationId xmlns:a16="http://schemas.microsoft.com/office/drawing/2014/main" id="{44C009A9-6812-41C0-8FCF-05680D9C4D86}"/>
              </a:ext>
            </a:extLst>
          </p:cNvPr>
          <p:cNvPicPr>
            <a:picLocks xmlns:a="http://schemas.openxmlformats.org/drawingml/2006/main" noChangeAspect="1"/>
          </p:cNvPicPr>
          <p:nvPr/>
        </p:nvPicPr>
        <p:blipFill>
          <a:blip xmlns:r="http://schemas.openxmlformats.org/officeDocument/2006/relationships" xmlns:a="http://schemas.openxmlformats.org/drawingml/2006/main" r:embed="Rdbc1e75a7d074ce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210645"/>
            <a:ext cx="3429000" cy="189309"/>
          </a:xfrm>
          <a:prstGeom xmlns:a="http://schemas.openxmlformats.org/drawingml/2006/main" prst="rect">
            <a:avLst/>
          </a:prstGeom>
        </p:spPr>
      </p:pic>
    </p:spTree>
    <p:extLst>
      <p:ext uri="{BB962C8B-B14F-4D97-AF65-F5344CB8AC3E}">
        <p14:creationId xmlns:p14="http://schemas.microsoft.com/office/powerpoint/2010/main" val="103154203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8: Envelope detection of DSB-SC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98D65DA-2558-4ECF-8D84-4B49DE4C57AB}"/>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D3C9E252-35CB-418E-8CBA-C1169FF215B2}"/>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F523B7FE-25AA-42C5-96AC-F8ACFA1BC20A}"/>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DSB-SC signal is s(t)=A_c m(t) cos(2 pi f_c t), with a baseband message varying slowly compared with the carrier. The two schematic</a:t>
            </a:r>
          </a:p>
        </p:txBody>
      </p:sp>
      <p:sp>
        <p:nvSpPr>
          <p:cNvPr id="7" name="content-2">
            <a:extLst xmlns:a="http://schemas.openxmlformats.org/drawingml/2006/main">
              <a:ext uri="{FF2B5EF4-FFF2-40B4-BE49-F238E27FC236}">
                <a16:creationId xmlns:a16="http://schemas.microsoft.com/office/drawing/2014/main" id="{6F52FB11-1B72-4ACB-8977-6E956360A165}"/>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messages and their transmitted waveforms are shown below; their peak magnitude is denoted M (not numerically specified).</a:t>
            </a:r>
          </a:p>
        </p:txBody>
      </p:sp>
      <p:pic>
        <p:nvPicPr>
          <p:cNvPr id="8" name="content-3" descr="Redrawn exercise diagram; not a source-page screenshot.">
            <a:extLst xmlns:a="http://schemas.openxmlformats.org/drawingml/2006/main">
              <a:ext uri="{FF2B5EF4-FFF2-40B4-BE49-F238E27FC236}">
                <a16:creationId xmlns:a16="http://schemas.microsoft.com/office/drawing/2014/main" id="{B6F2CAE1-7629-4932-8B37-21DA3CF88C20}"/>
              </a:ext>
            </a:extLst>
          </p:cNvPr>
          <p:cNvPicPr>
            <a:picLocks xmlns:a="http://schemas.openxmlformats.org/drawingml/2006/main" noChangeAspect="1"/>
          </p:cNvPicPr>
          <p:nvPr/>
        </p:nvPicPr>
        <p:blipFill>
          <a:blip xmlns:r="http://schemas.openxmlformats.org/officeDocument/2006/relationships" xmlns:a="http://schemas.openxmlformats.org/drawingml/2006/main" r:embed="R164fe5db488d4690"/>
          <a:stretch xmlns:a="http://schemas.openxmlformats.org/drawingml/2006/main"/>
        </p:blipFill>
        <p:spPr>
          <a:xfrm xmlns:a="http://schemas.openxmlformats.org/drawingml/2006/main">
            <a:off x="1750358" y="1971675"/>
            <a:ext cx="8786534" cy="3000375"/>
          </a:xfrm>
          <a:prstGeom xmlns:a="http://schemas.openxmlformats.org/drawingml/2006/main" prst="rect">
            <a:avLst/>
          </a:prstGeom>
        </p:spPr>
      </p:pic>
    </p:spTree>
    <p:extLst>
      <p:ext uri="{BB962C8B-B14F-4D97-AF65-F5344CB8AC3E}">
        <p14:creationId xmlns:p14="http://schemas.microsoft.com/office/powerpoint/2010/main" val="97530712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8: Envelope detection of DSB-SC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145CA82-D0D0-49B3-B14A-8CD51720A42F}"/>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AAD69C81-8198-46D5-BE1E-5E14470E8305}"/>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Find the envelope-detector output for m_1(t). (b) Find the output for m_2(t). (c) Explain why envelope detection cannot generally</a:t>
            </a:r>
          </a:p>
        </p:txBody>
      </p:sp>
      <p:sp>
        <p:nvSpPr>
          <p:cNvPr id="6" name="content-1">
            <a:extLst xmlns:a="http://schemas.openxmlformats.org/drawingml/2006/main">
              <a:ext uri="{FF2B5EF4-FFF2-40B4-BE49-F238E27FC236}">
                <a16:creationId xmlns:a16="http://schemas.microsoft.com/office/drawing/2014/main" id="{77C9433F-0FD6-4236-811E-263CB0E97757}"/>
              </a:ext>
            </a:extLst>
          </p:cNvPr>
          <p:cNvSpPr>
            <a:spLocks xmlns:a="http://schemas.openxmlformats.org/drawingml/2006/main" noGrp="1"/>
          </p:cNvSpPr>
          <p:nvPr/>
        </p:nvSpPr>
        <p:spPr>
          <a:xfrm xmlns:a="http://schemas.openxmlformats.org/drawingml/2006/main">
            <a:off x="666750" y="1485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recover a DSB-SC message.</a:t>
            </a:r>
          </a:p>
        </p:txBody>
      </p:sp>
      <p:sp>
        <p:nvSpPr>
          <p:cNvPr id="7" name="content-2">
            <a:extLst xmlns:a="http://schemas.openxmlformats.org/drawingml/2006/main">
              <a:ext uri="{FF2B5EF4-FFF2-40B4-BE49-F238E27FC236}">
                <a16:creationId xmlns:a16="http://schemas.microsoft.com/office/drawing/2014/main" id="{C2E14D73-4FC7-4DE5-8436-2D9CE590658F}"/>
              </a:ext>
            </a:extLst>
          </p:cNvPr>
          <p:cNvSpPr>
            <a:spLocks xmlns:a="http://schemas.openxmlformats.org/drawingml/2006/main" noGrp="1"/>
          </p:cNvSpPr>
          <p:nvPr/>
        </p:nvSpPr>
        <p:spPr>
          <a:xfrm xmlns:a="http://schemas.openxmlformats.org/drawingml/2006/main">
            <a:off x="666750" y="17145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8" name="content-2-line">
            <a:extLst xmlns:a="http://schemas.openxmlformats.org/drawingml/2006/main">
              <a:ext uri="{FF2B5EF4-FFF2-40B4-BE49-F238E27FC236}">
                <a16:creationId xmlns:a16="http://schemas.microsoft.com/office/drawing/2014/main" id="{DEC72C47-6773-4F9B-A349-E7638AA166F3}"/>
              </a:ext>
            </a:extLst>
          </p:cNvPr>
          <p:cNvSpPr>
            <a:spLocks xmlns:a="http://schemas.openxmlformats.org/drawingml/2006/main" noGrp="1"/>
          </p:cNvSpPr>
          <p:nvPr/>
        </p:nvSpPr>
        <p:spPr>
          <a:xfrm xmlns:a="http://schemas.openxmlformats.org/drawingml/2006/main">
            <a:off x="1762125" y="1857375"/>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9" name="content-3">
            <a:extLst xmlns:a="http://schemas.openxmlformats.org/drawingml/2006/main">
              <a:ext uri="{FF2B5EF4-FFF2-40B4-BE49-F238E27FC236}">
                <a16:creationId xmlns:a16="http://schemas.microsoft.com/office/drawing/2014/main" id="{CA2B81D6-6E36-4754-B35F-96D8759D949D}"/>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The envelope is the nonnegative magnitude of the carrier coefficient. A_c is taken positive.</a:t>
            </a:r>
          </a:p>
        </p:txBody>
      </p:sp>
      <p:sp>
        <p:nvSpPr>
          <p:cNvPr id="10" name="content-5">
            <a:extLst xmlns:a="http://schemas.openxmlformats.org/drawingml/2006/main">
              <a:ext uri="{FF2B5EF4-FFF2-40B4-BE49-F238E27FC236}">
                <a16:creationId xmlns:a16="http://schemas.microsoft.com/office/drawing/2014/main" id="{80844304-914F-454A-AF8B-FC7DFFF8C342}"/>
              </a:ext>
            </a:extLst>
          </p:cNvPr>
          <p:cNvSpPr>
            <a:spLocks xmlns:a="http://schemas.openxmlformats.org/drawingml/2006/main" noGrp="1"/>
          </p:cNvSpPr>
          <p:nvPr/>
        </p:nvSpPr>
        <p:spPr>
          <a:xfrm xmlns:a="http://schemas.openxmlformats.org/drawingml/2006/main">
            <a:off x="666750" y="2505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Thus the negative triangular lobe on 2&lt;t&lt;4 is reflected above the time axis. Dividing by A_c gives |m_1|, not m_1.</a:t>
            </a:r>
          </a:p>
        </p:txBody>
      </p:sp>
      <p:sp>
        <p:nvSpPr>
          <p:cNvPr id="11" name="content-6">
            <a:extLst xmlns:a="http://schemas.openxmlformats.org/drawingml/2006/main">
              <a:ext uri="{FF2B5EF4-FFF2-40B4-BE49-F238E27FC236}">
                <a16:creationId xmlns:a16="http://schemas.microsoft.com/office/drawing/2014/main" id="{05F7A476-70F1-4BEB-9A39-1605C4E58B19}"/>
              </a:ext>
            </a:extLst>
          </p:cNvPr>
          <p:cNvSpPr>
            <a:spLocks xmlns:a="http://schemas.openxmlformats.org/drawingml/2006/main" noGrp="1"/>
          </p:cNvSpPr>
          <p:nvPr/>
        </p:nvSpPr>
        <p:spPr>
          <a:xfrm xmlns:a="http://schemas.openxmlformats.org/drawingml/2006/main">
            <a:off x="666750" y="2733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The second message is nonnegative and equals |m_1|, so</a:t>
            </a:r>
          </a:p>
        </p:txBody>
      </p:sp>
      <p:sp>
        <p:nvSpPr>
          <p:cNvPr id="12" name="content-8">
            <a:extLst xmlns:a="http://schemas.openxmlformats.org/drawingml/2006/main">
              <a:ext uri="{FF2B5EF4-FFF2-40B4-BE49-F238E27FC236}">
                <a16:creationId xmlns:a16="http://schemas.microsoft.com/office/drawing/2014/main" id="{FFE23218-A86C-47C1-8EF5-673E3F3DC9AB}"/>
              </a:ext>
            </a:extLst>
          </p:cNvPr>
          <p:cNvSpPr>
            <a:spLocks xmlns:a="http://schemas.openxmlformats.org/drawingml/2006/main" noGrp="1"/>
          </p:cNvSpPr>
          <p:nvPr/>
        </p:nvSpPr>
        <p:spPr>
          <a:xfrm xmlns:a="http://schemas.openxmlformats.org/drawingml/2006/main">
            <a:off x="666750" y="3267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Dividing by A_c recovers this particular nonnegative m_2. The two different transmitted waveforms nevertheless have identical envelopes.</a:t>
            </a:r>
          </a:p>
        </p:txBody>
      </p:sp>
      <p:sp>
        <p:nvSpPr>
          <p:cNvPr id="13" name="content-9">
            <a:extLst xmlns:a="http://schemas.openxmlformats.org/drawingml/2006/main">
              <a:ext uri="{FF2B5EF4-FFF2-40B4-BE49-F238E27FC236}">
                <a16:creationId xmlns:a16="http://schemas.microsoft.com/office/drawing/2014/main" id="{0443DA05-7ECE-4922-BCF9-20BE8E6290F2}"/>
              </a:ext>
            </a:extLst>
          </p:cNvPr>
          <p:cNvSpPr>
            <a:spLocks xmlns:a="http://schemas.openxmlformats.org/drawingml/2006/main" noGrp="1"/>
          </p:cNvSpPr>
          <p:nvPr/>
        </p:nvSpPr>
        <p:spPr>
          <a:xfrm xmlns:a="http://schemas.openxmlformats.org/drawingml/2006/main">
            <a:off x="666750" y="3495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Envelope detection loses the sign (a pi carrier-phase reversal). For a message bandlimited to |f|&lt;=W with f_c&gt;W and a matched LO, ideal</a:t>
            </a:r>
          </a:p>
        </p:txBody>
      </p:sp>
      <p:sp>
        <p:nvSpPr>
          <p:cNvPr id="14" name="content-10">
            <a:extLst xmlns:a="http://schemas.openxmlformats.org/drawingml/2006/main">
              <a:ext uri="{FF2B5EF4-FFF2-40B4-BE49-F238E27FC236}">
                <a16:creationId xmlns:a16="http://schemas.microsoft.com/office/drawing/2014/main" id="{22F287B1-F8AB-4CE8-85C6-F8455F3AA1DA}"/>
              </a:ext>
            </a:extLst>
          </p:cNvPr>
          <p:cNvSpPr>
            <a:spLocks xmlns:a="http://schemas.openxmlformats.org/drawingml/2006/main" noGrp="1"/>
          </p:cNvSpPr>
          <p:nvPr/>
        </p:nvSpPr>
        <p:spPr>
          <a:xfrm xmlns:a="http://schemas.openxmlformats.org/drawingml/2006/main">
            <a:off x="666750" y="3724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coherent detection gives:</a:t>
            </a:r>
          </a:p>
        </p:txBody>
      </p:sp>
      <p:sp>
        <p:nvSpPr>
          <p:cNvPr id="15" name="content-12">
            <a:extLst xmlns:a="http://schemas.openxmlformats.org/drawingml/2006/main">
              <a:ext uri="{FF2B5EF4-FFF2-40B4-BE49-F238E27FC236}">
                <a16:creationId xmlns:a16="http://schemas.microsoft.com/office/drawing/2014/main" id="{9AD3DE48-BB52-4060-85D3-D81CDABBE800}"/>
              </a:ext>
            </a:extLst>
          </p:cNvPr>
          <p:cNvSpPr>
            <a:spLocks xmlns:a="http://schemas.openxmlformats.org/drawingml/2006/main" noGrp="1"/>
          </p:cNvSpPr>
          <p:nvPr/>
        </p:nvSpPr>
        <p:spPr>
          <a:xfrm xmlns:a="http://schemas.openxmlformats.org/drawingml/2006/main">
            <a:off x="666750" y="4257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finite triangular sketches are schematic slow envelopes, not literally strictly bandlimited waveforms. Their role is to demonstrate sign</a:t>
            </a:r>
          </a:p>
        </p:txBody>
      </p:sp>
      <p:sp>
        <p:nvSpPr>
          <p:cNvPr id="16" name="content-13">
            <a:extLst xmlns:a="http://schemas.openxmlformats.org/drawingml/2006/main">
              <a:ext uri="{FF2B5EF4-FFF2-40B4-BE49-F238E27FC236}">
                <a16:creationId xmlns:a16="http://schemas.microsoft.com/office/drawing/2014/main" id="{041E5C31-54C7-4AB4-81EC-09F647C28FA6}"/>
              </a:ext>
            </a:extLst>
          </p:cNvPr>
          <p:cNvSpPr>
            <a:spLocks xmlns:a="http://schemas.openxmlformats.org/drawingml/2006/main" noGrp="1"/>
          </p:cNvSpPr>
          <p:nvPr/>
        </p:nvSpPr>
        <p:spPr>
          <a:xfrm xmlns:a="http://schemas.openxmlformats.org/drawingml/2006/main">
            <a:off x="666750" y="4486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loss, not assign a spectral cutoff.</a:t>
            </a:r>
          </a:p>
        </p:txBody>
      </p:sp>
      <p:pic>
        <p:nvPicPr>
          <p:cNvPr id="17" name="content-4" descr="E_1(t)=|A_cm_1(t)|=A_c|m_1(t)|.">
            <a:extLst xmlns:a="http://schemas.openxmlformats.org/drawingml/2006/main">
              <a:ext uri="{FF2B5EF4-FFF2-40B4-BE49-F238E27FC236}">
                <a16:creationId xmlns:a16="http://schemas.microsoft.com/office/drawing/2014/main" id="{7A352207-5F22-4C2F-8A29-C7E73CC4AFDE}"/>
              </a:ext>
            </a:extLst>
          </p:cNvPr>
          <p:cNvPicPr>
            <a:picLocks xmlns:a="http://schemas.openxmlformats.org/drawingml/2006/main" noChangeAspect="1"/>
          </p:cNvPicPr>
          <p:nvPr/>
        </p:nvPicPr>
        <p:blipFill>
          <a:blip xmlns:r="http://schemas.openxmlformats.org/officeDocument/2006/relationships" xmlns:a="http://schemas.openxmlformats.org/drawingml/2006/main" r:embed="R632305aae42f484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238375"/>
            <a:ext cx="2952750" cy="190500"/>
          </a:xfrm>
          <a:prstGeom xmlns:a="http://schemas.openxmlformats.org/drawingml/2006/main" prst="rect">
            <a:avLst/>
          </a:prstGeom>
        </p:spPr>
      </p:pic>
      <p:pic>
        <p:nvPicPr>
          <p:cNvPr id="18" name="content-7" descr="E_2(t)=A_cm_2(t)=A_c|m_1(t)|=E_1(t).">
            <a:extLst xmlns:a="http://schemas.openxmlformats.org/drawingml/2006/main">
              <a:ext uri="{FF2B5EF4-FFF2-40B4-BE49-F238E27FC236}">
                <a16:creationId xmlns:a16="http://schemas.microsoft.com/office/drawing/2014/main" id="{1C9752C4-7954-4799-B9C1-5D7C016E4B5B}"/>
              </a:ext>
            </a:extLst>
          </p:cNvPr>
          <p:cNvPicPr>
            <a:picLocks xmlns:a="http://schemas.openxmlformats.org/drawingml/2006/main" noChangeAspect="1"/>
          </p:cNvPicPr>
          <p:nvPr/>
        </p:nvPicPr>
        <p:blipFill>
          <a:blip xmlns:r="http://schemas.openxmlformats.org/officeDocument/2006/relationships" xmlns:a="http://schemas.openxmlformats.org/drawingml/2006/main" r:embed="R2efc02e9db24441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000970"/>
            <a:ext cx="3600450" cy="189309"/>
          </a:xfrm>
          <a:prstGeom xmlns:a="http://schemas.openxmlformats.org/drawingml/2006/main" prst="rect">
            <a:avLst/>
          </a:prstGeom>
        </p:spPr>
      </p:pic>
      <p:pic>
        <p:nvPicPr>
          <p:cNvPr id="19" name="content-11" descr="\operatorname{LPF}\{2s(t)\cos(2\pi f_ct)\}=A_cm(t).">
            <a:extLst xmlns:a="http://schemas.openxmlformats.org/drawingml/2006/main">
              <a:ext uri="{FF2B5EF4-FFF2-40B4-BE49-F238E27FC236}">
                <a16:creationId xmlns:a16="http://schemas.microsoft.com/office/drawing/2014/main" id="{D1CAFAE2-5036-4B8D-891B-D43A5BA8D96B}"/>
              </a:ext>
            </a:extLst>
          </p:cNvPr>
          <p:cNvPicPr>
            <a:picLocks xmlns:a="http://schemas.openxmlformats.org/drawingml/2006/main" noChangeAspect="1"/>
          </p:cNvPicPr>
          <p:nvPr/>
        </p:nvPicPr>
        <p:blipFill>
          <a:blip xmlns:r="http://schemas.openxmlformats.org/officeDocument/2006/relationships" xmlns:a="http://schemas.openxmlformats.org/drawingml/2006/main" r:embed="Rc69b6acb3c59467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990975"/>
            <a:ext cx="3105150" cy="190500"/>
          </a:xfrm>
          <a:prstGeom xmlns:a="http://schemas.openxmlformats.org/drawingml/2006/main" prst="rect">
            <a:avLst/>
          </a:prstGeom>
        </p:spPr>
      </p:pic>
    </p:spTree>
    <p:extLst>
      <p:ext uri="{BB962C8B-B14F-4D97-AF65-F5344CB8AC3E}">
        <p14:creationId xmlns:p14="http://schemas.microsoft.com/office/powerpoint/2010/main" val="18668674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9: SSB Demodulation Example (1/3)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06D8BCF-601A-4FB1-9728-A7F136CA637B}"/>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99F35165-C8EA-4BB8-A54E-894DB66CBCB9}"/>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D3B1F84D-5BDD-42E9-87C5-2A7FB5CCA385}"/>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the given received SSB spectrum, determine the spectrum after matched-carrier multiplication and low-pass filtering, and express the</a:t>
            </a:r>
          </a:p>
        </p:txBody>
      </p:sp>
      <p:sp>
        <p:nvSpPr>
          <p:cNvPr id="7" name="content-2">
            <a:extLst xmlns:a="http://schemas.openxmlformats.org/drawingml/2006/main">
              <a:ext uri="{FF2B5EF4-FFF2-40B4-BE49-F238E27FC236}">
                <a16:creationId xmlns:a16="http://schemas.microsoft.com/office/drawing/2014/main" id="{ACA59FE7-DC43-4112-B05B-EBBAC814D97D}"/>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recovered M(f).</a:t>
            </a:r>
          </a:p>
        </p:txBody>
      </p:sp>
      <p:sp>
        <p:nvSpPr>
          <p:cNvPr id="8" name="content-3">
            <a:extLst xmlns:a="http://schemas.openxmlformats.org/drawingml/2006/main">
              <a:ext uri="{FF2B5EF4-FFF2-40B4-BE49-F238E27FC236}">
                <a16:creationId xmlns:a16="http://schemas.microsoft.com/office/drawing/2014/main" id="{12108846-50C3-47AB-B283-8A460F31D930}"/>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Let U(f) be a triangular lobe on [0,W], with peak a at W/2, and f_c &gt; W. The received positive lobe lies above +f_c and its real-signal</a:t>
            </a:r>
          </a:p>
        </p:txBody>
      </p:sp>
      <p:sp>
        <p:nvSpPr>
          <p:cNvPr id="9" name="content-4">
            <a:extLst xmlns:a="http://schemas.openxmlformats.org/drawingml/2006/main">
              <a:ext uri="{FF2B5EF4-FFF2-40B4-BE49-F238E27FC236}">
                <a16:creationId xmlns:a16="http://schemas.microsoft.com/office/drawing/2014/main" id="{8A42B3E4-CE38-41F6-B582-B322A8F98E6D}"/>
              </a:ext>
            </a:extLst>
          </p:cNvPr>
          <p:cNvSpPr>
            <a:spLocks xmlns:a="http://schemas.openxmlformats.org/drawingml/2006/main" noGrp="1"/>
          </p:cNvSpPr>
          <p:nvPr/>
        </p:nvSpPr>
        <p:spPr>
          <a:xfrm xmlns:a="http://schemas.openxmlformats.org/drawingml/2006/main">
            <a:off x="666750" y="2200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mirror lies below -f_c.</a:t>
            </a:r>
          </a:p>
        </p:txBody>
      </p:sp>
      <p:pic>
        <p:nvPicPr>
          <p:cNvPr id="11" name="content-8" descr="Redrawn exercise diagram; not a source-page screenshot.">
            <a:extLst xmlns:a="http://schemas.openxmlformats.org/drawingml/2006/main">
              <a:ext uri="{FF2B5EF4-FFF2-40B4-BE49-F238E27FC236}">
                <a16:creationId xmlns:a16="http://schemas.microsoft.com/office/drawing/2014/main" id="{6FD0C071-1E12-4502-A118-CD32D0AF00C2}"/>
              </a:ext>
            </a:extLst>
          </p:cNvPr>
          <p:cNvPicPr>
            <a:picLocks xmlns:a="http://schemas.openxmlformats.org/drawingml/2006/main" noChangeAspect="1"/>
          </p:cNvPicPr>
          <p:nvPr/>
        </p:nvPicPr>
        <p:blipFill>
          <a:blip xmlns:r="http://schemas.openxmlformats.org/officeDocument/2006/relationships" xmlns:a="http://schemas.openxmlformats.org/drawingml/2006/main" r:embed="R54fc09f877d241e5"/>
          <a:stretch xmlns:a="http://schemas.openxmlformats.org/drawingml/2006/main"/>
        </p:blipFill>
        <p:spPr>
          <a:xfrm xmlns:a="http://schemas.openxmlformats.org/drawingml/2006/main">
            <a:off x="2752725" y="3457575"/>
            <a:ext cx="6781800" cy="1695450"/>
          </a:xfrm>
          <a:prstGeom xmlns:a="http://schemas.openxmlformats.org/drawingml/2006/main" prst="rect">
            <a:avLst/>
          </a:prstGeom>
        </p:spPr>
      </p:pic>
      <p:pic>
        <p:nvPicPr>
          <p:cNvPr id="12" name="content-6" descr="U(f)=a\max\left(1-\left|\frac{f-W/2}{W/2}\right|,0\right),\qquad a&gt;0.">
            <a:extLst xmlns:a="http://schemas.openxmlformats.org/drawingml/2006/main">
              <a:ext uri="{FF2B5EF4-FFF2-40B4-BE49-F238E27FC236}">
                <a16:creationId xmlns:a16="http://schemas.microsoft.com/office/drawing/2014/main" id="{4A1AC0DD-A404-44B1-9D78-8A6D679BA001}"/>
              </a:ext>
            </a:extLst>
          </p:cNvPr>
          <p:cNvPicPr>
            <a:picLocks xmlns:a="http://schemas.openxmlformats.org/drawingml/2006/main" noChangeAspect="1"/>
          </p:cNvPicPr>
          <p:nvPr/>
        </p:nvPicPr>
        <p:blipFill>
          <a:blip xmlns:r="http://schemas.openxmlformats.org/officeDocument/2006/relationships" xmlns:a="http://schemas.openxmlformats.org/drawingml/2006/main" r:embed="Rd6fd60e5d20e4ea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715220"/>
            <a:ext cx="4000500" cy="341709"/>
          </a:xfrm>
          <a:prstGeom xmlns:a="http://schemas.openxmlformats.org/drawingml/2006/main" prst="rect">
            <a:avLst/>
          </a:prstGeom>
        </p:spPr>
      </p:pic>
      <p:pic>
        <p:nvPicPr>
          <p:cNvPr id="13" name="content-7" descr="S(f)=U(f-f_c)+U(-f-f_c).">
            <a:extLst xmlns:a="http://schemas.openxmlformats.org/drawingml/2006/main">
              <a:ext uri="{FF2B5EF4-FFF2-40B4-BE49-F238E27FC236}">
                <a16:creationId xmlns:a16="http://schemas.microsoft.com/office/drawing/2014/main" id="{6941522E-1A7B-4CBA-9084-C1298CE174C1}"/>
              </a:ext>
            </a:extLst>
          </p:cNvPr>
          <p:cNvPicPr>
            <a:picLocks xmlns:a="http://schemas.openxmlformats.org/drawingml/2006/main" noChangeAspect="1"/>
          </p:cNvPicPr>
          <p:nvPr/>
        </p:nvPicPr>
        <p:blipFill>
          <a:blip xmlns:r="http://schemas.openxmlformats.org/officeDocument/2006/relationships" xmlns:a="http://schemas.openxmlformats.org/drawingml/2006/main" r:embed="R8a1b8508a8e448e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190875"/>
            <a:ext cx="2857500" cy="190500"/>
          </a:xfrm>
          <a:prstGeom xmlns:a="http://schemas.openxmlformats.org/drawingml/2006/main" prst="rect">
            <a:avLst/>
          </a:prstGeom>
        </p:spPr>
      </p:pic>
    </p:spTree>
    <p:extLst>
      <p:ext uri="{BB962C8B-B14F-4D97-AF65-F5344CB8AC3E}">
        <p14:creationId xmlns:p14="http://schemas.microsoft.com/office/powerpoint/2010/main" val="35128455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9: SSB Demodulation Example (2/3)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B21E3D2-6AFC-4B6A-96E8-81883C88C1EE}"/>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5D979540-3E00-423E-B90F-D6E303FE4B75}"/>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Use an LO 2 cos(2 pi f_c t), whose spectral impulses at +/-f_c have unit weight. The given spectral lobes are real and nonnegative.</a:t>
            </a:r>
          </a:p>
        </p:txBody>
      </p:sp>
      <p:sp>
        <p:nvSpPr>
          <p:cNvPr id="7" name="content-2">
            <a:extLst xmlns:a="http://schemas.openxmlformats.org/drawingml/2006/main">
              <a:ext uri="{FF2B5EF4-FFF2-40B4-BE49-F238E27FC236}">
                <a16:creationId xmlns:a16="http://schemas.microsoft.com/office/drawing/2014/main" id="{273FEBAC-4BD0-49AB-AAC0-26BA13854E15}"/>
              </a:ext>
            </a:extLst>
          </p:cNvPr>
          <p:cNvSpPr>
            <a:spLocks xmlns:a="http://schemas.openxmlformats.org/drawingml/2006/main" noGrp="1"/>
          </p:cNvSpPr>
          <p:nvPr/>
        </p:nvSpPr>
        <p:spPr>
          <a:xfrm xmlns:a="http://schemas.openxmlformats.org/drawingml/2006/main">
            <a:off x="666750" y="17145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8" name="content-2-line">
            <a:extLst xmlns:a="http://schemas.openxmlformats.org/drawingml/2006/main">
              <a:ext uri="{FF2B5EF4-FFF2-40B4-BE49-F238E27FC236}">
                <a16:creationId xmlns:a16="http://schemas.microsoft.com/office/drawing/2014/main" id="{B23963E9-A3BF-4E49-9578-1F109EC29DDE}"/>
              </a:ext>
            </a:extLst>
          </p:cNvPr>
          <p:cNvSpPr>
            <a:spLocks xmlns:a="http://schemas.openxmlformats.org/drawingml/2006/main" noGrp="1"/>
          </p:cNvSpPr>
          <p:nvPr/>
        </p:nvSpPr>
        <p:spPr>
          <a:xfrm xmlns:a="http://schemas.openxmlformats.org/drawingml/2006/main">
            <a:off x="1762125" y="1857375"/>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9" name="content-3">
            <a:extLst xmlns:a="http://schemas.openxmlformats.org/drawingml/2006/main">
              <a:ext uri="{FF2B5EF4-FFF2-40B4-BE49-F238E27FC236}">
                <a16:creationId xmlns:a16="http://schemas.microsoft.com/office/drawing/2014/main" id="{AA2397DC-E9FF-423D-9428-E7E8BEE698FE}"/>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1. The matched 2 cos LO shifts the complete received spectrum both left and right by fc, with unit coefficients.</a:t>
            </a:r>
          </a:p>
        </p:txBody>
      </p:sp>
      <p:sp>
        <p:nvSpPr>
          <p:cNvPr id="10" name="content-6">
            <a:extLst xmlns:a="http://schemas.openxmlformats.org/drawingml/2006/main">
              <a:ext uri="{FF2B5EF4-FFF2-40B4-BE49-F238E27FC236}">
                <a16:creationId xmlns:a16="http://schemas.microsoft.com/office/drawing/2014/main" id="{48DA5ACD-C3CD-4319-8AC3-CC8B6138FF4B}"/>
              </a:ext>
            </a:extLst>
          </p:cNvPr>
          <p:cNvSpPr>
            <a:spLocks xmlns:a="http://schemas.openxmlformats.org/drawingml/2006/main" noGrp="1"/>
          </p:cNvSpPr>
          <p:nvPr/>
        </p:nvSpPr>
        <p:spPr>
          <a:xfrm xmlns:a="http://schemas.openxmlformats.org/drawingml/2006/main">
            <a:off x="666750" y="28098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2. Substitute the two received lobes. Two copies meet at baseband; the other two lie near +/-2fc.</a:t>
            </a:r>
          </a:p>
        </p:txBody>
      </p:sp>
      <p:sp>
        <p:nvSpPr>
          <p:cNvPr id="11" name="content-8">
            <a:extLst xmlns:a="http://schemas.openxmlformats.org/drawingml/2006/main">
              <a:ext uri="{FF2B5EF4-FFF2-40B4-BE49-F238E27FC236}">
                <a16:creationId xmlns:a16="http://schemas.microsoft.com/office/drawing/2014/main" id="{FF396941-1D5A-4D7A-ADA8-CF07C7E943E2}"/>
              </a:ext>
            </a:extLst>
          </p:cNvPr>
          <p:cNvSpPr>
            <a:spLocks xmlns:a="http://schemas.openxmlformats.org/drawingml/2006/main" noGrp="1"/>
          </p:cNvSpPr>
          <p:nvPr/>
        </p:nvSpPr>
        <p:spPr>
          <a:xfrm xmlns:a="http://schemas.openxmlformats.org/drawingml/2006/main">
            <a:off x="666750" y="3343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wanted supports are [0,W] and [-W,0]. The image supports are [2fc,2fc+W] and [-2fc-W,-2fc]. Every lobe keeps its peak a under this</a:t>
            </a:r>
          </a:p>
        </p:txBody>
      </p:sp>
      <p:sp>
        <p:nvSpPr>
          <p:cNvPr id="12" name="content-9">
            <a:extLst xmlns:a="http://schemas.openxmlformats.org/drawingml/2006/main">
              <a:ext uri="{FF2B5EF4-FFF2-40B4-BE49-F238E27FC236}">
                <a16:creationId xmlns:a16="http://schemas.microsoft.com/office/drawing/2014/main" id="{BCBD0503-8EF7-4833-9B4F-3C3062976A49}"/>
              </a:ext>
            </a:extLst>
          </p:cNvPr>
          <p:cNvSpPr>
            <a:spLocks xmlns:a="http://schemas.openxmlformats.org/drawingml/2006/main" noGrp="1"/>
          </p:cNvSpPr>
          <p:nvPr/>
        </p:nvSpPr>
        <p:spPr>
          <a:xfrm xmlns:a="http://schemas.openxmlformats.org/drawingml/2006/main">
            <a:off x="666750" y="35718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LO normalization.</a:t>
            </a:r>
          </a:p>
        </p:txBody>
      </p:sp>
      <p:pic>
        <p:nvPicPr>
          <p:cNvPr id="13" name="content-10" descr="Redrawn exercise diagram; not a source-page screenshot.">
            <a:extLst xmlns:a="http://schemas.openxmlformats.org/drawingml/2006/main">
              <a:ext uri="{FF2B5EF4-FFF2-40B4-BE49-F238E27FC236}">
                <a16:creationId xmlns:a16="http://schemas.microsoft.com/office/drawing/2014/main" id="{E0C358FC-4F87-4F45-AB74-D4DD3067B6C9}"/>
              </a:ext>
            </a:extLst>
          </p:cNvPr>
          <p:cNvPicPr>
            <a:picLocks xmlns:a="http://schemas.openxmlformats.org/drawingml/2006/main" noChangeAspect="1"/>
          </p:cNvPicPr>
          <p:nvPr/>
        </p:nvPicPr>
        <p:blipFill>
          <a:blip xmlns:r="http://schemas.openxmlformats.org/officeDocument/2006/relationships" xmlns:a="http://schemas.openxmlformats.org/drawingml/2006/main" r:embed="R6b8962eb51e84a75"/>
          <a:stretch xmlns:a="http://schemas.openxmlformats.org/drawingml/2006/main"/>
        </p:blipFill>
        <p:spPr>
          <a:xfrm xmlns:a="http://schemas.openxmlformats.org/drawingml/2006/main">
            <a:off x="2600325" y="3800475"/>
            <a:ext cx="7086600" cy="1771650"/>
          </a:xfrm>
          <a:prstGeom xmlns:a="http://schemas.openxmlformats.org/drawingml/2006/main" prst="rect">
            <a:avLst/>
          </a:prstGeom>
        </p:spPr>
      </p:pic>
      <p:pic>
        <p:nvPicPr>
          <p:cNvPr id="14" name="content-4" descr="2\cos(2\pi f_ct)\longleftrightarrow\delta(f-f_c)+\delta(f+f_c).">
            <a:extLst xmlns:a="http://schemas.openxmlformats.org/drawingml/2006/main">
              <a:ext uri="{FF2B5EF4-FFF2-40B4-BE49-F238E27FC236}">
                <a16:creationId xmlns:a16="http://schemas.microsoft.com/office/drawing/2014/main" id="{BF7063A0-E984-4304-B6B5-44818C9A47D5}"/>
              </a:ext>
            </a:extLst>
          </p:cNvPr>
          <p:cNvPicPr>
            <a:picLocks xmlns:a="http://schemas.openxmlformats.org/drawingml/2006/main" noChangeAspect="1"/>
          </p:cNvPicPr>
          <p:nvPr/>
        </p:nvPicPr>
        <p:blipFill>
          <a:blip xmlns:r="http://schemas.openxmlformats.org/officeDocument/2006/relationships" xmlns:a="http://schemas.openxmlformats.org/drawingml/2006/main" r:embed="Re7cd6573bec44bcc">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238970"/>
            <a:ext cx="3505200" cy="189309"/>
          </a:xfrm>
          <a:prstGeom xmlns:a="http://schemas.openxmlformats.org/drawingml/2006/main" prst="rect">
            <a:avLst/>
          </a:prstGeom>
        </p:spPr>
      </p:pic>
      <p:pic>
        <p:nvPicPr>
          <p:cNvPr id="15" name="content-5" descr="V(f)=S(f-f_c)+S(f+f_c).">
            <a:extLst xmlns:a="http://schemas.openxmlformats.org/drawingml/2006/main">
              <a:ext uri="{FF2B5EF4-FFF2-40B4-BE49-F238E27FC236}">
                <a16:creationId xmlns:a16="http://schemas.microsoft.com/office/drawing/2014/main" id="{F6AA3BF7-DE1D-4030-9C26-F530647DEED4}"/>
              </a:ext>
            </a:extLst>
          </p:cNvPr>
          <p:cNvPicPr>
            <a:picLocks xmlns:a="http://schemas.openxmlformats.org/drawingml/2006/main" noChangeAspect="1"/>
          </p:cNvPicPr>
          <p:nvPr/>
        </p:nvPicPr>
        <p:blipFill>
          <a:blip xmlns:r="http://schemas.openxmlformats.org/officeDocument/2006/relationships" xmlns:a="http://schemas.openxmlformats.org/drawingml/2006/main" r:embed="R836843e467fd47b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543175"/>
            <a:ext cx="2647950" cy="190500"/>
          </a:xfrm>
          <a:prstGeom xmlns:a="http://schemas.openxmlformats.org/drawingml/2006/main" prst="rect">
            <a:avLst/>
          </a:prstGeom>
        </p:spPr>
      </p:pic>
      <p:pic>
        <p:nvPicPr>
          <p:cNvPr id="16" name="content-7" descr="V(f)=U(f)+U(-f)+U(f-2f_c)+U(-f-2f_c).">
            <a:extLst xmlns:a="http://schemas.openxmlformats.org/drawingml/2006/main">
              <a:ext uri="{FF2B5EF4-FFF2-40B4-BE49-F238E27FC236}">
                <a16:creationId xmlns:a16="http://schemas.microsoft.com/office/drawing/2014/main" id="{367F66C0-1FDB-4E2A-BF0C-EA3548FF8F7C}"/>
              </a:ext>
            </a:extLst>
          </p:cNvPr>
          <p:cNvPicPr>
            <a:picLocks xmlns:a="http://schemas.openxmlformats.org/drawingml/2006/main" noChangeAspect="1"/>
          </p:cNvPicPr>
          <p:nvPr/>
        </p:nvPicPr>
        <p:blipFill>
          <a:blip xmlns:r="http://schemas.openxmlformats.org/officeDocument/2006/relationships" xmlns:a="http://schemas.openxmlformats.org/drawingml/2006/main" r:embed="Rd145df67a67f457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077170"/>
            <a:ext cx="4667250" cy="189309"/>
          </a:xfrm>
          <a:prstGeom xmlns:a="http://schemas.openxmlformats.org/drawingml/2006/main" prst="rect">
            <a:avLst/>
          </a:prstGeom>
        </p:spPr>
      </p:pic>
    </p:spTree>
    <p:extLst>
      <p:ext uri="{BB962C8B-B14F-4D97-AF65-F5344CB8AC3E}">
        <p14:creationId xmlns:p14="http://schemas.microsoft.com/office/powerpoint/2010/main" val="174338635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9: SSB Demodulation Example (3/3)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CA7C119-8FFB-4E16-8752-DB6A63CF0B5D}"/>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8E825027-B601-4870-A9CF-C8CC273B6FE1}"/>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3. A unity-gain ideal low-pass filter keeps the baseband pair and removes the two images. A cutoff in the open gap is a valid robust choice.</a:t>
            </a:r>
          </a:p>
        </p:txBody>
      </p:sp>
      <p:pic>
        <p:nvPicPr>
          <p:cNvPr id="6" name="content-3" descr="Redrawn exercise diagram; not a source-page screenshot.">
            <a:extLst xmlns:a="http://schemas.openxmlformats.org/drawingml/2006/main">
              <a:ext uri="{FF2B5EF4-FFF2-40B4-BE49-F238E27FC236}">
                <a16:creationId xmlns:a16="http://schemas.microsoft.com/office/drawing/2014/main" id="{EE29CB47-6D8C-4070-8D3B-49B13F9051F5}"/>
              </a:ext>
            </a:extLst>
          </p:cNvPr>
          <p:cNvPicPr>
            <a:picLocks xmlns:a="http://schemas.openxmlformats.org/drawingml/2006/main" noChangeAspect="1"/>
          </p:cNvPicPr>
          <p:nvPr/>
        </p:nvPicPr>
        <p:blipFill>
          <a:blip xmlns:r="http://schemas.openxmlformats.org/officeDocument/2006/relationships" xmlns:a="http://schemas.openxmlformats.org/drawingml/2006/main" r:embed="Rf79af1dadd164d77"/>
          <a:stretch xmlns:a="http://schemas.openxmlformats.org/drawingml/2006/main"/>
        </p:blipFill>
        <p:spPr>
          <a:xfrm xmlns:a="http://schemas.openxmlformats.org/drawingml/2006/main">
            <a:off x="2752725" y="2152650"/>
            <a:ext cx="6781800" cy="1695450"/>
          </a:xfrm>
          <a:prstGeom xmlns:a="http://schemas.openxmlformats.org/drawingml/2006/main" prst="rect">
            <a:avLst/>
          </a:prstGeom>
        </p:spPr>
      </p:pic>
      <p:sp>
        <p:nvSpPr>
          <p:cNvPr id="7" name="content-4">
            <a:extLst xmlns:a="http://schemas.openxmlformats.org/drawingml/2006/main">
              <a:ext uri="{FF2B5EF4-FFF2-40B4-BE49-F238E27FC236}">
                <a16:creationId xmlns:a16="http://schemas.microsoft.com/office/drawing/2014/main" id="{F9BD329E-F4AA-45F6-A7FE-A810C8D5063B}"/>
              </a:ext>
            </a:extLst>
          </p:cNvPr>
          <p:cNvSpPr>
            <a:spLocks xmlns:a="http://schemas.openxmlformats.org/drawingml/2006/main" noGrp="1"/>
          </p:cNvSpPr>
          <p:nvPr/>
        </p:nvSpPr>
        <p:spPr>
          <a:xfrm xmlns:a="http://schemas.openxmlformats.org/drawingml/2006/main">
            <a:off x="666750" y="39052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4. The recovered spectrum has the same two triangular baseband lobes, the same peak a, and one-sided bandwidth W. With an LO cos</a:t>
            </a:r>
          </a:p>
        </p:txBody>
      </p:sp>
      <p:sp>
        <p:nvSpPr>
          <p:cNvPr id="8" name="content-5">
            <a:extLst xmlns:a="http://schemas.openxmlformats.org/drawingml/2006/main">
              <a:ext uri="{FF2B5EF4-FFF2-40B4-BE49-F238E27FC236}">
                <a16:creationId xmlns:a16="http://schemas.microsoft.com/office/drawing/2014/main" id="{89A0EF7F-500B-4636-9A1F-4D9F5CA62AA9}"/>
              </a:ext>
            </a:extLst>
          </p:cNvPr>
          <p:cNvSpPr>
            <a:spLocks xmlns:a="http://schemas.openxmlformats.org/drawingml/2006/main" noGrp="1"/>
          </p:cNvSpPr>
          <p:nvPr/>
        </p:nvSpPr>
        <p:spPr>
          <a:xfrm xmlns:a="http://schemas.openxmlformats.org/drawingml/2006/main">
            <a:off x="666750" y="41338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instead of 2 cos, all of V(f) would be halved and a final gain 2 would be required.</a:t>
            </a:r>
          </a:p>
        </p:txBody>
      </p:sp>
      <p:sp>
        <p:nvSpPr>
          <p:cNvPr id="9" name="content-6">
            <a:extLst xmlns:a="http://schemas.openxmlformats.org/drawingml/2006/main">
              <a:ext uri="{FF2B5EF4-FFF2-40B4-BE49-F238E27FC236}">
                <a16:creationId xmlns:a16="http://schemas.microsoft.com/office/drawing/2014/main" id="{2E6EA101-9520-4F1B-8C93-EE8D112345F4}"/>
              </a:ext>
            </a:extLst>
          </p:cNvPr>
          <p:cNvSpPr>
            <a:spLocks xmlns:a="http://schemas.openxmlformats.org/drawingml/2006/main" noGrp="1"/>
          </p:cNvSpPr>
          <p:nvPr/>
        </p:nvSpPr>
        <p:spPr>
          <a:xfrm xmlns:a="http://schemas.openxmlformats.org/drawingml/2006/main">
            <a:off x="666750" y="43624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mixer impulses describe frequency shifts; they are not additional carrier lines in V(f). A magnitude spectrum alone does not specify</a:t>
            </a:r>
          </a:p>
        </p:txBody>
      </p:sp>
      <p:sp>
        <p:nvSpPr>
          <p:cNvPr id="10" name="content-7">
            <a:extLst xmlns:a="http://schemas.openxmlformats.org/drawingml/2006/main">
              <a:ext uri="{FF2B5EF4-FFF2-40B4-BE49-F238E27FC236}">
                <a16:creationId xmlns:a16="http://schemas.microsoft.com/office/drawing/2014/main" id="{27C141DE-B28B-4A47-8065-27159E3CFF46}"/>
              </a:ext>
            </a:extLst>
          </p:cNvPr>
          <p:cNvSpPr>
            <a:spLocks xmlns:a="http://schemas.openxmlformats.org/drawingml/2006/main" noGrp="1"/>
          </p:cNvSpPr>
          <p:nvPr/>
        </p:nvSpPr>
        <p:spPr>
          <a:xfrm xmlns:a="http://schemas.openxmlformats.org/drawingml/2006/main">
            <a:off x="666750" y="4591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spectral phase of an arbitrary signal.</a:t>
            </a:r>
          </a:p>
        </p:txBody>
      </p:sp>
      <p:pic>
        <p:nvPicPr>
          <p:cNvPr id="12" name="content-1" descr="W&lt;F_{\mathrm{LP}}&lt;2f_c,\qquad H_{\mathrm{LP}}(f)=1\quad\text{for }|f|\leq W.">
            <a:extLst xmlns:a="http://schemas.openxmlformats.org/drawingml/2006/main">
              <a:ext uri="{FF2B5EF4-FFF2-40B4-BE49-F238E27FC236}">
                <a16:creationId xmlns:a16="http://schemas.microsoft.com/office/drawing/2014/main" id="{212D224C-5303-40D5-B979-19AB5EE267EA}"/>
              </a:ext>
            </a:extLst>
          </p:cNvPr>
          <p:cNvPicPr>
            <a:picLocks xmlns:a="http://schemas.openxmlformats.org/drawingml/2006/main" noChangeAspect="1"/>
          </p:cNvPicPr>
          <p:nvPr/>
        </p:nvPicPr>
        <p:blipFill>
          <a:blip xmlns:r="http://schemas.openxmlformats.org/officeDocument/2006/relationships" xmlns:a="http://schemas.openxmlformats.org/drawingml/2006/main" r:embed="R34175e03bbb445c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524000"/>
            <a:ext cx="4381500" cy="190500"/>
          </a:xfrm>
          <a:prstGeom xmlns:a="http://schemas.openxmlformats.org/drawingml/2006/main" prst="rect">
            <a:avLst/>
          </a:prstGeom>
        </p:spPr>
      </p:pic>
      <p:pic>
        <p:nvPicPr>
          <p:cNvPr id="13" name="content-2" descr="\widetilde M(f)=H_{\mathrm{LP}}(f)V(f)=U(f)+U(-f)=M(f).">
            <a:extLst xmlns:a="http://schemas.openxmlformats.org/drawingml/2006/main">
              <a:ext uri="{FF2B5EF4-FFF2-40B4-BE49-F238E27FC236}">
                <a16:creationId xmlns:a16="http://schemas.microsoft.com/office/drawing/2014/main" id="{D03F4D6B-AF63-45CB-A3FD-7BCA5FA50B75}"/>
              </a:ext>
            </a:extLst>
          </p:cNvPr>
          <p:cNvPicPr>
            <a:picLocks xmlns:a="http://schemas.openxmlformats.org/drawingml/2006/main" noChangeAspect="1"/>
          </p:cNvPicPr>
          <p:nvPr/>
        </p:nvPicPr>
        <p:blipFill>
          <a:blip xmlns:r="http://schemas.openxmlformats.org/officeDocument/2006/relationships" xmlns:a="http://schemas.openxmlformats.org/drawingml/2006/main" r:embed="R4eace507b9234e0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833563"/>
            <a:ext cx="4229100" cy="238125"/>
          </a:xfrm>
          <a:prstGeom xmlns:a="http://schemas.openxmlformats.org/drawingml/2006/main" prst="rect">
            <a:avLst/>
          </a:prstGeom>
        </p:spPr>
      </p:pic>
    </p:spTree>
    <p:extLst>
      <p:ext uri="{BB962C8B-B14F-4D97-AF65-F5344CB8AC3E}">
        <p14:creationId xmlns:p14="http://schemas.microsoft.com/office/powerpoint/2010/main" val="80140485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10: Three-tone message: Fourier transform and upper-sideband spectrum (1/3)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6E79241-6451-4350-8EF2-2586DDA59361}"/>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3271A036-DC83-45D5-88F6-C9EBE136F64A}"/>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1F12A98C-77CC-426E-8E57-0B05668330E8}"/>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Let 0&lt;f_1&lt;f_2&lt;f_3, with f_i much smaller than f_c. Derive the Fourier transform of the following message, then sketch the magnitude</a:t>
            </a:r>
          </a:p>
        </p:txBody>
      </p:sp>
      <p:sp>
        <p:nvSpPr>
          <p:cNvPr id="7" name="content-2">
            <a:extLst xmlns:a="http://schemas.openxmlformats.org/drawingml/2006/main">
              <a:ext uri="{FF2B5EF4-FFF2-40B4-BE49-F238E27FC236}">
                <a16:creationId xmlns:a16="http://schemas.microsoft.com/office/drawing/2014/main" id="{97D2DB2B-4444-4938-B23C-97BB2DF3AC50}"/>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spectrum when its upper sideband is selected for SSB-SC transmission.</a:t>
            </a:r>
          </a:p>
        </p:txBody>
      </p:sp>
      <p:sp>
        <p:nvSpPr>
          <p:cNvPr id="8" name="content-4">
            <a:extLst xmlns:a="http://schemas.openxmlformats.org/drawingml/2006/main">
              <a:ext uri="{FF2B5EF4-FFF2-40B4-BE49-F238E27FC236}">
                <a16:creationId xmlns:a16="http://schemas.microsoft.com/office/drawing/2014/main" id="{AB865AE3-46B3-4FEC-A538-E34E4D98E7EE}"/>
              </a:ext>
            </a:extLst>
          </p:cNvPr>
          <p:cNvSpPr>
            <a:spLocks xmlns:a="http://schemas.openxmlformats.org/drawingml/2006/main" noGrp="1"/>
          </p:cNvSpPr>
          <p:nvPr/>
        </p:nvSpPr>
        <p:spPr>
          <a:xfrm xmlns:a="http://schemas.openxmlformats.org/drawingml/2006/main">
            <a:off x="666750" y="23336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Form m(t) cos(2 pi f_c t), then apply a unity-gain USB bandpass filter. Use no additional amplitude normalization.</a:t>
            </a:r>
          </a:p>
        </p:txBody>
      </p:sp>
      <p:sp>
        <p:nvSpPr>
          <p:cNvPr id="10" name="content-6">
            <a:extLst xmlns:a="http://schemas.openxmlformats.org/drawingml/2006/main">
              <a:ext uri="{FF2B5EF4-FFF2-40B4-BE49-F238E27FC236}">
                <a16:creationId xmlns:a16="http://schemas.microsoft.com/office/drawing/2014/main" id="{5040C963-011A-4E2F-86FF-B7C6DBE9AEAF}"/>
              </a:ext>
            </a:extLst>
          </p:cNvPr>
          <p:cNvSpPr>
            <a:spLocks xmlns:a="http://schemas.openxmlformats.org/drawingml/2006/main" noGrp="1"/>
          </p:cNvSpPr>
          <p:nvPr/>
        </p:nvSpPr>
        <p:spPr>
          <a:xfrm xmlns:a="http://schemas.openxmlformats.org/drawingml/2006/main">
            <a:off x="666750" y="279082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6-line">
            <a:extLst xmlns:a="http://schemas.openxmlformats.org/drawingml/2006/main">
              <a:ext uri="{FF2B5EF4-FFF2-40B4-BE49-F238E27FC236}">
                <a16:creationId xmlns:a16="http://schemas.microsoft.com/office/drawing/2014/main" id="{F67E7D83-DF11-4BD8-A5F0-E013021674F0}"/>
              </a:ext>
            </a:extLst>
          </p:cNvPr>
          <p:cNvSpPr>
            <a:spLocks xmlns:a="http://schemas.openxmlformats.org/drawingml/2006/main" noGrp="1"/>
          </p:cNvSpPr>
          <p:nvPr/>
        </p:nvSpPr>
        <p:spPr>
          <a:xfrm xmlns:a="http://schemas.openxmlformats.org/drawingml/2006/main">
            <a:off x="1762125" y="293370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7">
            <a:extLst xmlns:a="http://schemas.openxmlformats.org/drawingml/2006/main">
              <a:ext uri="{FF2B5EF4-FFF2-40B4-BE49-F238E27FC236}">
                <a16:creationId xmlns:a16="http://schemas.microsoft.com/office/drawing/2014/main" id="{69473D2D-19EA-423A-A871-4FBF09FBF263}"/>
              </a:ext>
            </a:extLst>
          </p:cNvPr>
          <p:cNvSpPr>
            <a:spLocks xmlns:a="http://schemas.openxmlformats.org/drawingml/2006/main" noGrp="1"/>
          </p:cNvSpPr>
          <p:nvPr/>
        </p:nvSpPr>
        <p:spPr>
          <a:xfrm xmlns:a="http://schemas.openxmlformats.org/drawingml/2006/main">
            <a:off x="666750" y="30480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cosine transform pair gives a pair of impulse lines for every tone:</a:t>
            </a:r>
          </a:p>
        </p:txBody>
      </p:sp>
      <p:pic>
        <p:nvPicPr>
          <p:cNvPr id="13" name="content-3" descr="m(t)=\sum_{i=1}^{3}A_i\cos(2\pi f_it).">
            <a:extLst xmlns:a="http://schemas.openxmlformats.org/drawingml/2006/main">
              <a:ext uri="{FF2B5EF4-FFF2-40B4-BE49-F238E27FC236}">
                <a16:creationId xmlns:a16="http://schemas.microsoft.com/office/drawing/2014/main" id="{9638C9D6-08FF-4BFB-A897-FBE4E881511D}"/>
              </a:ext>
            </a:extLst>
          </p:cNvPr>
          <p:cNvPicPr>
            <a:picLocks xmlns:a="http://schemas.openxmlformats.org/drawingml/2006/main" noChangeAspect="1"/>
          </p:cNvPicPr>
          <p:nvPr/>
        </p:nvPicPr>
        <p:blipFill>
          <a:blip xmlns:r="http://schemas.openxmlformats.org/officeDocument/2006/relationships" xmlns:a="http://schemas.openxmlformats.org/drawingml/2006/main" r:embed="R8cf5ff03af454e0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013347"/>
            <a:ext cx="2476500" cy="240506"/>
          </a:xfrm>
          <a:prstGeom xmlns:a="http://schemas.openxmlformats.org/drawingml/2006/main" prst="rect">
            <a:avLst/>
          </a:prstGeom>
        </p:spPr>
      </p:pic>
      <p:pic>
        <p:nvPicPr>
          <p:cNvPr id="14" name="content-8" descr="M(f)=\sum_{i=1}^{3}\frac{A_i}{2}\{\delta(f-f_i)+\delta(f+f_i)\}.">
            <a:extLst xmlns:a="http://schemas.openxmlformats.org/drawingml/2006/main">
              <a:ext uri="{FF2B5EF4-FFF2-40B4-BE49-F238E27FC236}">
                <a16:creationId xmlns:a16="http://schemas.microsoft.com/office/drawing/2014/main" id="{F4F3E5AF-41E7-4F02-B0D0-C1E74AF07595}"/>
              </a:ext>
            </a:extLst>
          </p:cNvPr>
          <p:cNvPicPr>
            <a:picLocks xmlns:a="http://schemas.openxmlformats.org/drawingml/2006/main" noChangeAspect="1"/>
          </p:cNvPicPr>
          <p:nvPr/>
        </p:nvPicPr>
        <p:blipFill>
          <a:blip xmlns:r="http://schemas.openxmlformats.org/officeDocument/2006/relationships" xmlns:a="http://schemas.openxmlformats.org/drawingml/2006/main" r:embed="Re5196034e6dd423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321844"/>
            <a:ext cx="3562350" cy="252413"/>
          </a:xfrm>
          <a:prstGeom xmlns:a="http://schemas.openxmlformats.org/drawingml/2006/main" prst="rect">
            <a:avLst/>
          </a:prstGeom>
        </p:spPr>
      </p:pic>
    </p:spTree>
    <p:extLst>
      <p:ext uri="{BB962C8B-B14F-4D97-AF65-F5344CB8AC3E}">
        <p14:creationId xmlns:p14="http://schemas.microsoft.com/office/powerpoint/2010/main" val="174624006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10: Three-tone message: Fourier transform and upper-sideband spectrum (2/3)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5764878-6011-45EF-B11F-75BB0800E1FC}"/>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1732838D-B67D-4621-93B7-282E9287DCBD}"/>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Multiplying by the unit-amplitude carrier makes two shifted copies, each scaled by one half:</a:t>
            </a:r>
          </a:p>
        </p:txBody>
      </p:sp>
      <p:sp>
        <p:nvSpPr>
          <p:cNvPr id="6" name="content-3">
            <a:extLst xmlns:a="http://schemas.openxmlformats.org/drawingml/2006/main">
              <a:ext uri="{FF2B5EF4-FFF2-40B4-BE49-F238E27FC236}">
                <a16:creationId xmlns:a16="http://schemas.microsoft.com/office/drawing/2014/main" id="{1DE76ACD-88A2-435F-9C5B-F4EC4F3329D4}"/>
              </a:ext>
            </a:extLst>
          </p:cNvPr>
          <p:cNvSpPr>
            <a:spLocks xmlns:a="http://schemas.openxmlformats.org/drawingml/2006/main" noGrp="1"/>
          </p:cNvSpPr>
          <p:nvPr/>
        </p:nvSpPr>
        <p:spPr>
          <a:xfrm xmlns:a="http://schemas.openxmlformats.org/drawingml/2006/main">
            <a:off x="666750" y="3067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USB filter keeps f_c+f_i and its negative-frequency conjugate mirror -(f_c+f_i), discarding the inner pairs f_c-f_i and -(f_c-f_i):</a:t>
            </a:r>
          </a:p>
        </p:txBody>
      </p:sp>
      <p:pic>
        <p:nvPicPr>
          <p:cNvPr id="7" name="content-1" descr="S_{\mathrm{DSB}}(f)=\tfrac12[M(f-f_c)+M(f+f_c)].">
            <a:extLst xmlns:a="http://schemas.openxmlformats.org/drawingml/2006/main">
              <a:ext uri="{FF2B5EF4-FFF2-40B4-BE49-F238E27FC236}">
                <a16:creationId xmlns:a16="http://schemas.microsoft.com/office/drawing/2014/main" id="{F150CA5D-F539-4C84-B037-41BC057FFBEC}"/>
              </a:ext>
            </a:extLst>
          </p:cNvPr>
          <p:cNvPicPr>
            <a:picLocks xmlns:a="http://schemas.openxmlformats.org/drawingml/2006/main" noChangeAspect="1"/>
          </p:cNvPicPr>
          <p:nvPr/>
        </p:nvPicPr>
        <p:blipFill>
          <a:blip xmlns:r="http://schemas.openxmlformats.org/officeDocument/2006/relationships" xmlns:a="http://schemas.openxmlformats.org/drawingml/2006/main" r:embed="Rf407e01d7ef3471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529358"/>
            <a:ext cx="3371850" cy="236934"/>
          </a:xfrm>
          <a:prstGeom xmlns:a="http://schemas.openxmlformats.org/drawingml/2006/main" prst="rect">
            <a:avLst/>
          </a:prstGeom>
        </p:spPr>
      </p:pic>
      <p:pic>
        <p:nvPicPr>
          <p:cNvPr id="8" name="content-2" descr="\begin{aligned}S_{\mathrm{DSB}}(f)&amp;=\sum_{i=1}^{3}\frac{A_i}{4}\bigl(\delta[f-(f_c+f_i)]+\delta[f-(f_c-f_i)]\\&amp;\hspace{14mm}+\delta[f+(f_c-f_i)]+\delta[f+(f_c+f_i)]\bigr).\end{aligned}">
            <a:extLst xmlns:a="http://schemas.openxmlformats.org/drawingml/2006/main">
              <a:ext uri="{FF2B5EF4-FFF2-40B4-BE49-F238E27FC236}">
                <a16:creationId xmlns:a16="http://schemas.microsoft.com/office/drawing/2014/main" id="{234F794A-7620-4660-9DD9-0DEA58A4075C}"/>
              </a:ext>
            </a:extLst>
          </p:cNvPr>
          <p:cNvPicPr>
            <a:picLocks xmlns:a="http://schemas.openxmlformats.org/drawingml/2006/main" noChangeAspect="1"/>
          </p:cNvPicPr>
          <p:nvPr/>
        </p:nvPicPr>
        <p:blipFill>
          <a:blip xmlns:r="http://schemas.openxmlformats.org/officeDocument/2006/relationships" xmlns:a="http://schemas.openxmlformats.org/drawingml/2006/main" r:embed="R88afd51c7d244a2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001441"/>
            <a:ext cx="5105400" cy="873919"/>
          </a:xfrm>
          <a:prstGeom xmlns:a="http://schemas.openxmlformats.org/drawingml/2006/main" prst="rect">
            <a:avLst/>
          </a:prstGeom>
        </p:spPr>
      </p:pic>
      <p:pic>
        <p:nvPicPr>
          <p:cNvPr id="9" name="content-4" descr="S_{\mathrm{USB}}(f)=\sum_{i=1}^{3}\frac{A_i}{4}\{\delta[f-(f_c+f_i)]+\delta[f+(f_c+f_i)]\}.">
            <a:extLst xmlns:a="http://schemas.openxmlformats.org/drawingml/2006/main">
              <a:ext uri="{FF2B5EF4-FFF2-40B4-BE49-F238E27FC236}">
                <a16:creationId xmlns:a16="http://schemas.microsoft.com/office/drawing/2014/main" id="{E6D43286-8E96-475C-9ECF-ABFE3A349636}"/>
              </a:ext>
            </a:extLst>
          </p:cNvPr>
          <p:cNvPicPr>
            <a:picLocks xmlns:a="http://schemas.openxmlformats.org/drawingml/2006/main" noChangeAspect="1"/>
          </p:cNvPicPr>
          <p:nvPr/>
        </p:nvPicPr>
        <p:blipFill>
          <a:blip xmlns:r="http://schemas.openxmlformats.org/officeDocument/2006/relationships" xmlns:a="http://schemas.openxmlformats.org/drawingml/2006/main" r:embed="R41beaed5e3f3443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340894"/>
            <a:ext cx="4914900" cy="252413"/>
          </a:xfrm>
          <a:prstGeom xmlns:a="http://schemas.openxmlformats.org/drawingml/2006/main" prst="rect">
            <a:avLst/>
          </a:prstGeom>
        </p:spPr>
      </p:pic>
      <p:pic>
        <p:nvPicPr>
          <p:cNvPr id="10" name="content-5" descr="s_{\mathrm{USB}}(t)=\sum_{i=1}^{3}\frac{A_i}{2}\cos[2\pi(f_c+f_i)t].">
            <a:extLst xmlns:a="http://schemas.openxmlformats.org/drawingml/2006/main">
              <a:ext uri="{FF2B5EF4-FFF2-40B4-BE49-F238E27FC236}">
                <a16:creationId xmlns:a16="http://schemas.microsoft.com/office/drawing/2014/main" id="{58C03DE8-859E-4816-AE2F-6A8BF0072A35}"/>
              </a:ext>
            </a:extLst>
          </p:cNvPr>
          <p:cNvPicPr>
            <a:picLocks xmlns:a="http://schemas.openxmlformats.org/drawingml/2006/main" noChangeAspect="1"/>
          </p:cNvPicPr>
          <p:nvPr/>
        </p:nvPicPr>
        <p:blipFill>
          <a:blip xmlns:r="http://schemas.openxmlformats.org/officeDocument/2006/relationships" xmlns:a="http://schemas.openxmlformats.org/drawingml/2006/main" r:embed="R0f5cdbfc64cf46b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721894"/>
            <a:ext cx="3276600" cy="252413"/>
          </a:xfrm>
          <a:prstGeom xmlns:a="http://schemas.openxmlformats.org/drawingml/2006/main" prst="rect">
            <a:avLst/>
          </a:prstGeom>
        </p:spPr>
      </p:pic>
    </p:spTree>
    <p:extLst>
      <p:ext uri="{BB962C8B-B14F-4D97-AF65-F5344CB8AC3E}">
        <p14:creationId xmlns:p14="http://schemas.microsoft.com/office/powerpoint/2010/main" val="112792116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10: Three-tone message: Fourier transform and upper-sideband spectrum (3/3)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4CE7A75-C576-47A6-994D-CDC3C665FAC5}"/>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0" descr="Redrawn exercise diagram; not a source-page screenshot.">
            <a:extLst xmlns:a="http://schemas.openxmlformats.org/drawingml/2006/main">
              <a:ext uri="{FF2B5EF4-FFF2-40B4-BE49-F238E27FC236}">
                <a16:creationId xmlns:a16="http://schemas.microsoft.com/office/drawing/2014/main" id="{93B6F920-C526-4B4B-A70D-66E977B43947}"/>
              </a:ext>
            </a:extLst>
          </p:cNvPr>
          <p:cNvPicPr>
            <a:picLocks xmlns:a="http://schemas.openxmlformats.org/drawingml/2006/main" noChangeAspect="1"/>
          </p:cNvPicPr>
          <p:nvPr/>
        </p:nvPicPr>
        <p:blipFill>
          <a:blip xmlns:r="http://schemas.openxmlformats.org/officeDocument/2006/relationships" xmlns:a="http://schemas.openxmlformats.org/drawingml/2006/main" r:embed="R8e265a701fa143fd"/>
          <a:stretch xmlns:a="http://schemas.openxmlformats.org/drawingml/2006/main"/>
        </p:blipFill>
        <p:spPr>
          <a:xfrm xmlns:a="http://schemas.openxmlformats.org/drawingml/2006/main">
            <a:off x="1752384" y="1257300"/>
            <a:ext cx="8782481" cy="4133850"/>
          </a:xfrm>
          <a:prstGeom xmlns:a="http://schemas.openxmlformats.org/drawingml/2006/main" prst="rect">
            <a:avLst/>
          </a:prstGeom>
        </p:spPr>
      </p:pic>
      <p:sp>
        <p:nvSpPr>
          <p:cNvPr id="6" name="content-1">
            <a:extLst xmlns:a="http://schemas.openxmlformats.org/drawingml/2006/main">
              <a:ext uri="{FF2B5EF4-FFF2-40B4-BE49-F238E27FC236}">
                <a16:creationId xmlns:a16="http://schemas.microsoft.com/office/drawing/2014/main" id="{75B62AFF-ECDC-4858-87F4-22B62C19FFF3}"/>
              </a:ext>
            </a:extLst>
          </p:cNvPr>
          <p:cNvSpPr>
            <a:spLocks xmlns:a="http://schemas.openxmlformats.org/drawingml/2006/main" noGrp="1"/>
          </p:cNvSpPr>
          <p:nvPr/>
        </p:nvSpPr>
        <p:spPr>
          <a:xfrm xmlns:a="http://schemas.openxmlformats.org/drawingml/2006/main">
            <a:off x="666750" y="5448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figure gives line locations; each line has the coefficient stated beside its row. Magnitude-spectrum line weights are |A_i|/2 in M and</a:t>
            </a:r>
          </a:p>
        </p:txBody>
      </p:sp>
      <p:sp>
        <p:nvSpPr>
          <p:cNvPr id="7" name="content-2">
            <a:extLst xmlns:a="http://schemas.openxmlformats.org/drawingml/2006/main">
              <a:ext uri="{FF2B5EF4-FFF2-40B4-BE49-F238E27FC236}">
                <a16:creationId xmlns:a16="http://schemas.microsoft.com/office/drawing/2014/main" id="{C301593F-06C6-4DC7-8B36-298BBF709239}"/>
              </a:ext>
            </a:extLst>
          </p:cNvPr>
          <p:cNvSpPr>
            <a:spLocks xmlns:a="http://schemas.openxmlformats.org/drawingml/2006/main" noGrp="1"/>
          </p:cNvSpPr>
          <p:nvPr/>
        </p:nvSpPr>
        <p:spPr>
          <a:xfrm xmlns:a="http://schemas.openxmlformats.org/drawingml/2006/main">
            <a:off x="666750" y="5676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|A_i|/4 in the modulated spectra. If all A_i are positive, these equal the signed coefficients. Keeping both frequency signs is necessary for a</a:t>
            </a:r>
          </a:p>
        </p:txBody>
      </p:sp>
      <p:sp>
        <p:nvSpPr>
          <p:cNvPr id="8" name="content-3">
            <a:extLst xmlns:a="http://schemas.openxmlformats.org/drawingml/2006/main">
              <a:ext uri="{FF2B5EF4-FFF2-40B4-BE49-F238E27FC236}">
                <a16:creationId xmlns:a16="http://schemas.microsoft.com/office/drawing/2014/main" id="{53D92364-3D1E-43BC-ADDB-2AA32D4FE017}"/>
              </a:ext>
            </a:extLst>
          </p:cNvPr>
          <p:cNvSpPr>
            <a:spLocks xmlns:a="http://schemas.openxmlformats.org/drawingml/2006/main" noGrp="1"/>
          </p:cNvSpPr>
          <p:nvPr/>
        </p:nvSpPr>
        <p:spPr>
          <a:xfrm xmlns:a="http://schemas.openxmlformats.org/drawingml/2006/main">
            <a:off x="666750" y="59055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real transmitted waveform.</a:t>
            </a:r>
          </a:p>
        </p:txBody>
      </p:sp>
    </p:spTree>
    <p:extLst>
      <p:ext uri="{BB962C8B-B14F-4D97-AF65-F5344CB8AC3E}">
        <p14:creationId xmlns:p14="http://schemas.microsoft.com/office/powerpoint/2010/main" val="202810256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11: Recovering the sine branch of a QAM signal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C380C67-ED9F-46FC-8BA4-0F991513B9BD}"/>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1BF88A60-A25F-43F4-B1B7-4852097271EC}"/>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B6760877-5C71-4BEF-BD41-6C2A9BEDFBA4}"/>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Two messages m_1,m_2 are bandlimited to |f|&lt;=W, with f_c&gt;W. The QAM transmitter and sine-branch mixer share the same nonzero</a:t>
            </a:r>
          </a:p>
        </p:txBody>
      </p:sp>
      <p:sp>
        <p:nvSpPr>
          <p:cNvPr id="7" name="content-2">
            <a:extLst xmlns:a="http://schemas.openxmlformats.org/drawingml/2006/main">
              <a:ext uri="{FF2B5EF4-FFF2-40B4-BE49-F238E27FC236}">
                <a16:creationId xmlns:a16="http://schemas.microsoft.com/office/drawing/2014/main" id="{76DD6A62-FB20-4B81-885B-6B907A60F5DF}"/>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amplitude A_c:</a:t>
            </a:r>
          </a:p>
        </p:txBody>
      </p:sp>
      <p:sp>
        <p:nvSpPr>
          <p:cNvPr id="8" name="content-5">
            <a:extLst xmlns:a="http://schemas.openxmlformats.org/drawingml/2006/main">
              <a:ext uri="{FF2B5EF4-FFF2-40B4-BE49-F238E27FC236}">
                <a16:creationId xmlns:a16="http://schemas.microsoft.com/office/drawing/2014/main" id="{01604B3E-1D37-4395-9CAF-682E54294F7D}"/>
              </a:ext>
            </a:extLst>
          </p:cNvPr>
          <p:cNvSpPr>
            <a:spLocks xmlns:a="http://schemas.openxmlformats.org/drawingml/2006/main" noGrp="1"/>
          </p:cNvSpPr>
          <p:nvPr/>
        </p:nvSpPr>
        <p:spPr>
          <a:xfrm xmlns:a="http://schemas.openxmlformats.org/drawingml/2006/main">
            <a:off x="666750" y="2581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 Express v_2 as a multiple of m_2 plus high-frequency terms. (ii) Fourier-transform this expression and verify the sine-branch spectrum.</a:t>
            </a:r>
          </a:p>
        </p:txBody>
      </p:sp>
      <p:sp>
        <p:nvSpPr>
          <p:cNvPr id="9" name="content-6">
            <a:extLst xmlns:a="http://schemas.openxmlformats.org/drawingml/2006/main">
              <a:ext uri="{FF2B5EF4-FFF2-40B4-BE49-F238E27FC236}">
                <a16:creationId xmlns:a16="http://schemas.microsoft.com/office/drawing/2014/main" id="{BD35AF2A-5722-4397-815D-A9C242E08AC9}"/>
              </a:ext>
            </a:extLst>
          </p:cNvPr>
          <p:cNvSpPr>
            <a:spLocks xmlns:a="http://schemas.openxmlformats.org/drawingml/2006/main" noGrp="1"/>
          </p:cNvSpPr>
          <p:nvPr/>
        </p:nvSpPr>
        <p:spPr>
          <a:xfrm xmlns:a="http://schemas.openxmlformats.org/drawingml/2006/main">
            <a:off x="666750" y="28098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(iii) Specify an appropriate LPF cutoff and the gain needed to recover m_2 exactly.</a:t>
            </a:r>
          </a:p>
        </p:txBody>
      </p:sp>
      <p:sp>
        <p:nvSpPr>
          <p:cNvPr id="10" name="content-7">
            <a:extLst xmlns:a="http://schemas.openxmlformats.org/drawingml/2006/main">
              <a:ext uri="{FF2B5EF4-FFF2-40B4-BE49-F238E27FC236}">
                <a16:creationId xmlns:a16="http://schemas.microsoft.com/office/drawing/2014/main" id="{F3C366CB-8CA1-48E6-BB8D-08CB629C6B3F}"/>
              </a:ext>
            </a:extLst>
          </p:cNvPr>
          <p:cNvSpPr>
            <a:spLocks xmlns:a="http://schemas.openxmlformats.org/drawingml/2006/main" noGrp="1"/>
          </p:cNvSpPr>
          <p:nvPr/>
        </p:nvSpPr>
        <p:spPr>
          <a:xfrm xmlns:a="http://schemas.openxmlformats.org/drawingml/2006/main">
            <a:off x="666750" y="30384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7-line">
            <a:extLst xmlns:a="http://schemas.openxmlformats.org/drawingml/2006/main">
              <a:ext uri="{FF2B5EF4-FFF2-40B4-BE49-F238E27FC236}">
                <a16:creationId xmlns:a16="http://schemas.microsoft.com/office/drawing/2014/main" id="{EF74402A-764F-4756-81D3-DC1F511D5257}"/>
              </a:ext>
            </a:extLst>
          </p:cNvPr>
          <p:cNvSpPr>
            <a:spLocks xmlns:a="http://schemas.openxmlformats.org/drawingml/2006/main" noGrp="1"/>
          </p:cNvSpPr>
          <p:nvPr/>
        </p:nvSpPr>
        <p:spPr>
          <a:xfrm xmlns:a="http://schemas.openxmlformats.org/drawingml/2006/main">
            <a:off x="1762125" y="31813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8">
            <a:extLst xmlns:a="http://schemas.openxmlformats.org/drawingml/2006/main">
              <a:ext uri="{FF2B5EF4-FFF2-40B4-BE49-F238E27FC236}">
                <a16:creationId xmlns:a16="http://schemas.microsoft.com/office/drawing/2014/main" id="{4A4BEBD4-96F2-45C5-ADCF-C0B7960C9A1D}"/>
              </a:ext>
            </a:extLst>
          </p:cNvPr>
          <p:cNvSpPr>
            <a:spLocks xmlns:a="http://schemas.openxmlformats.org/drawingml/2006/main" noGrp="1"/>
          </p:cNvSpPr>
          <p:nvPr/>
        </p:nvSpPr>
        <p:spPr>
          <a:xfrm xmlns:a="http://schemas.openxmlformats.org/drawingml/2006/main">
            <a:off x="666750" y="32956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 Expand the product and use cos x sin x=(1/2)sin(2x), sin^2 x=(1/2)[1-cos(2x)]:</a:t>
            </a:r>
          </a:p>
        </p:txBody>
      </p:sp>
      <p:pic>
        <p:nvPicPr>
          <p:cNvPr id="13" name="content-3" descr="s(t)=A_cm_1(t)\cos(2\pi f_ct)+A_cm_2(t)\sin(2\pi f_ct),">
            <a:extLst xmlns:a="http://schemas.openxmlformats.org/drawingml/2006/main">
              <a:ext uri="{FF2B5EF4-FFF2-40B4-BE49-F238E27FC236}">
                <a16:creationId xmlns:a16="http://schemas.microsoft.com/office/drawing/2014/main" id="{16345AFF-9BD2-4A57-8709-D898586D4977}"/>
              </a:ext>
            </a:extLst>
          </p:cNvPr>
          <p:cNvPicPr>
            <a:picLocks xmlns:a="http://schemas.openxmlformats.org/drawingml/2006/main" noChangeAspect="1"/>
          </p:cNvPicPr>
          <p:nvPr/>
        </p:nvPicPr>
        <p:blipFill>
          <a:blip xmlns:r="http://schemas.openxmlformats.org/officeDocument/2006/relationships" xmlns:a="http://schemas.openxmlformats.org/drawingml/2006/main" r:embed="R6be1d8b59db84a9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010370"/>
            <a:ext cx="4438650" cy="189309"/>
          </a:xfrm>
          <a:prstGeom xmlns:a="http://schemas.openxmlformats.org/drawingml/2006/main" prst="rect">
            <a:avLst/>
          </a:prstGeom>
        </p:spPr>
      </p:pic>
      <p:pic>
        <p:nvPicPr>
          <p:cNvPr id="14" name="content-4" descr="v_2(t)=s(t)A_c\sin(2\pi f_ct).">
            <a:extLst xmlns:a="http://schemas.openxmlformats.org/drawingml/2006/main">
              <a:ext uri="{FF2B5EF4-FFF2-40B4-BE49-F238E27FC236}">
                <a16:creationId xmlns:a16="http://schemas.microsoft.com/office/drawing/2014/main" id="{A878AD62-6D1D-41F4-9BB9-CB8997473FF8}"/>
              </a:ext>
            </a:extLst>
          </p:cNvPr>
          <p:cNvPicPr>
            <a:picLocks xmlns:a="http://schemas.openxmlformats.org/drawingml/2006/main" noChangeAspect="1"/>
          </p:cNvPicPr>
          <p:nvPr/>
        </p:nvPicPr>
        <p:blipFill>
          <a:blip xmlns:r="http://schemas.openxmlformats.org/officeDocument/2006/relationships" xmlns:a="http://schemas.openxmlformats.org/drawingml/2006/main" r:embed="R4989e10db0f84ad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314575"/>
            <a:ext cx="2362200" cy="190500"/>
          </a:xfrm>
          <a:prstGeom xmlns:a="http://schemas.openxmlformats.org/drawingml/2006/main" prst="rect">
            <a:avLst/>
          </a:prstGeom>
        </p:spPr>
      </p:pic>
      <p:pic>
        <p:nvPicPr>
          <p:cNvPr id="15" name="content-9" descr="v_2=A_c^2m_1\cos(2\pi f_ct)\sin(2\pi f_ct)+A_c^2m_2\sin^2(2\pi f_ct)">
            <a:extLst xmlns:a="http://schemas.openxmlformats.org/drawingml/2006/main">
              <a:ext uri="{FF2B5EF4-FFF2-40B4-BE49-F238E27FC236}">
                <a16:creationId xmlns:a16="http://schemas.microsoft.com/office/drawing/2014/main" id="{6A140CF8-A62F-45E4-98A3-FC732BE76A3A}"/>
              </a:ext>
            </a:extLst>
          </p:cNvPr>
          <p:cNvPicPr>
            <a:picLocks xmlns:a="http://schemas.openxmlformats.org/drawingml/2006/main" noChangeAspect="1"/>
          </p:cNvPicPr>
          <p:nvPr/>
        </p:nvPicPr>
        <p:blipFill>
          <a:blip xmlns:r="http://schemas.openxmlformats.org/officeDocument/2006/relationships" xmlns:a="http://schemas.openxmlformats.org/drawingml/2006/main" r:embed="Rf52ac4466b23477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571875"/>
            <a:ext cx="4800600" cy="228600"/>
          </a:xfrm>
          <a:prstGeom xmlns:a="http://schemas.openxmlformats.org/drawingml/2006/main" prst="rect">
            <a:avLst/>
          </a:prstGeom>
        </p:spPr>
      </p:pic>
      <p:pic>
        <p:nvPicPr>
          <p:cNvPr id="16" name="content-10" descr="=\frac{A_c^2}{2}\{m_2+m_1\sin(4\pi f_ct)-m_2\cos(4\pi f_ct)\}.">
            <a:extLst xmlns:a="http://schemas.openxmlformats.org/drawingml/2006/main">
              <a:ext uri="{FF2B5EF4-FFF2-40B4-BE49-F238E27FC236}">
                <a16:creationId xmlns:a16="http://schemas.microsoft.com/office/drawing/2014/main" id="{92351854-6E7F-4EE2-9768-7BD575C37230}"/>
              </a:ext>
            </a:extLst>
          </p:cNvPr>
          <p:cNvPicPr>
            <a:picLocks xmlns:a="http://schemas.openxmlformats.org/drawingml/2006/main" noChangeAspect="1"/>
          </p:cNvPicPr>
          <p:nvPr/>
        </p:nvPicPr>
        <p:blipFill>
          <a:blip xmlns:r="http://schemas.openxmlformats.org/officeDocument/2006/relationships" xmlns:a="http://schemas.openxmlformats.org/drawingml/2006/main" r:embed="Rc67d9de52c81475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942755"/>
            <a:ext cx="4057650" cy="286941"/>
          </a:xfrm>
          <a:prstGeom xmlns:a="http://schemas.openxmlformats.org/drawingml/2006/main" prst="rect">
            <a:avLst/>
          </a:prstGeom>
        </p:spPr>
      </p:pic>
    </p:spTree>
    <p:extLst>
      <p:ext uri="{BB962C8B-B14F-4D97-AF65-F5344CB8AC3E}">
        <p14:creationId xmlns:p14="http://schemas.microsoft.com/office/powerpoint/2010/main" val="41101344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11: Recovering the sine branch of a QAM signal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C6B8E6F-05CD-470D-ADD5-E0492E08FD38}"/>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317CC924-67F5-4B4E-AFD7-EBC94A12BD79}"/>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(ii) Apply the modulation transform pairs separately to the sine and cosine terms:</a:t>
            </a:r>
          </a:p>
        </p:txBody>
      </p:sp>
      <p:sp>
        <p:nvSpPr>
          <p:cNvPr id="6" name="content-4">
            <a:extLst xmlns:a="http://schemas.openxmlformats.org/drawingml/2006/main">
              <a:ext uri="{FF2B5EF4-FFF2-40B4-BE49-F238E27FC236}">
                <a16:creationId xmlns:a16="http://schemas.microsoft.com/office/drawing/2014/main" id="{5E24E586-4476-4D36-8936-F62176F30B0F}"/>
              </a:ext>
            </a:extLst>
          </p:cNvPr>
          <p:cNvSpPr>
            <a:spLocks xmlns:a="http://schemas.openxmlformats.org/drawingml/2006/main" noGrp="1"/>
          </p:cNvSpPr>
          <p:nvPr/>
        </p:nvSpPr>
        <p:spPr>
          <a:xfrm xmlns:a="http://schemas.openxmlformats.org/drawingml/2006/main">
            <a:off x="666750" y="28194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desired term occupies [-W,W]. The unwanted copies occupy bands centered at +/-2f_c, whose nearest edges to zero are +/- (2f_c-W).</a:t>
            </a:r>
          </a:p>
        </p:txBody>
      </p:sp>
      <p:sp>
        <p:nvSpPr>
          <p:cNvPr id="7" name="content-5">
            <a:extLst xmlns:a="http://schemas.openxmlformats.org/drawingml/2006/main">
              <a:ext uri="{FF2B5EF4-FFF2-40B4-BE49-F238E27FC236}">
                <a16:creationId xmlns:a16="http://schemas.microsoft.com/office/drawing/2014/main" id="{A6C3E2EE-6CEB-4F22-89F3-ED83D1EB75A0}"/>
              </a:ext>
            </a:extLst>
          </p:cNvPr>
          <p:cNvSpPr>
            <a:spLocks xmlns:a="http://schemas.openxmlformats.org/drawingml/2006/main" noGrp="1"/>
          </p:cNvSpPr>
          <p:nvPr/>
        </p:nvSpPr>
        <p:spPr>
          <a:xfrm xmlns:a="http://schemas.openxmlformats.org/drawingml/2006/main">
            <a:off x="666750" y="30480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plus-sine transmitter convention produces the positive M_2 baseband term and the minus cosine-image terms shown above.</a:t>
            </a:r>
          </a:p>
        </p:txBody>
      </p:sp>
      <p:sp>
        <p:nvSpPr>
          <p:cNvPr id="8" name="content-6">
            <a:extLst xmlns:a="http://schemas.openxmlformats.org/drawingml/2006/main">
              <a:ext uri="{FF2B5EF4-FFF2-40B4-BE49-F238E27FC236}">
                <a16:creationId xmlns:a16="http://schemas.microsoft.com/office/drawing/2014/main" id="{91EC3141-C483-49FC-B0D0-D52143D5711C}"/>
              </a:ext>
            </a:extLst>
          </p:cNvPr>
          <p:cNvSpPr>
            <a:spLocks xmlns:a="http://schemas.openxmlformats.org/drawingml/2006/main" noGrp="1"/>
          </p:cNvSpPr>
          <p:nvPr/>
        </p:nvSpPr>
        <p:spPr>
          <a:xfrm xmlns:a="http://schemas.openxmlformats.org/drawingml/2006/main">
            <a:off x="666750" y="32766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(iii) Choose a unity-passband LPF with cutoff F_L satisfying</a:t>
            </a:r>
          </a:p>
        </p:txBody>
      </p:sp>
      <p:sp>
        <p:nvSpPr>
          <p:cNvPr id="9" name="content-9">
            <a:extLst xmlns:a="http://schemas.openxmlformats.org/drawingml/2006/main">
              <a:ext uri="{FF2B5EF4-FFF2-40B4-BE49-F238E27FC236}">
                <a16:creationId xmlns:a16="http://schemas.microsoft.com/office/drawing/2014/main" id="{F2F785AE-1CC4-43F0-92A1-BA97A9C8D5DF}"/>
              </a:ext>
            </a:extLst>
          </p:cNvPr>
          <p:cNvSpPr>
            <a:spLocks xmlns:a="http://schemas.openxmlformats.org/drawingml/2006/main" noGrp="1"/>
          </p:cNvSpPr>
          <p:nvPr/>
        </p:nvSpPr>
        <p:spPr>
          <a:xfrm xmlns:a="http://schemas.openxmlformats.org/drawingml/2006/main">
            <a:off x="666750" y="42862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cutoff can equal W if endpoint content is passed appropriately. Matched carrier frequency and phase are assumed. The LPF output has</a:t>
            </a:r>
          </a:p>
        </p:txBody>
      </p:sp>
      <p:sp>
        <p:nvSpPr>
          <p:cNvPr id="10" name="content-10">
            <a:extLst xmlns:a="http://schemas.openxmlformats.org/drawingml/2006/main">
              <a:ext uri="{FF2B5EF4-FFF2-40B4-BE49-F238E27FC236}">
                <a16:creationId xmlns:a16="http://schemas.microsoft.com/office/drawing/2014/main" id="{FB55759F-C50F-4CB3-894E-98615866D340}"/>
              </a:ext>
            </a:extLst>
          </p:cNvPr>
          <p:cNvSpPr>
            <a:spLocks xmlns:a="http://schemas.openxmlformats.org/drawingml/2006/main" noGrp="1"/>
          </p:cNvSpPr>
          <p:nvPr/>
        </p:nvSpPr>
        <p:spPr>
          <a:xfrm xmlns:a="http://schemas.openxmlformats.org/drawingml/2006/main">
            <a:off x="666750" y="45148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gain A_c^2/2; multiplying by 2/A_c^2 recovers m_2 exactly.</a:t>
            </a:r>
          </a:p>
        </p:txBody>
      </p:sp>
      <p:pic>
        <p:nvPicPr>
          <p:cNvPr id="12" name="content-1" descr="V_2(f)=\frac{A_c^2}{2}M_2(f)">
            <a:extLst xmlns:a="http://schemas.openxmlformats.org/drawingml/2006/main">
              <a:ext uri="{FF2B5EF4-FFF2-40B4-BE49-F238E27FC236}">
                <a16:creationId xmlns:a16="http://schemas.microsoft.com/office/drawing/2014/main" id="{31DAF536-9BE2-4746-BEB2-13D29228896B}"/>
              </a:ext>
            </a:extLst>
          </p:cNvPr>
          <p:cNvPicPr>
            <a:picLocks xmlns:a="http://schemas.openxmlformats.org/drawingml/2006/main" noChangeAspect="1"/>
          </p:cNvPicPr>
          <p:nvPr/>
        </p:nvPicPr>
        <p:blipFill>
          <a:blip xmlns:r="http://schemas.openxmlformats.org/officeDocument/2006/relationships" xmlns:a="http://schemas.openxmlformats.org/drawingml/2006/main" r:embed="R2dd084cc15c4435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543050"/>
            <a:ext cx="1619250" cy="285750"/>
          </a:xfrm>
          <a:prstGeom xmlns:a="http://schemas.openxmlformats.org/drawingml/2006/main" prst="rect">
            <a:avLst/>
          </a:prstGeom>
        </p:spPr>
      </p:pic>
      <p:pic>
        <p:nvPicPr>
          <p:cNvPr id="13" name="content-2" descr="\quad+\frac{A_c^2}{4j}[M_1(f-2f_c)-M_1(f+2f_c)]">
            <a:extLst xmlns:a="http://schemas.openxmlformats.org/drawingml/2006/main">
              <a:ext uri="{FF2B5EF4-FFF2-40B4-BE49-F238E27FC236}">
                <a16:creationId xmlns:a16="http://schemas.microsoft.com/office/drawing/2014/main" id="{459174AC-4EB8-4188-99EC-3C623D306541}"/>
              </a:ext>
            </a:extLst>
          </p:cNvPr>
          <p:cNvPicPr>
            <a:picLocks xmlns:a="http://schemas.openxmlformats.org/drawingml/2006/main" noChangeAspect="1"/>
          </p:cNvPicPr>
          <p:nvPr/>
        </p:nvPicPr>
        <p:blipFill>
          <a:blip xmlns:r="http://schemas.openxmlformats.org/officeDocument/2006/relationships" xmlns:a="http://schemas.openxmlformats.org/drawingml/2006/main" r:embed="R0d3940d5d7244c1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977628"/>
            <a:ext cx="2990850" cy="311944"/>
          </a:xfrm>
          <a:prstGeom xmlns:a="http://schemas.openxmlformats.org/drawingml/2006/main" prst="rect">
            <a:avLst/>
          </a:prstGeom>
        </p:spPr>
      </p:pic>
      <p:pic>
        <p:nvPicPr>
          <p:cNvPr id="14" name="content-3" descr="\quad-\frac{A_c^2}{4}[M_2(f-2f_c)+M_2(f+2f_c)].">
            <a:extLst xmlns:a="http://schemas.openxmlformats.org/drawingml/2006/main">
              <a:ext uri="{FF2B5EF4-FFF2-40B4-BE49-F238E27FC236}">
                <a16:creationId xmlns:a16="http://schemas.microsoft.com/office/drawing/2014/main" id="{C428B2B1-39FD-4F21-BB9A-F07143ADE291}"/>
              </a:ext>
            </a:extLst>
          </p:cNvPr>
          <p:cNvPicPr>
            <a:picLocks xmlns:a="http://schemas.openxmlformats.org/drawingml/2006/main" noChangeAspect="1"/>
          </p:cNvPicPr>
          <p:nvPr/>
        </p:nvPicPr>
        <p:blipFill>
          <a:blip xmlns:r="http://schemas.openxmlformats.org/officeDocument/2006/relationships" xmlns:a="http://schemas.openxmlformats.org/drawingml/2006/main" r:embed="R902bf9c5a0b24b3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2438400"/>
            <a:ext cx="3048000" cy="285750"/>
          </a:xfrm>
          <a:prstGeom xmlns:a="http://schemas.openxmlformats.org/drawingml/2006/main" prst="rect">
            <a:avLst/>
          </a:prstGeom>
        </p:spPr>
      </p:pic>
      <p:pic>
        <p:nvPicPr>
          <p:cNvPr id="15" name="content-7" descr="W&lt;F_L&lt;2f_c-W\qquad(f_c&gt;W).">
            <a:extLst xmlns:a="http://schemas.openxmlformats.org/drawingml/2006/main">
              <a:ext uri="{FF2B5EF4-FFF2-40B4-BE49-F238E27FC236}">
                <a16:creationId xmlns:a16="http://schemas.microsoft.com/office/drawing/2014/main" id="{F73C1CC5-429F-472E-B52A-28B2B20B4E97}"/>
              </a:ext>
            </a:extLst>
          </p:cNvPr>
          <p:cNvPicPr>
            <a:picLocks xmlns:a="http://schemas.openxmlformats.org/drawingml/2006/main" noChangeAspect="1"/>
          </p:cNvPicPr>
          <p:nvPr/>
        </p:nvPicPr>
        <p:blipFill>
          <a:blip xmlns:r="http://schemas.openxmlformats.org/officeDocument/2006/relationships" xmlns:a="http://schemas.openxmlformats.org/drawingml/2006/main" r:embed="R6dd4879b3ae04e2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543300"/>
            <a:ext cx="3162300" cy="190500"/>
          </a:xfrm>
          <a:prstGeom xmlns:a="http://schemas.openxmlformats.org/drawingml/2006/main" prst="rect">
            <a:avLst/>
          </a:prstGeom>
        </p:spPr>
      </p:pic>
      <p:pic>
        <p:nvPicPr>
          <p:cNvPr id="16" name="content-8" descr="y_2(t)=\operatorname{LPF}\{v_2\}=\frac{A_c^2}{2}m_2(t),\qquad m_2(t)=\frac{2}{A_c^2}y_2(t).">
            <a:extLst xmlns:a="http://schemas.openxmlformats.org/drawingml/2006/main">
              <a:ext uri="{FF2B5EF4-FFF2-40B4-BE49-F238E27FC236}">
                <a16:creationId xmlns:a16="http://schemas.microsoft.com/office/drawing/2014/main" id="{F02807A4-B55A-47BB-8BB4-ECA88CEFFA54}"/>
              </a:ext>
            </a:extLst>
          </p:cNvPr>
          <p:cNvPicPr>
            <a:picLocks xmlns:a="http://schemas.openxmlformats.org/drawingml/2006/main" noChangeAspect="1"/>
          </p:cNvPicPr>
          <p:nvPr/>
        </p:nvPicPr>
        <p:blipFill>
          <a:blip xmlns:r="http://schemas.openxmlformats.org/officeDocument/2006/relationships" xmlns:a="http://schemas.openxmlformats.org/drawingml/2006/main" r:embed="R8ecd05697ed342e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81050" y="3867150"/>
            <a:ext cx="4819650" cy="323850"/>
          </a:xfrm>
          <a:prstGeom xmlns:a="http://schemas.openxmlformats.org/drawingml/2006/main" prst="rect">
            <a:avLst/>
          </a:prstGeom>
        </p:spPr>
      </p:pic>
    </p:spTree>
    <p:extLst>
      <p:ext uri="{BB962C8B-B14F-4D97-AF65-F5344CB8AC3E}">
        <p14:creationId xmlns:p14="http://schemas.microsoft.com/office/powerpoint/2010/main" val="48146892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12: How many 10 kHz clients fit in a 20 MHz channel?</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1AB176E-AE16-4622-8053-077C2BAE0FBD}"/>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6493422C-9F5B-481B-9E0F-E85B1A77B2D7}"/>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C0849556-70F2-4BBB-B638-355FDF097556}"/>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service provider has the positive-frequency allocation 800-820 MHz (20 MHz total). Each client has a 10 kHz message. Find the</a:t>
            </a:r>
          </a:p>
        </p:txBody>
      </p:sp>
      <p:sp>
        <p:nvSpPr>
          <p:cNvPr id="7" name="content-2">
            <a:extLst xmlns:a="http://schemas.openxmlformats.org/drawingml/2006/main">
              <a:ext uri="{FF2B5EF4-FFF2-40B4-BE49-F238E27FC236}">
                <a16:creationId xmlns:a16="http://schemas.microsoft.com/office/drawing/2014/main" id="{256B9A4A-5D64-4CB4-BC4E-944AD7C5FD10}"/>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maximum simultaneous client count for (i) DSB-SC, (ii) SSB-SC, and (iii) QAM. Assume ideal adjacent allocation with no guard bands; a</a:t>
            </a:r>
          </a:p>
        </p:txBody>
      </p:sp>
      <p:sp>
        <p:nvSpPr>
          <p:cNvPr id="8" name="content-3">
            <a:extLst xmlns:a="http://schemas.openxmlformats.org/drawingml/2006/main">
              <a:ext uri="{FF2B5EF4-FFF2-40B4-BE49-F238E27FC236}">
                <a16:creationId xmlns:a16="http://schemas.microsoft.com/office/drawing/2014/main" id="{D770FBFD-D9FD-44B5-A0F6-CDAF01E11785}"/>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QAM channel carries two independent clients.</a:t>
            </a:r>
          </a:p>
        </p:txBody>
      </p:sp>
      <p:sp>
        <p:nvSpPr>
          <p:cNvPr id="9" name="content-4">
            <a:extLst xmlns:a="http://schemas.openxmlformats.org/drawingml/2006/main">
              <a:ext uri="{FF2B5EF4-FFF2-40B4-BE49-F238E27FC236}">
                <a16:creationId xmlns:a16="http://schemas.microsoft.com/office/drawing/2014/main" id="{C58CCCFD-2227-45E5-A98D-77D4017409E3}"/>
              </a:ext>
            </a:extLst>
          </p:cNvPr>
          <p:cNvSpPr>
            <a:spLocks xmlns:a="http://schemas.openxmlformats.org/drawingml/2006/main" noGrp="1"/>
          </p:cNvSpPr>
          <p:nvPr/>
        </p:nvSpPr>
        <p:spPr>
          <a:xfrm xmlns:a="http://schemas.openxmlformats.org/drawingml/2006/main">
            <a:off x="666750" y="22002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0" name="content-4-line">
            <a:extLst xmlns:a="http://schemas.openxmlformats.org/drawingml/2006/main">
              <a:ext uri="{FF2B5EF4-FFF2-40B4-BE49-F238E27FC236}">
                <a16:creationId xmlns:a16="http://schemas.microsoft.com/office/drawing/2014/main" id="{32ACB72B-E219-4D31-9AE6-06E34BCD0884}"/>
              </a:ext>
            </a:extLst>
          </p:cNvPr>
          <p:cNvSpPr>
            <a:spLocks xmlns:a="http://schemas.openxmlformats.org/drawingml/2006/main" noGrp="1"/>
          </p:cNvSpPr>
          <p:nvPr/>
        </p:nvSpPr>
        <p:spPr>
          <a:xfrm xmlns:a="http://schemas.openxmlformats.org/drawingml/2006/main">
            <a:off x="1762125" y="23431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1" name="content-5">
            <a:extLst xmlns:a="http://schemas.openxmlformats.org/drawingml/2006/main">
              <a:ext uri="{FF2B5EF4-FFF2-40B4-BE49-F238E27FC236}">
                <a16:creationId xmlns:a16="http://schemas.microsoft.com/office/drawing/2014/main" id="{FAFAE115-A682-4C41-955C-5707D592D393}"/>
              </a:ext>
            </a:extLst>
          </p:cNvPr>
          <p:cNvSpPr>
            <a:spLocks xmlns:a="http://schemas.openxmlformats.org/drawingml/2006/main" noGrp="1"/>
          </p:cNvSpPr>
          <p:nvPr/>
        </p:nvSpPr>
        <p:spPr>
          <a:xfrm xmlns:a="http://schemas.openxmlformats.org/drawingml/2006/main">
            <a:off x="666750" y="24574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 DSB-SC requires twice the message bandwidth for one client:</a:t>
            </a:r>
          </a:p>
        </p:txBody>
      </p:sp>
      <p:sp>
        <p:nvSpPr>
          <p:cNvPr id="12" name="content-7">
            <a:extLst xmlns:a="http://schemas.openxmlformats.org/drawingml/2006/main">
              <a:ext uri="{FF2B5EF4-FFF2-40B4-BE49-F238E27FC236}">
                <a16:creationId xmlns:a16="http://schemas.microsoft.com/office/drawing/2014/main" id="{4E5EBAF2-E863-4274-9FF5-8E24BFBF2477}"/>
              </a:ext>
            </a:extLst>
          </p:cNvPr>
          <p:cNvSpPr>
            <a:spLocks xmlns:a="http://schemas.openxmlformats.org/drawingml/2006/main" noGrp="1"/>
          </p:cNvSpPr>
          <p:nvPr/>
        </p:nvSpPr>
        <p:spPr>
          <a:xfrm xmlns:a="http://schemas.openxmlformats.org/drawingml/2006/main">
            <a:off x="666750" y="3181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(ii) SSB-SC needs one message bandwidth per client:</a:t>
            </a:r>
          </a:p>
        </p:txBody>
      </p:sp>
      <p:sp>
        <p:nvSpPr>
          <p:cNvPr id="13" name="content-9">
            <a:extLst xmlns:a="http://schemas.openxmlformats.org/drawingml/2006/main">
              <a:ext uri="{FF2B5EF4-FFF2-40B4-BE49-F238E27FC236}">
                <a16:creationId xmlns:a16="http://schemas.microsoft.com/office/drawing/2014/main" id="{5B232380-7BAD-4463-B331-7E959D61C922}"/>
              </a:ext>
            </a:extLst>
          </p:cNvPr>
          <p:cNvSpPr>
            <a:spLocks xmlns:a="http://schemas.openxmlformats.org/drawingml/2006/main" noGrp="1"/>
          </p:cNvSpPr>
          <p:nvPr/>
        </p:nvSpPr>
        <p:spPr>
          <a:xfrm xmlns:a="http://schemas.openxmlformats.org/drawingml/2006/main">
            <a:off x="666750" y="39052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(iii) One QAM carrier uses 2W=20 kHz but serves two clients, one on each quadrature:</a:t>
            </a:r>
          </a:p>
        </p:txBody>
      </p:sp>
      <p:sp>
        <p:nvSpPr>
          <p:cNvPr id="14" name="content-11">
            <a:extLst xmlns:a="http://schemas.openxmlformats.org/drawingml/2006/main">
              <a:ext uri="{FF2B5EF4-FFF2-40B4-BE49-F238E27FC236}">
                <a16:creationId xmlns:a16="http://schemas.microsoft.com/office/drawing/2014/main" id="{87EBC427-2766-48BE-B848-1041E07D8011}"/>
              </a:ext>
            </a:extLst>
          </p:cNvPr>
          <p:cNvSpPr>
            <a:spLocks xmlns:a="http://schemas.openxmlformats.org/drawingml/2006/main" noGrp="1"/>
          </p:cNvSpPr>
          <p:nvPr/>
        </p:nvSpPr>
        <p:spPr>
          <a:xfrm xmlns:a="http://schemas.openxmlformats.org/drawingml/2006/main">
            <a:off x="666750" y="44196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Thus the respective client counts are 1000, 2000 and 2000. Count positive-frequency channel allocation once; its negative-frequency mirror</a:t>
            </a:r>
          </a:p>
        </p:txBody>
      </p:sp>
      <p:sp>
        <p:nvSpPr>
          <p:cNvPr id="15" name="content-12">
            <a:extLst xmlns:a="http://schemas.openxmlformats.org/drawingml/2006/main">
              <a:ext uri="{FF2B5EF4-FFF2-40B4-BE49-F238E27FC236}">
                <a16:creationId xmlns:a16="http://schemas.microsoft.com/office/drawing/2014/main" id="{6923AC8F-26C7-4E05-9D41-D07B7983DC67}"/>
              </a:ext>
            </a:extLst>
          </p:cNvPr>
          <p:cNvSpPr>
            <a:spLocks xmlns:a="http://schemas.openxmlformats.org/drawingml/2006/main" noGrp="1"/>
          </p:cNvSpPr>
          <p:nvPr/>
        </p:nvSpPr>
        <p:spPr>
          <a:xfrm xmlns:a="http://schemas.openxmlformats.org/drawingml/2006/main">
            <a:off x="666750" y="46482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is not a second usable 20 MHz allocation. A guard-band requirement would reduce these ideal counts; none is assumed here.</a:t>
            </a:r>
          </a:p>
        </p:txBody>
      </p:sp>
      <p:pic>
        <p:nvPicPr>
          <p:cNvPr id="17" name="content-6" descr="B_{\mathrm{DSB}}=2W=20\,\mathrm{kHz},\qquad N_{\mathrm{DSB}}=\left\lfloor\frac{20\times10^6}{20\times10^3}\right\rfloor=1000.">
            <a:extLst xmlns:a="http://schemas.openxmlformats.org/drawingml/2006/main">
              <a:ext uri="{FF2B5EF4-FFF2-40B4-BE49-F238E27FC236}">
                <a16:creationId xmlns:a16="http://schemas.microsoft.com/office/drawing/2014/main" id="{3DE8C02D-F1DF-4CF3-9C94-C956AEC21AA3}"/>
              </a:ext>
            </a:extLst>
          </p:cNvPr>
          <p:cNvPicPr>
            <a:picLocks xmlns:a="http://schemas.openxmlformats.org/drawingml/2006/main" noChangeAspect="1"/>
          </p:cNvPicPr>
          <p:nvPr/>
        </p:nvPicPr>
        <p:blipFill>
          <a:blip xmlns:r="http://schemas.openxmlformats.org/officeDocument/2006/relationships" xmlns:a="http://schemas.openxmlformats.org/drawingml/2006/main" r:embed="Ra42aa55756ca461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743795"/>
            <a:ext cx="5010150" cy="341709"/>
          </a:xfrm>
          <a:prstGeom xmlns:a="http://schemas.openxmlformats.org/drawingml/2006/main" prst="rect">
            <a:avLst/>
          </a:prstGeom>
        </p:spPr>
      </p:pic>
      <p:pic>
        <p:nvPicPr>
          <p:cNvPr id="18" name="content-8" descr="B_{\mathrm{SSB}}=W=10\,\mathrm{kHz},\qquad N_{\mathrm{SSB}}=\left\lfloor\frac{20\times10^6}{10\times10^3}\right\rfloor=2000.">
            <a:extLst xmlns:a="http://schemas.openxmlformats.org/drawingml/2006/main">
              <a:ext uri="{FF2B5EF4-FFF2-40B4-BE49-F238E27FC236}">
                <a16:creationId xmlns:a16="http://schemas.microsoft.com/office/drawing/2014/main" id="{32296CA6-118E-4CA3-BD62-FF178FB1F456}"/>
              </a:ext>
            </a:extLst>
          </p:cNvPr>
          <p:cNvPicPr>
            <a:picLocks xmlns:a="http://schemas.openxmlformats.org/drawingml/2006/main" noChangeAspect="1"/>
          </p:cNvPicPr>
          <p:nvPr/>
        </p:nvPicPr>
        <p:blipFill>
          <a:blip xmlns:r="http://schemas.openxmlformats.org/officeDocument/2006/relationships" xmlns:a="http://schemas.openxmlformats.org/drawingml/2006/main" r:embed="Rc8e9e5d5170b486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467695"/>
            <a:ext cx="4838700" cy="341709"/>
          </a:xfrm>
          <a:prstGeom xmlns:a="http://schemas.openxmlformats.org/drawingml/2006/main" prst="rect">
            <a:avLst/>
          </a:prstGeom>
        </p:spPr>
      </p:pic>
      <p:pic>
        <p:nvPicPr>
          <p:cNvPr id="19" name="content-10" descr="N_{\mathrm{carrier}}=1000,\qquad N_{\mathrm{QAM,clients}}=2N_{\mathrm{carrier}}=2000.">
            <a:extLst xmlns:a="http://schemas.openxmlformats.org/drawingml/2006/main">
              <a:ext uri="{FF2B5EF4-FFF2-40B4-BE49-F238E27FC236}">
                <a16:creationId xmlns:a16="http://schemas.microsoft.com/office/drawing/2014/main" id="{C3670CC4-81FA-4C63-A996-67BE941EFE63}"/>
              </a:ext>
            </a:extLst>
          </p:cNvPr>
          <p:cNvPicPr>
            <a:picLocks xmlns:a="http://schemas.openxmlformats.org/drawingml/2006/main" noChangeAspect="1"/>
          </p:cNvPicPr>
          <p:nvPr/>
        </p:nvPicPr>
        <p:blipFill>
          <a:blip xmlns:r="http://schemas.openxmlformats.org/officeDocument/2006/relationships" xmlns:a="http://schemas.openxmlformats.org/drawingml/2006/main" r:embed="Raa2a84617919497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165402"/>
            <a:ext cx="4933950" cy="184547"/>
          </a:xfrm>
          <a:prstGeom xmlns:a="http://schemas.openxmlformats.org/drawingml/2006/main" prst="rect">
            <a:avLst/>
          </a:prstGeom>
        </p:spPr>
      </p:pic>
    </p:spTree>
    <p:extLst>
      <p:ext uri="{BB962C8B-B14F-4D97-AF65-F5344CB8AC3E}">
        <p14:creationId xmlns:p14="http://schemas.microsoft.com/office/powerpoint/2010/main" val="8764902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13: The same waveform viewed as PM and FM (1/4)</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FA39FCE-3A4A-402A-A44E-299430B9D855}"/>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8DF9D8BA-6738-457A-8B6C-85B62B78173C}"/>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4B4095AA-40A7-48A2-BCC8-7D0DB4339E70}"/>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plotted message is zero outside [0,6], and is linear between (0,2 pi), (2,-2 pi), (4,2 pi), (6,-2 pi). Let A_c=1 and f_c=5 Hz.</a:t>
            </a:r>
          </a:p>
        </p:txBody>
      </p:sp>
      <p:pic>
        <p:nvPicPr>
          <p:cNvPr id="7" name="content-2" descr="Redrawn exercise diagram; not a source-page screenshot.">
            <a:extLst xmlns:a="http://schemas.openxmlformats.org/drawingml/2006/main">
              <a:ext uri="{FF2B5EF4-FFF2-40B4-BE49-F238E27FC236}">
                <a16:creationId xmlns:a16="http://schemas.microsoft.com/office/drawing/2014/main" id="{08975091-AD20-4788-BB4B-8A34C571F51D}"/>
              </a:ext>
            </a:extLst>
          </p:cNvPr>
          <p:cNvPicPr>
            <a:picLocks xmlns:a="http://schemas.openxmlformats.org/drawingml/2006/main" noChangeAspect="1"/>
          </p:cNvPicPr>
          <p:nvPr/>
        </p:nvPicPr>
        <p:blipFill>
          <a:blip xmlns:r="http://schemas.openxmlformats.org/officeDocument/2006/relationships" xmlns:a="http://schemas.openxmlformats.org/drawingml/2006/main" r:embed="R891a04fa855a484f"/>
          <a:stretch xmlns:a="http://schemas.openxmlformats.org/drawingml/2006/main"/>
        </p:blipFill>
        <p:spPr>
          <a:xfrm xmlns:a="http://schemas.openxmlformats.org/drawingml/2006/main">
            <a:off x="1737501" y="1743075"/>
            <a:ext cx="8812247" cy="1952625"/>
          </a:xfrm>
          <a:prstGeom xmlns:a="http://schemas.openxmlformats.org/drawingml/2006/main" prst="rect">
            <a:avLst/>
          </a:prstGeom>
        </p:spPr>
      </p:pic>
      <p:sp>
        <p:nvSpPr>
          <p:cNvPr id="8" name="content-3">
            <a:extLst xmlns:a="http://schemas.openxmlformats.org/drawingml/2006/main">
              <a:ext uri="{FF2B5EF4-FFF2-40B4-BE49-F238E27FC236}">
                <a16:creationId xmlns:a16="http://schemas.microsoft.com/office/drawing/2014/main" id="{20AEE4F9-5820-4FB0-A3FF-F32ED885AAA9}"/>
              </a:ext>
            </a:extLst>
          </p:cNvPr>
          <p:cNvSpPr>
            <a:spLocks xmlns:a="http://schemas.openxmlformats.org/drawingml/2006/main" noGrp="1"/>
          </p:cNvSpPr>
          <p:nvPr/>
        </p:nvSpPr>
        <p:spPr>
          <a:xfrm xmlns:a="http://schemas.openxmlformats.org/drawingml/2006/main">
            <a:off x="666750" y="37528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Write m_1(t) and its PM signal for k_p=1. (b) Regard that same signal as FM with k_f=1; derive its instantaneous frequency and sketch</a:t>
            </a:r>
          </a:p>
        </p:txBody>
      </p:sp>
      <p:sp>
        <p:nvSpPr>
          <p:cNvPr id="9" name="content-4">
            <a:extLst xmlns:a="http://schemas.openxmlformats.org/drawingml/2006/main">
              <a:ext uri="{FF2B5EF4-FFF2-40B4-BE49-F238E27FC236}">
                <a16:creationId xmlns:a16="http://schemas.microsoft.com/office/drawing/2014/main" id="{EC22E34B-9E64-4374-9002-E477FE2A032A}"/>
              </a:ext>
            </a:extLst>
          </p:cNvPr>
          <p:cNvSpPr>
            <a:spLocks xmlns:a="http://schemas.openxmlformats.org/drawingml/2006/main" noGrp="1"/>
          </p:cNvSpPr>
          <p:nvPr/>
        </p:nvSpPr>
        <p:spPr>
          <a:xfrm xmlns:a="http://schemas.openxmlformats.org/drawingml/2006/main">
            <a:off x="666750" y="39814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its equivalent message m_2(t). (c) Sketch the FM waveform s_FM(t) according to m_2(t).</a:t>
            </a:r>
          </a:p>
        </p:txBody>
      </p:sp>
      <p:sp>
        <p:nvSpPr>
          <p:cNvPr id="10" name="content-5">
            <a:extLst xmlns:a="http://schemas.openxmlformats.org/drawingml/2006/main">
              <a:ext uri="{FF2B5EF4-FFF2-40B4-BE49-F238E27FC236}">
                <a16:creationId xmlns:a16="http://schemas.microsoft.com/office/drawing/2014/main" id="{E6809E46-A7B0-48A3-B16C-AD5449403903}"/>
              </a:ext>
            </a:extLst>
          </p:cNvPr>
          <p:cNvSpPr>
            <a:spLocks xmlns:a="http://schemas.openxmlformats.org/drawingml/2006/main" noGrp="1"/>
          </p:cNvSpPr>
          <p:nvPr/>
        </p:nvSpPr>
        <p:spPr>
          <a:xfrm xmlns:a="http://schemas.openxmlformats.org/drawingml/2006/main">
            <a:off x="666750" y="421005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5-line">
            <a:extLst xmlns:a="http://schemas.openxmlformats.org/drawingml/2006/main">
              <a:ext uri="{FF2B5EF4-FFF2-40B4-BE49-F238E27FC236}">
                <a16:creationId xmlns:a16="http://schemas.microsoft.com/office/drawing/2014/main" id="{9810473C-3200-4241-B563-87BF00D87B00}"/>
              </a:ext>
            </a:extLst>
          </p:cNvPr>
          <p:cNvSpPr>
            <a:spLocks xmlns:a="http://schemas.openxmlformats.org/drawingml/2006/main" noGrp="1"/>
          </p:cNvSpPr>
          <p:nvPr/>
        </p:nvSpPr>
        <p:spPr>
          <a:xfrm xmlns:a="http://schemas.openxmlformats.org/drawingml/2006/main">
            <a:off x="1762125" y="4352925"/>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6">
            <a:extLst xmlns:a="http://schemas.openxmlformats.org/drawingml/2006/main">
              <a:ext uri="{FF2B5EF4-FFF2-40B4-BE49-F238E27FC236}">
                <a16:creationId xmlns:a16="http://schemas.microsoft.com/office/drawing/2014/main" id="{4F6AE548-C89B-477F-A97D-01136A2D5B0D}"/>
              </a:ext>
            </a:extLst>
          </p:cNvPr>
          <p:cNvSpPr>
            <a:spLocks xmlns:a="http://schemas.openxmlformats.org/drawingml/2006/main" noGrp="1"/>
          </p:cNvSpPr>
          <p:nvPr/>
        </p:nvSpPr>
        <p:spPr>
          <a:xfrm xmlns:a="http://schemas.openxmlformats.org/drawingml/2006/main">
            <a:off x="666750" y="44672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Read each line segment from the graph:</a:t>
            </a:r>
          </a:p>
        </p:txBody>
      </p:sp>
      <p:pic>
        <p:nvPicPr>
          <p:cNvPr id="13" name="content-7" descr="m_1(t)=\begin{cases}2\pi(1-t),&amp;0\le t&lt;2,\\2\pi(t-3),&amp;2\le t&lt;4,\\2\pi(5-t),&amp;4\le t\le6,\\0,&amp;\text{otherwise}.\end{cases}">
            <a:extLst xmlns:a="http://schemas.openxmlformats.org/drawingml/2006/main">
              <a:ext uri="{FF2B5EF4-FFF2-40B4-BE49-F238E27FC236}">
                <a16:creationId xmlns:a16="http://schemas.microsoft.com/office/drawing/2014/main" id="{20E6EBFF-7016-4C51-8E7E-4162CD724B3F}"/>
              </a:ext>
            </a:extLst>
          </p:cNvPr>
          <p:cNvPicPr>
            <a:picLocks xmlns:a="http://schemas.openxmlformats.org/drawingml/2006/main" noChangeAspect="1"/>
          </p:cNvPicPr>
          <p:nvPr/>
        </p:nvPicPr>
        <p:blipFill>
          <a:blip xmlns:r="http://schemas.openxmlformats.org/officeDocument/2006/relationships" xmlns:a="http://schemas.openxmlformats.org/drawingml/2006/main" r:embed="R9f20a9ece80b454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4868466"/>
            <a:ext cx="3105150" cy="1026319"/>
          </a:xfrm>
          <a:prstGeom xmlns:a="http://schemas.openxmlformats.org/drawingml/2006/main" prst="rect">
            <a:avLst/>
          </a:prstGeom>
        </p:spPr>
      </p:pic>
    </p:spTree>
    <p:extLst>
      <p:ext uri="{BB962C8B-B14F-4D97-AF65-F5344CB8AC3E}">
        <p14:creationId xmlns:p14="http://schemas.microsoft.com/office/powerpoint/2010/main" val="331513364"/>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13: The same waveform viewed as PM and FM (2/4)</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B53193D-0F11-49E8-BA42-A73CFF95CB84}"/>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1">
            <a:extLst xmlns:a="http://schemas.openxmlformats.org/drawingml/2006/main">
              <a:ext uri="{FF2B5EF4-FFF2-40B4-BE49-F238E27FC236}">
                <a16:creationId xmlns:a16="http://schemas.microsoft.com/office/drawing/2014/main" id="{1102C56A-C462-455B-B274-A5B6F7147A20}"/>
              </a:ext>
            </a:extLst>
          </p:cNvPr>
          <p:cNvSpPr>
            <a:spLocks xmlns:a="http://schemas.openxmlformats.org/drawingml/2006/main" noGrp="1"/>
          </p:cNvSpPr>
          <p:nvPr/>
        </p:nvSpPr>
        <p:spPr>
          <a:xfrm xmlns:a="http://schemas.openxmlformats.org/drawingml/2006/main">
            <a:off x="666750" y="15621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On the open segments, differentiate the total phase and divide by 2 pi:</a:t>
            </a:r>
          </a:p>
        </p:txBody>
      </p:sp>
      <p:pic>
        <p:nvPicPr>
          <p:cNvPr id="6" name="content-0" descr="s_{\mathrm{PM}}(t)=\cos[10\pi t+m_1(t)].">
            <a:extLst xmlns:a="http://schemas.openxmlformats.org/drawingml/2006/main">
              <a:ext uri="{FF2B5EF4-FFF2-40B4-BE49-F238E27FC236}">
                <a16:creationId xmlns:a16="http://schemas.microsoft.com/office/drawing/2014/main" id="{87948713-4B9A-49C4-815B-4C89DB7CC7DE}"/>
              </a:ext>
            </a:extLst>
          </p:cNvPr>
          <p:cNvPicPr>
            <a:picLocks xmlns:a="http://schemas.openxmlformats.org/drawingml/2006/main" noChangeAspect="1"/>
          </p:cNvPicPr>
          <p:nvPr/>
        </p:nvPicPr>
        <p:blipFill>
          <a:blip xmlns:r="http://schemas.openxmlformats.org/officeDocument/2006/relationships" xmlns:a="http://schemas.openxmlformats.org/drawingml/2006/main" r:embed="R6571f4c42542457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295400"/>
            <a:ext cx="2628900" cy="190500"/>
          </a:xfrm>
          <a:prstGeom xmlns:a="http://schemas.openxmlformats.org/drawingml/2006/main" prst="rect">
            <a:avLst/>
          </a:prstGeom>
        </p:spPr>
      </p:pic>
      <p:pic>
        <p:nvPicPr>
          <p:cNvPr id="7" name="content-2" descr="f_i(t)=5+\frac{1}{2\pi}m_1'(t)=\begin{cases}4\,\mathrm{Hz},&amp;0&lt;t&lt;2,\\6\,\mathrm{Hz},&amp;2&lt;t&lt;4,\\4\,\mathrm{Hz},&amp;4&lt;t&lt;6,\\5\,\mathrm{Hz},&amp;t&lt;0\ \text{or}\ t&gt;6.\end{cases}">
            <a:extLst xmlns:a="http://schemas.openxmlformats.org/drawingml/2006/main">
              <a:ext uri="{FF2B5EF4-FFF2-40B4-BE49-F238E27FC236}">
                <a16:creationId xmlns:a16="http://schemas.microsoft.com/office/drawing/2014/main" id="{2CAEC011-F4C3-4904-82A0-0C44AC29415B}"/>
              </a:ext>
            </a:extLst>
          </p:cNvPr>
          <p:cNvPicPr>
            <a:picLocks xmlns:a="http://schemas.openxmlformats.org/drawingml/2006/main" noChangeAspect="1"/>
          </p:cNvPicPr>
          <p:nvPr/>
        </p:nvPicPr>
        <p:blipFill>
          <a:blip xmlns:r="http://schemas.openxmlformats.org/officeDocument/2006/relationships" xmlns:a="http://schemas.openxmlformats.org/drawingml/2006/main" r:embed="R444dd7c1f3314f8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964531"/>
            <a:ext cx="4324350" cy="1023938"/>
          </a:xfrm>
          <a:prstGeom xmlns:a="http://schemas.openxmlformats.org/drawingml/2006/main" prst="rect">
            <a:avLst/>
          </a:prstGeom>
        </p:spPr>
      </p:pic>
      <p:pic>
        <p:nvPicPr>
          <p:cNvPr id="8" name="content-3" descr="m_2(t)=\frac{f_i(t)-5}{k_f}=\begin{cases}-1,&amp;0&lt;t&lt;2,\\+1,&amp;2&lt;t&lt;4,\\-1,&amp;4&lt;t&lt;6,\\0,&amp;t&lt;0\ \text{or}\ t&gt;6.\end{cases}">
            <a:extLst xmlns:a="http://schemas.openxmlformats.org/drawingml/2006/main">
              <a:ext uri="{FF2B5EF4-FFF2-40B4-BE49-F238E27FC236}">
                <a16:creationId xmlns:a16="http://schemas.microsoft.com/office/drawing/2014/main" id="{0EF80681-4A44-456B-AD4E-DABA081319A3}"/>
              </a:ext>
            </a:extLst>
          </p:cNvPr>
          <p:cNvPicPr>
            <a:picLocks xmlns:a="http://schemas.openxmlformats.org/drawingml/2006/main" noChangeAspect="1"/>
          </p:cNvPicPr>
          <p:nvPr/>
        </p:nvPicPr>
        <p:blipFill>
          <a:blip xmlns:r="http://schemas.openxmlformats.org/officeDocument/2006/relationships" xmlns:a="http://schemas.openxmlformats.org/drawingml/2006/main" r:embed="Rb60230995be3450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374231"/>
            <a:ext cx="3771900" cy="1023938"/>
          </a:xfrm>
          <a:prstGeom xmlns:a="http://schemas.openxmlformats.org/drawingml/2006/main" prst="rect">
            <a:avLst/>
          </a:prstGeom>
        </p:spPr>
      </p:pic>
    </p:spTree>
    <p:extLst>
      <p:ext uri="{BB962C8B-B14F-4D97-AF65-F5344CB8AC3E}">
        <p14:creationId xmlns:p14="http://schemas.microsoft.com/office/powerpoint/2010/main" val="2069875674"/>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13: The same waveform viewed as PM and FM (3/4)</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8A431F8-28F4-4E72-811B-19F7C8124F21}"/>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82783C96-9325-493D-B534-6454328B22BF}"/>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Boundary qualification: the displayed m_1 jumps by +2 pi at 0 and 6. Such jumps leave the cosine unchanged. Use a continuous unwrapped</a:t>
            </a:r>
          </a:p>
        </p:txBody>
      </p:sp>
      <p:sp>
        <p:nvSpPr>
          <p:cNvPr id="6" name="content-1">
            <a:extLst xmlns:a="http://schemas.openxmlformats.org/drawingml/2006/main">
              <a:ext uri="{FF2B5EF4-FFF2-40B4-BE49-F238E27FC236}">
                <a16:creationId xmlns:a16="http://schemas.microsoft.com/office/drawing/2014/main" id="{C88C78A2-23DF-45C8-8F26-5E9504ABA123}"/>
              </a:ext>
            </a:extLst>
          </p:cNvPr>
          <p:cNvSpPr>
            <a:spLocks xmlns:a="http://schemas.openxmlformats.org/drawingml/2006/main" noGrp="1"/>
          </p:cNvSpPr>
          <p:nvPr/>
        </p:nvSpPr>
        <p:spPr>
          <a:xfrm xmlns:a="http://schemas.openxmlformats.org/drawingml/2006/main">
            <a:off x="666750" y="1485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phase for instantaneous frequency; differentiating the discontinuous written phase literally would instead introduce delta impulses. A</a:t>
            </a:r>
          </a:p>
        </p:txBody>
      </p:sp>
      <p:sp>
        <p:nvSpPr>
          <p:cNvPr id="7" name="content-2">
            <a:extLst xmlns:a="http://schemas.openxmlformats.org/drawingml/2006/main">
              <a:ext uri="{FF2B5EF4-FFF2-40B4-BE49-F238E27FC236}">
                <a16:creationId xmlns:a16="http://schemas.microsoft.com/office/drawing/2014/main" id="{A3973F96-897D-4CB8-B706-022EF4766282}"/>
              </a:ext>
            </a:extLst>
          </p:cNvPr>
          <p:cNvSpPr>
            <a:spLocks xmlns:a="http://schemas.openxmlformats.org/drawingml/2006/main" noGrp="1"/>
          </p:cNvSpPr>
          <p:nvPr/>
        </p:nvSpPr>
        <p:spPr>
          <a:xfrm xmlns:a="http://schemas.openxmlformats.org/drawingml/2006/main">
            <a:off x="666750" y="17145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suitable unwrapped extra phase is</a:t>
            </a:r>
          </a:p>
        </p:txBody>
      </p:sp>
      <p:sp>
        <p:nvSpPr>
          <p:cNvPr id="8" name="content-4">
            <a:extLst xmlns:a="http://schemas.openxmlformats.org/drawingml/2006/main">
              <a:ext uri="{FF2B5EF4-FFF2-40B4-BE49-F238E27FC236}">
                <a16:creationId xmlns:a16="http://schemas.microsoft.com/office/drawing/2014/main" id="{90C1B8ED-7977-46C5-BC69-E2186E4F8677}"/>
              </a:ext>
            </a:extLst>
          </p:cNvPr>
          <p:cNvSpPr>
            <a:spLocks xmlns:a="http://schemas.openxmlformats.org/drawingml/2006/main" noGrp="1"/>
          </p:cNvSpPr>
          <p:nvPr/>
        </p:nvSpPr>
        <p:spPr>
          <a:xfrm xmlns:a="http://schemas.openxmlformats.org/drawingml/2006/main">
            <a:off x="666750" y="23431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Its derivative has the ordinary segment values above, without those artificial phase-wrap impulses. Frequency at the segment boundaries</a:t>
            </a:r>
          </a:p>
        </p:txBody>
      </p:sp>
      <p:sp>
        <p:nvSpPr>
          <p:cNvPr id="9" name="content-5">
            <a:extLst xmlns:a="http://schemas.openxmlformats.org/drawingml/2006/main">
              <a:ext uri="{FF2B5EF4-FFF2-40B4-BE49-F238E27FC236}">
                <a16:creationId xmlns:a16="http://schemas.microsoft.com/office/drawing/2014/main" id="{3B1E8A32-C07B-44D2-9E82-7ADD109B4084}"/>
              </a:ext>
            </a:extLst>
          </p:cNvPr>
          <p:cNvSpPr>
            <a:spLocks xmlns:a="http://schemas.openxmlformats.org/drawingml/2006/main" noGrp="1"/>
          </p:cNvSpPr>
          <p:nvPr/>
        </p:nvSpPr>
        <p:spPr>
          <a:xfrm xmlns:a="http://schemas.openxmlformats.org/drawingml/2006/main">
            <a:off x="666750" y="25717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themselves is not assigned.</a:t>
            </a:r>
          </a:p>
        </p:txBody>
      </p:sp>
      <p:sp>
        <p:nvSpPr>
          <p:cNvPr id="10" name="content-6">
            <a:extLst xmlns:a="http://schemas.openxmlformats.org/drawingml/2006/main">
              <a:ext uri="{FF2B5EF4-FFF2-40B4-BE49-F238E27FC236}">
                <a16:creationId xmlns:a16="http://schemas.microsoft.com/office/drawing/2014/main" id="{F1278B6C-B8A7-4813-B996-FCD1323D912F}"/>
              </a:ext>
            </a:extLst>
          </p:cNvPr>
          <p:cNvSpPr>
            <a:spLocks xmlns:a="http://schemas.openxmlformats.org/drawingml/2006/main" noGrp="1"/>
          </p:cNvSpPr>
          <p:nvPr/>
        </p:nvSpPr>
        <p:spPr>
          <a:xfrm xmlns:a="http://schemas.openxmlformats.org/drawingml/2006/main">
            <a:off x="666750" y="2800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 Substitute the three linear phases; the constant phase offsets are integer multiples of 2 pi:</a:t>
            </a:r>
          </a:p>
        </p:txBody>
      </p:sp>
      <p:pic>
        <p:nvPicPr>
          <p:cNvPr id="11" name="content-3" descr="\psi(t)=2\pi\int_0^t m_2(\tau)\,d\tau,\qquad\cos[10\pi t+\psi(t)]=s_{\mathrm{PM}}(t).">
            <a:extLst xmlns:a="http://schemas.openxmlformats.org/drawingml/2006/main">
              <a:ext uri="{FF2B5EF4-FFF2-40B4-BE49-F238E27FC236}">
                <a16:creationId xmlns:a16="http://schemas.microsoft.com/office/drawing/2014/main" id="{98EAF6B7-C0FE-4939-AD87-7DB55DBA6260}"/>
              </a:ext>
            </a:extLst>
          </p:cNvPr>
          <p:cNvPicPr>
            <a:picLocks xmlns:a="http://schemas.openxmlformats.org/drawingml/2006/main" noChangeAspect="1"/>
          </p:cNvPicPr>
          <p:nvPr/>
        </p:nvPicPr>
        <p:blipFill>
          <a:blip xmlns:r="http://schemas.openxmlformats.org/officeDocument/2006/relationships" xmlns:a="http://schemas.openxmlformats.org/drawingml/2006/main" r:embed="R9fa1f8723134487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994892"/>
            <a:ext cx="5067300" cy="258366"/>
          </a:xfrm>
          <a:prstGeom xmlns:a="http://schemas.openxmlformats.org/drawingml/2006/main" prst="rect">
            <a:avLst/>
          </a:prstGeom>
        </p:spPr>
      </p:pic>
      <p:pic>
        <p:nvPicPr>
          <p:cNvPr id="12" name="content-7" descr="s_{\mathrm{FM}}(t)=\begin{cases}\cos(8\pi t),&amp;0\le t&lt;2,\\\cos(12\pi t),&amp;2\le t&lt;4,\\\cos(8\pi t),&amp;4\le t\le6,\\\cos(10\pi t),&amp;\text{otherwise}.\end{cases}">
            <a:extLst xmlns:a="http://schemas.openxmlformats.org/drawingml/2006/main">
              <a:ext uri="{FF2B5EF4-FFF2-40B4-BE49-F238E27FC236}">
                <a16:creationId xmlns:a16="http://schemas.microsoft.com/office/drawing/2014/main" id="{94A9493C-3FAA-4470-8266-D5909C3A5FC7}"/>
              </a:ext>
            </a:extLst>
          </p:cNvPr>
          <p:cNvPicPr>
            <a:picLocks xmlns:a="http://schemas.openxmlformats.org/drawingml/2006/main" noChangeAspect="1"/>
          </p:cNvPicPr>
          <p:nvPr/>
        </p:nvPicPr>
        <p:blipFill>
          <a:blip xmlns:r="http://schemas.openxmlformats.org/officeDocument/2006/relationships" xmlns:a="http://schemas.openxmlformats.org/drawingml/2006/main" r:embed="R95a262bb14ad4c4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201591"/>
            <a:ext cx="3219450" cy="1026319"/>
          </a:xfrm>
          <a:prstGeom xmlns:a="http://schemas.openxmlformats.org/drawingml/2006/main" prst="rect">
            <a:avLst/>
          </a:prstGeom>
        </p:spPr>
      </p:pic>
      <p:pic>
        <p:nvPicPr>
          <p:cNvPr id="13" name="content-8" descr="s_{\mathrm{FM}}(t)=\cos\!\left[10\pi t+2\pi\int_0^t m_2(\tau)\,d\tau\right].">
            <a:extLst xmlns:a="http://schemas.openxmlformats.org/drawingml/2006/main">
              <a:ext uri="{FF2B5EF4-FFF2-40B4-BE49-F238E27FC236}">
                <a16:creationId xmlns:a16="http://schemas.microsoft.com/office/drawing/2014/main" id="{F05F7846-F023-4247-9EB6-4917715D7346}"/>
              </a:ext>
            </a:extLst>
          </p:cNvPr>
          <p:cNvPicPr>
            <a:picLocks xmlns:a="http://schemas.openxmlformats.org/drawingml/2006/main" noChangeAspect="1"/>
          </p:cNvPicPr>
          <p:nvPr/>
        </p:nvPicPr>
        <p:blipFill>
          <a:blip xmlns:r="http://schemas.openxmlformats.org/officeDocument/2006/relationships" xmlns:a="http://schemas.openxmlformats.org/drawingml/2006/main" r:embed="Rc771fb545755474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496991"/>
            <a:ext cx="3505200" cy="340519"/>
          </a:xfrm>
          <a:prstGeom xmlns:a="http://schemas.openxmlformats.org/drawingml/2006/main" prst="rect">
            <a:avLst/>
          </a:prstGeom>
        </p:spPr>
      </p:pic>
    </p:spTree>
    <p:extLst>
      <p:ext uri="{BB962C8B-B14F-4D97-AF65-F5344CB8AC3E}">
        <p14:creationId xmlns:p14="http://schemas.microsoft.com/office/powerpoint/2010/main" val="73937370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13: The same waveform viewed as PM and FM (4/4)</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ACD782D-D9FE-41C4-B4DB-4FE508AB25EB}"/>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0" descr="Redrawn exercise diagram; not a source-page screenshot.">
            <a:extLst xmlns:a="http://schemas.openxmlformats.org/drawingml/2006/main">
              <a:ext uri="{FF2B5EF4-FFF2-40B4-BE49-F238E27FC236}">
                <a16:creationId xmlns:a16="http://schemas.microsoft.com/office/drawing/2014/main" id="{516461D0-E136-48D0-A213-1B5B68AF244B}"/>
              </a:ext>
            </a:extLst>
          </p:cNvPr>
          <p:cNvPicPr>
            <a:picLocks xmlns:a="http://schemas.openxmlformats.org/drawingml/2006/main" noChangeAspect="1"/>
          </p:cNvPicPr>
          <p:nvPr/>
        </p:nvPicPr>
        <p:blipFill>
          <a:blip xmlns:r="http://schemas.openxmlformats.org/officeDocument/2006/relationships" xmlns:a="http://schemas.openxmlformats.org/drawingml/2006/main" r:embed="R4a380b5e6b204007"/>
          <a:stretch xmlns:a="http://schemas.openxmlformats.org/drawingml/2006/main"/>
        </p:blipFill>
        <p:spPr>
          <a:xfrm xmlns:a="http://schemas.openxmlformats.org/drawingml/2006/main">
            <a:off x="1760303" y="1257300"/>
            <a:ext cx="8766644" cy="3581400"/>
          </a:xfrm>
          <a:prstGeom xmlns:a="http://schemas.openxmlformats.org/drawingml/2006/main" prst="rect">
            <a:avLst/>
          </a:prstGeom>
        </p:spPr>
      </p:pic>
      <p:sp>
        <p:nvSpPr>
          <p:cNvPr id="6" name="content-1">
            <a:extLst xmlns:a="http://schemas.openxmlformats.org/drawingml/2006/main">
              <a:ext uri="{FF2B5EF4-FFF2-40B4-BE49-F238E27FC236}">
                <a16:creationId xmlns:a16="http://schemas.microsoft.com/office/drawing/2014/main" id="{496C1A70-ECC4-4C65-ADCC-2C7441EB6D38}"/>
              </a:ext>
            </a:extLst>
          </p:cNvPr>
          <p:cNvSpPr>
            <a:spLocks xmlns:a="http://schemas.openxmlformats.org/drawingml/2006/main" noGrp="1"/>
          </p:cNvSpPr>
          <p:nvPr/>
        </p:nvSpPr>
        <p:spPr>
          <a:xfrm xmlns:a="http://schemas.openxmlformats.org/drawingml/2006/main">
            <a:off x="666750" y="48958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There are 8 cycles on [0,2], 12 on [2,4] and 8 on [4,6], with amplitude one throughout. Equivalent PM/FM descriptions use the appropriate</a:t>
            </a:r>
          </a:p>
        </p:txBody>
      </p:sp>
      <p:sp>
        <p:nvSpPr>
          <p:cNvPr id="7" name="content-2">
            <a:extLst xmlns:a="http://schemas.openxmlformats.org/drawingml/2006/main">
              <a:ext uri="{FF2B5EF4-FFF2-40B4-BE49-F238E27FC236}">
                <a16:creationId xmlns:a16="http://schemas.microsoft.com/office/drawing/2014/main" id="{7EA13E7B-D158-4598-97F5-CBFA67C57FB8}"/>
              </a:ext>
            </a:extLst>
          </p:cNvPr>
          <p:cNvSpPr>
            <a:spLocks xmlns:a="http://schemas.openxmlformats.org/drawingml/2006/main" noGrp="1"/>
          </p:cNvSpPr>
          <p:nvPr/>
        </p:nvSpPr>
        <p:spPr>
          <a:xfrm xmlns:a="http://schemas.openxmlformats.org/drawingml/2006/main">
            <a:off x="666750" y="51244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message transformation and phase reference, not the same message inserted into both modulators.</a:t>
            </a:r>
          </a:p>
        </p:txBody>
      </p:sp>
    </p:spTree>
    <p:extLst>
      <p:ext uri="{BB962C8B-B14F-4D97-AF65-F5344CB8AC3E}">
        <p14:creationId xmlns:p14="http://schemas.microsoft.com/office/powerpoint/2010/main" val="44800962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14: Carson bandwidth estimates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5F85828-67A4-46EF-86FD-6337BC54CC8E}"/>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DD4B19A2-D07C-49AE-A165-D79F4A6BBF51}"/>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212C4E54-698C-43E5-8F6E-D7AC8F98C50E}"/>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f_c=1 MHz, find the transmission bandwidth in each case. The FM sensitivity in (a),(b) is k_f=1000. Use normalized sinc(x)=sin(pi</a:t>
            </a:r>
          </a:p>
        </p:txBody>
      </p:sp>
      <p:sp>
        <p:nvSpPr>
          <p:cNvPr id="7" name="content-2">
            <a:extLst xmlns:a="http://schemas.openxmlformats.org/drawingml/2006/main">
              <a:ext uri="{FF2B5EF4-FFF2-40B4-BE49-F238E27FC236}">
                <a16:creationId xmlns:a16="http://schemas.microsoft.com/office/drawing/2014/main" id="{E0A2ECA5-90A1-42A9-9863-68496645F389}"/>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x)/(pi x).</a:t>
            </a:r>
          </a:p>
        </p:txBody>
      </p:sp>
      <p:sp>
        <p:nvSpPr>
          <p:cNvPr id="8" name="content-3">
            <a:extLst xmlns:a="http://schemas.openxmlformats.org/drawingml/2006/main">
              <a:ext uri="{FF2B5EF4-FFF2-40B4-BE49-F238E27FC236}">
                <a16:creationId xmlns:a16="http://schemas.microsoft.com/office/drawing/2014/main" id="{9E1ACBDB-AEF8-4118-AB8B-5BA35E3CE991}"/>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FM with m(t)=sinc(2t/T), T=0.001 s. (b) FM with m(t)=rect(t/(2T)), T=5x10^-5 s. (c) PM with m(t)=4 pi sin(2 pi f_0 t), f_0=10 kHz,</a:t>
            </a:r>
          </a:p>
        </p:txBody>
      </p:sp>
      <p:sp>
        <p:nvSpPr>
          <p:cNvPr id="9" name="content-4">
            <a:extLst xmlns:a="http://schemas.openxmlformats.org/drawingml/2006/main">
              <a:ext uri="{FF2B5EF4-FFF2-40B4-BE49-F238E27FC236}">
                <a16:creationId xmlns:a16="http://schemas.microsoft.com/office/drawing/2014/main" id="{0334945D-E920-49AC-8A51-CB3DC9F4BD15}"/>
              </a:ext>
            </a:extLst>
          </p:cNvPr>
          <p:cNvSpPr>
            <a:spLocks xmlns:a="http://schemas.openxmlformats.org/drawingml/2006/main" noGrp="1"/>
          </p:cNvSpPr>
          <p:nvPr/>
        </p:nvSpPr>
        <p:spPr>
          <a:xfrm xmlns:a="http://schemas.openxmlformats.org/drawingml/2006/main">
            <a:off x="666750" y="2200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k_p=1. Finally, discuss whether these cases show FM to be more bandwidth-efficient than AM schemes.</a:t>
            </a:r>
          </a:p>
        </p:txBody>
      </p:sp>
      <p:sp>
        <p:nvSpPr>
          <p:cNvPr id="10" name="content-5">
            <a:extLst xmlns:a="http://schemas.openxmlformats.org/drawingml/2006/main">
              <a:ext uri="{FF2B5EF4-FFF2-40B4-BE49-F238E27FC236}">
                <a16:creationId xmlns:a16="http://schemas.microsoft.com/office/drawing/2014/main" id="{15F77743-1043-43B5-99F1-3E9B4D449F8F}"/>
              </a:ext>
            </a:extLst>
          </p:cNvPr>
          <p:cNvSpPr>
            <a:spLocks xmlns:a="http://schemas.openxmlformats.org/drawingml/2006/main" noGrp="1"/>
          </p:cNvSpPr>
          <p:nvPr/>
        </p:nvSpPr>
        <p:spPr>
          <a:xfrm xmlns:a="http://schemas.openxmlformats.org/drawingml/2006/main">
            <a:off x="666750" y="24288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5-line">
            <a:extLst xmlns:a="http://schemas.openxmlformats.org/drawingml/2006/main">
              <a:ext uri="{FF2B5EF4-FFF2-40B4-BE49-F238E27FC236}">
                <a16:creationId xmlns:a16="http://schemas.microsoft.com/office/drawing/2014/main" id="{142F5C3C-19EF-41DA-8D72-BB06AFBF9761}"/>
              </a:ext>
            </a:extLst>
          </p:cNvPr>
          <p:cNvSpPr>
            <a:spLocks xmlns:a="http://schemas.openxmlformats.org/drawingml/2006/main" noGrp="1"/>
          </p:cNvSpPr>
          <p:nvPr/>
        </p:nvSpPr>
        <p:spPr>
          <a:xfrm xmlns:a="http://schemas.openxmlformats.org/drawingml/2006/main">
            <a:off x="1762125" y="25717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6">
            <a:extLst xmlns:a="http://schemas.openxmlformats.org/drawingml/2006/main">
              <a:ext uri="{FF2B5EF4-FFF2-40B4-BE49-F238E27FC236}">
                <a16:creationId xmlns:a16="http://schemas.microsoft.com/office/drawing/2014/main" id="{6A09716C-0321-4131-A94D-86FA32ECBAF5}"/>
              </a:ext>
            </a:extLst>
          </p:cNvPr>
          <p:cNvSpPr>
            <a:spLocks xmlns:a="http://schemas.openxmlformats.org/drawingml/2006/main" noGrp="1"/>
          </p:cNvSpPr>
          <p:nvPr/>
        </p:nvSpPr>
        <p:spPr>
          <a:xfrm xmlns:a="http://schemas.openxmlformats.org/drawingml/2006/main">
            <a:off x="666750" y="2686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Carson's rule estimates occupied bandwidth; it is not a statement of finite spectral support. For a bandlimited FM message, use B_T</a:t>
            </a:r>
          </a:p>
        </p:txBody>
      </p:sp>
      <p:sp>
        <p:nvSpPr>
          <p:cNvPr id="13" name="content-7">
            <a:extLst xmlns:a="http://schemas.openxmlformats.org/drawingml/2006/main">
              <a:ext uri="{FF2B5EF4-FFF2-40B4-BE49-F238E27FC236}">
                <a16:creationId xmlns:a16="http://schemas.microsoft.com/office/drawing/2014/main" id="{B3EFB253-B354-4D91-ABB3-C3E550A7046C}"/>
              </a:ext>
            </a:extLst>
          </p:cNvPr>
          <p:cNvSpPr>
            <a:spLocks xmlns:a="http://schemas.openxmlformats.org/drawingml/2006/main" noGrp="1"/>
          </p:cNvSpPr>
          <p:nvPr/>
        </p:nvSpPr>
        <p:spPr>
          <a:xfrm xmlns:a="http://schemas.openxmlformats.org/drawingml/2006/main">
            <a:off x="666750" y="29146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approximately 2(Delta f+W), with Delta f=|k_f|max|m|.</a:t>
            </a:r>
          </a:p>
        </p:txBody>
      </p:sp>
      <p:sp>
        <p:nvSpPr>
          <p:cNvPr id="14" name="content-8">
            <a:extLst xmlns:a="http://schemas.openxmlformats.org/drawingml/2006/main">
              <a:ext uri="{FF2B5EF4-FFF2-40B4-BE49-F238E27FC236}">
                <a16:creationId xmlns:a16="http://schemas.microsoft.com/office/drawing/2014/main" id="{4A256B8E-342F-429A-BE87-A0A6189A50CE}"/>
              </a:ext>
            </a:extLst>
          </p:cNvPr>
          <p:cNvSpPr>
            <a:spLocks xmlns:a="http://schemas.openxmlformats.org/drawingml/2006/main" noGrp="1"/>
          </p:cNvSpPr>
          <p:nvPr/>
        </p:nvSpPr>
        <p:spPr>
          <a:xfrm xmlns:a="http://schemas.openxmlformats.org/drawingml/2006/main">
            <a:off x="666750" y="31432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The transform of sinc(2t/T) is a rectangle supported on |f|&lt;1/T:</a:t>
            </a:r>
          </a:p>
        </p:txBody>
      </p:sp>
      <p:sp>
        <p:nvSpPr>
          <p:cNvPr id="15" name="content-11">
            <a:extLst xmlns:a="http://schemas.openxmlformats.org/drawingml/2006/main">
              <a:ext uri="{FF2B5EF4-FFF2-40B4-BE49-F238E27FC236}">
                <a16:creationId xmlns:a16="http://schemas.microsoft.com/office/drawing/2014/main" id="{284F1B48-F740-45B2-8834-F5735A7A06E1}"/>
              </a:ext>
            </a:extLst>
          </p:cNvPr>
          <p:cNvSpPr>
            <a:spLocks xmlns:a="http://schemas.openxmlformats.org/drawingml/2006/main" noGrp="1"/>
          </p:cNvSpPr>
          <p:nvPr/>
        </p:nvSpPr>
        <p:spPr>
          <a:xfrm xmlns:a="http://schemas.openxmlformats.org/drawingml/2006/main">
            <a:off x="666750" y="40576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For the stated unit-height rectangular message,</a:t>
            </a:r>
          </a:p>
        </p:txBody>
      </p:sp>
      <p:sp>
        <p:nvSpPr>
          <p:cNvPr id="16" name="content-13">
            <a:extLst xmlns:a="http://schemas.openxmlformats.org/drawingml/2006/main">
              <a:ext uri="{FF2B5EF4-FFF2-40B4-BE49-F238E27FC236}">
                <a16:creationId xmlns:a16="http://schemas.microsoft.com/office/drawing/2014/main" id="{3E9B782C-4764-4CB7-A229-612A4974A4D1}"/>
              </a:ext>
            </a:extLst>
          </p:cNvPr>
          <p:cNvSpPr>
            <a:spLocks xmlns:a="http://schemas.openxmlformats.org/drawingml/2006/main" noGrp="1"/>
          </p:cNvSpPr>
          <p:nvPr/>
        </p:nvSpPr>
        <p:spPr>
          <a:xfrm xmlns:a="http://schemas.openxmlformats.org/drawingml/2006/main">
            <a:off x="666750" y="4591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Its sinc spectrum has nonzero tails at arbitrarily large |f|, so the message has no finite strict W. A strict-bandwidth Carson calculation is</a:t>
            </a:r>
          </a:p>
        </p:txBody>
      </p:sp>
      <p:sp>
        <p:nvSpPr>
          <p:cNvPr id="17" name="content-14">
            <a:extLst xmlns:a="http://schemas.openxmlformats.org/drawingml/2006/main">
              <a:ext uri="{FF2B5EF4-FFF2-40B4-BE49-F238E27FC236}">
                <a16:creationId xmlns:a16="http://schemas.microsoft.com/office/drawing/2014/main" id="{13002349-E2AE-4610-BE31-600EFD457C0E}"/>
              </a:ext>
            </a:extLst>
          </p:cNvPr>
          <p:cNvSpPr>
            <a:spLocks xmlns:a="http://schemas.openxmlformats.org/drawingml/2006/main" noGrp="1"/>
          </p:cNvSpPr>
          <p:nvPr/>
        </p:nvSpPr>
        <p:spPr>
          <a:xfrm xmlns:a="http://schemas.openxmlformats.org/drawingml/2006/main">
            <a:off x="666750" y="48196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therefore unavailable. If the explicitly chosen approximation is to take the message's first-null width as an effective W, then</a:t>
            </a:r>
          </a:p>
        </p:txBody>
      </p:sp>
      <p:pic>
        <p:nvPicPr>
          <p:cNvPr id="18" name="content-9" descr="M(f)=\frac{T}{2}\operatorname{rect}\!\left(\frac{fT}{2}\right),\quad W=\frac1T=1000\,\mathrm{Hz}.">
            <a:extLst xmlns:a="http://schemas.openxmlformats.org/drawingml/2006/main">
              <a:ext uri="{FF2B5EF4-FFF2-40B4-BE49-F238E27FC236}">
                <a16:creationId xmlns:a16="http://schemas.microsoft.com/office/drawing/2014/main" id="{C56055FA-4016-4A43-8871-0A71EA6A7926}"/>
              </a:ext>
            </a:extLst>
          </p:cNvPr>
          <p:cNvPicPr>
            <a:picLocks xmlns:a="http://schemas.openxmlformats.org/drawingml/2006/main" noChangeAspect="1"/>
          </p:cNvPicPr>
          <p:nvPr/>
        </p:nvPicPr>
        <p:blipFill>
          <a:blip xmlns:r="http://schemas.openxmlformats.org/officeDocument/2006/relationships" xmlns:a="http://schemas.openxmlformats.org/drawingml/2006/main" r:embed="Rb83be7ef57dc4e8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3421261"/>
            <a:ext cx="3848100" cy="244078"/>
          </a:xfrm>
          <a:prstGeom xmlns:a="http://schemas.openxmlformats.org/drawingml/2006/main" prst="rect">
            <a:avLst/>
          </a:prstGeom>
        </p:spPr>
      </p:pic>
      <p:pic>
        <p:nvPicPr>
          <p:cNvPr id="19" name="content-10" descr="\max|m|=1,\quad\Delta f=1000\,\mathrm{Hz},\quad B_T\approx2(1000+1000)=4000\,\mathrm{Hz}.">
            <a:extLst xmlns:a="http://schemas.openxmlformats.org/drawingml/2006/main">
              <a:ext uri="{FF2B5EF4-FFF2-40B4-BE49-F238E27FC236}">
                <a16:creationId xmlns:a16="http://schemas.microsoft.com/office/drawing/2014/main" id="{55968CCE-9DB6-404D-B693-21486ECE5209}"/>
              </a:ext>
            </a:extLst>
          </p:cNvPr>
          <p:cNvPicPr>
            <a:picLocks xmlns:a="http://schemas.openxmlformats.org/drawingml/2006/main" noChangeAspect="1"/>
          </p:cNvPicPr>
          <p:nvPr/>
        </p:nvPicPr>
        <p:blipFill>
          <a:blip xmlns:r="http://schemas.openxmlformats.org/officeDocument/2006/relationships" xmlns:a="http://schemas.openxmlformats.org/drawingml/2006/main" r:embed="R368b55744811428b">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790950"/>
            <a:ext cx="6134100" cy="190500"/>
          </a:xfrm>
          <a:prstGeom xmlns:a="http://schemas.openxmlformats.org/drawingml/2006/main" prst="rect">
            <a:avLst/>
          </a:prstGeom>
        </p:spPr>
      </p:pic>
      <p:pic>
        <p:nvPicPr>
          <p:cNvPr id="20" name="content-12" descr="M(f)=2T\operatorname{sinc}(2Tf),\quad \max|m(t)|=1,\quad\Delta f=1000\,\mathrm{Hz}.">
            <a:extLst xmlns:a="http://schemas.openxmlformats.org/drawingml/2006/main">
              <a:ext uri="{FF2B5EF4-FFF2-40B4-BE49-F238E27FC236}">
                <a16:creationId xmlns:a16="http://schemas.microsoft.com/office/drawing/2014/main" id="{3CD09A16-774B-432D-9859-E52BAE0C0960}"/>
              </a:ext>
            </a:extLst>
          </p:cNvPr>
          <p:cNvPicPr>
            <a:picLocks xmlns:a="http://schemas.openxmlformats.org/drawingml/2006/main" noChangeAspect="1"/>
          </p:cNvPicPr>
          <p:nvPr/>
        </p:nvPicPr>
        <p:blipFill>
          <a:blip xmlns:r="http://schemas.openxmlformats.org/officeDocument/2006/relationships" xmlns:a="http://schemas.openxmlformats.org/drawingml/2006/main" r:embed="R810bc83bc7cf443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4324350"/>
            <a:ext cx="5295900" cy="190500"/>
          </a:xfrm>
          <a:prstGeom xmlns:a="http://schemas.openxmlformats.org/drawingml/2006/main" prst="rect">
            <a:avLst/>
          </a:prstGeom>
        </p:spPr>
      </p:pic>
    </p:spTree>
    <p:extLst>
      <p:ext uri="{BB962C8B-B14F-4D97-AF65-F5344CB8AC3E}">
        <p14:creationId xmlns:p14="http://schemas.microsoft.com/office/powerpoint/2010/main" val="57057156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14: Carson bandwidth estimates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E4D809E-D28B-4B77-91F5-5FBD099F07EB}"/>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8" name="content-4">
            <a:extLst xmlns:a="http://schemas.openxmlformats.org/drawingml/2006/main">
              <a:ext uri="{FF2B5EF4-FFF2-40B4-BE49-F238E27FC236}">
                <a16:creationId xmlns:a16="http://schemas.microsoft.com/office/drawing/2014/main" id="{E941DE76-62BD-47FA-8B4C-5FC65CA4C93D}"/>
              </a:ext>
            </a:extLst>
          </p:cNvPr>
          <p:cNvSpPr>
            <a:spLocks xmlns:a="http://schemas.openxmlformats.org/drawingml/2006/main" noGrp="1"/>
          </p:cNvSpPr>
          <p:nvPr/>
        </p:nvSpPr>
        <p:spPr>
          <a:xfrm xmlns:a="http://schemas.openxmlformats.org/drawingml/2006/main">
            <a:off x="666750" y="2305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 A PM signal has frequency deviation proportional to the derivative of its message:</a:t>
            </a:r>
          </a:p>
        </p:txBody>
      </p:sp>
      <p:sp>
        <p:nvSpPr>
          <p:cNvPr id="11" name="content-10">
            <a:extLst xmlns:a="http://schemas.openxmlformats.org/drawingml/2006/main">
              <a:ext uri="{FF2B5EF4-FFF2-40B4-BE49-F238E27FC236}">
                <a16:creationId xmlns:a16="http://schemas.microsoft.com/office/drawing/2014/main" id="{AF6B592F-3E43-4295-98BD-A1804A56DED9}"/>
              </a:ext>
            </a:extLst>
          </p:cNvPr>
          <p:cNvSpPr>
            <a:spLocks xmlns:a="http://schemas.openxmlformats.org/drawingml/2006/main" noGrp="1"/>
          </p:cNvSpPr>
          <p:nvPr/>
        </p:nvSpPr>
        <p:spPr>
          <a:xfrm xmlns:a="http://schemas.openxmlformats.org/drawingml/2006/main">
            <a:off x="666750" y="39719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Comparison: for the same bandlimited message, AM/DSB occupy 2W and SSB occupies W. Carson gives 2(W+Delta f), so these examples</a:t>
            </a:r>
          </a:p>
        </p:txBody>
      </p:sp>
      <p:sp>
        <p:nvSpPr>
          <p:cNvPr id="12" name="content-11">
            <a:extLst xmlns:a="http://schemas.openxmlformats.org/drawingml/2006/main">
              <a:ext uri="{FF2B5EF4-FFF2-40B4-BE49-F238E27FC236}">
                <a16:creationId xmlns:a16="http://schemas.microsoft.com/office/drawing/2014/main" id="{5B8FA66C-D77B-46EB-898E-9CC86F7D8F03}"/>
              </a:ext>
            </a:extLst>
          </p:cNvPr>
          <p:cNvSpPr>
            <a:spLocks xmlns:a="http://schemas.openxmlformats.org/drawingml/2006/main" noGrp="1"/>
          </p:cNvSpPr>
          <p:nvPr/>
        </p:nvSpPr>
        <p:spPr>
          <a:xfrm xmlns:a="http://schemas.openxmlformats.org/drawingml/2006/main">
            <a:off x="666750" y="4200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provide no bandwidth saving for FM. In (a), 4 kHz exceeds the AM/DSB 2 kHz; in (c), the occupied estimate is about 271.3 kHz versus an</a:t>
            </a:r>
          </a:p>
        </p:txBody>
      </p:sp>
      <p:sp>
        <p:nvSpPr>
          <p:cNvPr id="13" name="content-12">
            <a:extLst xmlns:a="http://schemas.openxmlformats.org/drawingml/2006/main">
              <a:ext uri="{FF2B5EF4-FFF2-40B4-BE49-F238E27FC236}">
                <a16:creationId xmlns:a16="http://schemas.microsoft.com/office/drawing/2014/main" id="{25F525E2-CD63-4B43-A5BD-6E335E915596}"/>
              </a:ext>
            </a:extLst>
          </p:cNvPr>
          <p:cNvSpPr>
            <a:spLocks xmlns:a="http://schemas.openxmlformats.org/drawingml/2006/main" noGrp="1"/>
          </p:cNvSpPr>
          <p:nvPr/>
        </p:nvSpPr>
        <p:spPr>
          <a:xfrm xmlns:a="http://schemas.openxmlformats.org/drawingml/2006/main">
            <a:off x="666750" y="44291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AM/DSB width of 20 kHz for that message. Part (b) cannot support a strict-bandwidth comparison without an additional</a:t>
            </a:r>
          </a:p>
        </p:txBody>
      </p:sp>
      <p:sp>
        <p:nvSpPr>
          <p:cNvPr id="14" name="content-13">
            <a:extLst xmlns:a="http://schemas.openxmlformats.org/drawingml/2006/main">
              <a:ext uri="{FF2B5EF4-FFF2-40B4-BE49-F238E27FC236}">
                <a16:creationId xmlns:a16="http://schemas.microsoft.com/office/drawing/2014/main" id="{84D88FDE-9DF9-41FF-8651-8AC2F980C59E}"/>
              </a:ext>
            </a:extLst>
          </p:cNvPr>
          <p:cNvSpPr>
            <a:spLocks xmlns:a="http://schemas.openxmlformats.org/drawingml/2006/main" noGrp="1"/>
          </p:cNvSpPr>
          <p:nvPr/>
        </p:nvSpPr>
        <p:spPr>
          <a:xfrm xmlns:a="http://schemas.openxmlformats.org/drawingml/2006/main">
            <a:off x="666750" y="46577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effective-bandwidth convention. The conclusion concerns bandwidth only, not noise performance.</a:t>
            </a:r>
          </a:p>
        </p:txBody>
      </p:sp>
      <p:pic>
        <p:nvPicPr>
          <p:cNvPr id="15" name="content-0" descr="W_{\mathrm{eff}}=\frac1{2T}=10\,\mathrm{kHz},\quad B_{T,\mathrm{heuristic}}\approx2(1+10)=22\,\mathrm{kHz}.">
            <a:extLst xmlns:a="http://schemas.openxmlformats.org/drawingml/2006/main">
              <a:ext uri="{FF2B5EF4-FFF2-40B4-BE49-F238E27FC236}">
                <a16:creationId xmlns:a16="http://schemas.microsoft.com/office/drawing/2014/main" id="{85531631-5B9A-4F23-9F1A-C6EF68A0BEAE}"/>
              </a:ext>
            </a:extLst>
          </p:cNvPr>
          <p:cNvPicPr>
            <a:picLocks xmlns:a="http://schemas.openxmlformats.org/drawingml/2006/main" noChangeAspect="1"/>
          </p:cNvPicPr>
          <p:nvPr/>
        </p:nvPicPr>
        <p:blipFill>
          <a:blip xmlns:r="http://schemas.openxmlformats.org/officeDocument/2006/relationships" xmlns:a="http://schemas.openxmlformats.org/drawingml/2006/main" r:embed="R2d956d39a3d44c7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300758"/>
            <a:ext cx="5353050" cy="236934"/>
          </a:xfrm>
          <a:prstGeom xmlns:a="http://schemas.openxmlformats.org/drawingml/2006/main" prst="rect">
            <a:avLst/>
          </a:prstGeom>
        </p:spPr>
      </p:pic>
      <p:pic>
        <p:nvPicPr>
          <p:cNvPr id="16" name="content-5" descr="m'(t)=8\pi^2f_0\cos(2\pi f_0t),\qquad f_i(t)-f_c=\frac{k_p}{2\pi}m'(t).">
            <a:extLst xmlns:a="http://schemas.openxmlformats.org/drawingml/2006/main">
              <a:ext uri="{FF2B5EF4-FFF2-40B4-BE49-F238E27FC236}">
                <a16:creationId xmlns:a16="http://schemas.microsoft.com/office/drawing/2014/main" id="{CDA677D2-0E2F-433F-AEF0-EE1B1D7ECF2B}"/>
              </a:ext>
            </a:extLst>
          </p:cNvPr>
          <p:cNvPicPr>
            <a:picLocks xmlns:a="http://schemas.openxmlformats.org/drawingml/2006/main" noChangeAspect="1"/>
          </p:cNvPicPr>
          <p:nvPr/>
        </p:nvPicPr>
        <p:blipFill>
          <a:blip xmlns:r="http://schemas.openxmlformats.org/officeDocument/2006/relationships" xmlns:a="http://schemas.openxmlformats.org/drawingml/2006/main" r:embed="R7ff466cb056f4f5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584847"/>
            <a:ext cx="4686300" cy="259556"/>
          </a:xfrm>
          <a:prstGeom xmlns:a="http://schemas.openxmlformats.org/drawingml/2006/main" prst="rect">
            <a:avLst/>
          </a:prstGeom>
        </p:spPr>
      </p:pic>
      <p:pic>
        <p:nvPicPr>
          <p:cNvPr id="17" name="content-6" descr="\Delta f=4\pi f_0=40\pi\,\mathrm{kHz}\approx125.664\,\mathrm{kHz}.">
            <a:extLst xmlns:a="http://schemas.openxmlformats.org/drawingml/2006/main">
              <a:ext uri="{FF2B5EF4-FFF2-40B4-BE49-F238E27FC236}">
                <a16:creationId xmlns:a16="http://schemas.microsoft.com/office/drawing/2014/main" id="{8A64E0A0-775B-496A-B9AF-C6D469EEFD26}"/>
              </a:ext>
            </a:extLst>
          </p:cNvPr>
          <p:cNvPicPr>
            <a:picLocks xmlns:a="http://schemas.openxmlformats.org/drawingml/2006/main" noChangeAspect="1"/>
          </p:cNvPicPr>
          <p:nvPr/>
        </p:nvPicPr>
        <p:blipFill>
          <a:blip xmlns:r="http://schemas.openxmlformats.org/officeDocument/2006/relationships" xmlns:a="http://schemas.openxmlformats.org/drawingml/2006/main" r:embed="Rd38e2a2dddfe4ca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2971800"/>
            <a:ext cx="3467100" cy="161925"/>
          </a:xfrm>
          <a:prstGeom xmlns:a="http://schemas.openxmlformats.org/drawingml/2006/main" prst="rect">
            <a:avLst/>
          </a:prstGeom>
        </p:spPr>
      </p:pic>
      <p:pic>
        <p:nvPicPr>
          <p:cNvPr id="18" name="content-7" descr="W=f_0=10\,\mathrm{kHz},\quad B_T\approx(80\pi+20)\,\mathrm{kHz}\approx271.327\,\mathrm{kHz}.">
            <a:extLst xmlns:a="http://schemas.openxmlformats.org/drawingml/2006/main">
              <a:ext uri="{FF2B5EF4-FFF2-40B4-BE49-F238E27FC236}">
                <a16:creationId xmlns:a16="http://schemas.microsoft.com/office/drawing/2014/main" id="{4CD86844-9B91-44C9-8256-7F85DBB5E470}"/>
              </a:ext>
            </a:extLst>
          </p:cNvPr>
          <p:cNvPicPr>
            <a:picLocks xmlns:a="http://schemas.openxmlformats.org/drawingml/2006/main" noChangeAspect="1"/>
          </p:cNvPicPr>
          <p:nvPr/>
        </p:nvPicPr>
        <p:blipFill>
          <a:blip xmlns:r="http://schemas.openxmlformats.org/officeDocument/2006/relationships" xmlns:a="http://schemas.openxmlformats.org/drawingml/2006/main" r:embed="R293712b3d0354b1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248025"/>
            <a:ext cx="5410200" cy="190500"/>
          </a:xfrm>
          <a:prstGeom xmlns:a="http://schemas.openxmlformats.org/drawingml/2006/main" prst="rect">
            <a:avLst/>
          </a:prstGeom>
        </p:spPr>
      </p:pic>
    </p:spTree>
    <p:extLst>
      <p:ext uri="{BB962C8B-B14F-4D97-AF65-F5344CB8AC3E}">
        <p14:creationId xmlns:p14="http://schemas.microsoft.com/office/powerpoint/2010/main" val="154036986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15: Selecting RC for an approximate frequency discriminator (1/2)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F80B63F-9725-41DB-830A-F87FCCEC197C}"/>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A3F1E438-3C53-47CC-8475-04277F0590C8}"/>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8470A501-A9FC-453E-9E36-5087142233F4}"/>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received FM signal has f_c=400 Hz, k_f=10 and message m(t)=4 cos(2 pi f_0 t), f_0=10 Hz. Choose a suitable RC product for an RC</a:t>
            </a:r>
          </a:p>
        </p:txBody>
      </p:sp>
      <p:sp>
        <p:nvSpPr>
          <p:cNvPr id="7" name="content-2">
            <a:extLst xmlns:a="http://schemas.openxmlformats.org/drawingml/2006/main">
              <a:ext uri="{FF2B5EF4-FFF2-40B4-BE49-F238E27FC236}">
                <a16:creationId xmlns:a16="http://schemas.microsoft.com/office/drawing/2014/main" id="{530DD402-41BB-4BB7-8666-90AC82DC5ECD}"/>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frequency discriminator. Use the question's stipulated practical criterion 3|2 pi f RC|&lt;1 for the approximation |2 pi f RC| much smaller than</a:t>
            </a:r>
          </a:p>
        </p:txBody>
      </p:sp>
      <p:sp>
        <p:nvSpPr>
          <p:cNvPr id="8" name="content-3">
            <a:extLst xmlns:a="http://schemas.openxmlformats.org/drawingml/2006/main">
              <a:ext uri="{FF2B5EF4-FFF2-40B4-BE49-F238E27FC236}">
                <a16:creationId xmlns:a16="http://schemas.microsoft.com/office/drawing/2014/main" id="{8F4B3A13-60C4-49EC-8DC9-AB4FB30DACED}"/>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one.</a:t>
            </a:r>
          </a:p>
        </p:txBody>
      </p:sp>
      <p:sp>
        <p:nvSpPr>
          <p:cNvPr id="9" name="content-4">
            <a:extLst xmlns:a="http://schemas.openxmlformats.org/drawingml/2006/main">
              <a:ext uri="{FF2B5EF4-FFF2-40B4-BE49-F238E27FC236}">
                <a16:creationId xmlns:a16="http://schemas.microsoft.com/office/drawing/2014/main" id="{B97F337B-AC05-4539-8159-85E448E9A87A}"/>
              </a:ext>
            </a:extLst>
          </p:cNvPr>
          <p:cNvSpPr>
            <a:spLocks xmlns:a="http://schemas.openxmlformats.org/drawingml/2006/main" noGrp="1"/>
          </p:cNvSpPr>
          <p:nvPr/>
        </p:nvSpPr>
        <p:spPr>
          <a:xfrm xmlns:a="http://schemas.openxmlformats.org/drawingml/2006/main">
            <a:off x="666750" y="22002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0" name="content-4-line">
            <a:extLst xmlns:a="http://schemas.openxmlformats.org/drawingml/2006/main">
              <a:ext uri="{FF2B5EF4-FFF2-40B4-BE49-F238E27FC236}">
                <a16:creationId xmlns:a16="http://schemas.microsoft.com/office/drawing/2014/main" id="{46079972-6FFE-484B-8A42-590A5B59276D}"/>
              </a:ext>
            </a:extLst>
          </p:cNvPr>
          <p:cNvSpPr>
            <a:spLocks xmlns:a="http://schemas.openxmlformats.org/drawingml/2006/main" noGrp="1"/>
          </p:cNvSpPr>
          <p:nvPr/>
        </p:nvSpPr>
        <p:spPr>
          <a:xfrm xmlns:a="http://schemas.openxmlformats.org/drawingml/2006/main">
            <a:off x="1762125" y="23431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1" name="content-5">
            <a:extLst xmlns:a="http://schemas.openxmlformats.org/drawingml/2006/main">
              <a:ext uri="{FF2B5EF4-FFF2-40B4-BE49-F238E27FC236}">
                <a16:creationId xmlns:a16="http://schemas.microsoft.com/office/drawing/2014/main" id="{6A1B0F09-052D-4FE1-9E96-3982B81565B8}"/>
              </a:ext>
            </a:extLst>
          </p:cNvPr>
          <p:cNvSpPr>
            <a:spLocks xmlns:a="http://schemas.openxmlformats.org/drawingml/2006/main" noGrp="1"/>
          </p:cNvSpPr>
          <p:nvPr/>
        </p:nvSpPr>
        <p:spPr>
          <a:xfrm xmlns:a="http://schemas.openxmlformats.org/drawingml/2006/main">
            <a:off x="666750" y="24574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First find the peak frequency deviation and Carson occupied bandwidth:</a:t>
            </a:r>
          </a:p>
        </p:txBody>
      </p:sp>
      <p:sp>
        <p:nvSpPr>
          <p:cNvPr id="12" name="content-8">
            <a:extLst xmlns:a="http://schemas.openxmlformats.org/drawingml/2006/main">
              <a:ext uri="{FF2B5EF4-FFF2-40B4-BE49-F238E27FC236}">
                <a16:creationId xmlns:a16="http://schemas.microsoft.com/office/drawing/2014/main" id="{EA167125-1F5B-4169-9B54-536A2CBA2213}"/>
              </a:ext>
            </a:extLst>
          </p:cNvPr>
          <p:cNvSpPr>
            <a:spLocks xmlns:a="http://schemas.openxmlformats.org/drawingml/2006/main" noGrp="1"/>
          </p:cNvSpPr>
          <p:nvPr/>
        </p:nvSpPr>
        <p:spPr>
          <a:xfrm xmlns:a="http://schemas.openxmlformats.org/drawingml/2006/main">
            <a:off x="666750" y="32956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upper positive-frequency edge of that occupied band, rather than the full width added to f_c, is</a:t>
            </a:r>
          </a:p>
        </p:txBody>
      </p:sp>
      <p:pic>
        <p:nvPicPr>
          <p:cNvPr id="13" name="content-6" descr="W=10\,\mathrm{Hz},\quad\Delta f=|k_f|\max|m|=10(4)=40\,\mathrm{Hz},">
            <a:extLst xmlns:a="http://schemas.openxmlformats.org/drawingml/2006/main">
              <a:ext uri="{FF2B5EF4-FFF2-40B4-BE49-F238E27FC236}">
                <a16:creationId xmlns:a16="http://schemas.microsoft.com/office/drawing/2014/main" id="{488C5360-571F-4F0D-9E43-4F516FEE8827}"/>
              </a:ext>
            </a:extLst>
          </p:cNvPr>
          <p:cNvPicPr>
            <a:picLocks xmlns:a="http://schemas.openxmlformats.org/drawingml/2006/main" noChangeAspect="1"/>
          </p:cNvPicPr>
          <p:nvPr/>
        </p:nvPicPr>
        <p:blipFill>
          <a:blip xmlns:r="http://schemas.openxmlformats.org/officeDocument/2006/relationships" xmlns:a="http://schemas.openxmlformats.org/drawingml/2006/main" r:embed="R51f8ee63f4cf475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724150"/>
            <a:ext cx="4648200" cy="190500"/>
          </a:xfrm>
          <a:prstGeom xmlns:a="http://schemas.openxmlformats.org/drawingml/2006/main" prst="rect">
            <a:avLst/>
          </a:prstGeom>
        </p:spPr>
      </p:pic>
      <p:pic>
        <p:nvPicPr>
          <p:cNvPr id="14" name="content-7" descr="B_T\approx2(\Delta f+W)=100\,\mathrm{Hz}.">
            <a:extLst xmlns:a="http://schemas.openxmlformats.org/drawingml/2006/main">
              <a:ext uri="{FF2B5EF4-FFF2-40B4-BE49-F238E27FC236}">
                <a16:creationId xmlns:a16="http://schemas.microsoft.com/office/drawing/2014/main" id="{E1F06BC6-095E-4675-8D61-4D987915F20E}"/>
              </a:ext>
            </a:extLst>
          </p:cNvPr>
          <p:cNvPicPr>
            <a:picLocks xmlns:a="http://schemas.openxmlformats.org/drawingml/2006/main" noChangeAspect="1"/>
          </p:cNvPicPr>
          <p:nvPr/>
        </p:nvPicPr>
        <p:blipFill>
          <a:blip xmlns:r="http://schemas.openxmlformats.org/officeDocument/2006/relationships" xmlns:a="http://schemas.openxmlformats.org/drawingml/2006/main" r:embed="Rba6ffd3766574ad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028950"/>
            <a:ext cx="2571750" cy="190500"/>
          </a:xfrm>
          <a:prstGeom xmlns:a="http://schemas.openxmlformats.org/drawingml/2006/main" prst="rect">
            <a:avLst/>
          </a:prstGeom>
        </p:spPr>
      </p:pic>
      <p:pic>
        <p:nvPicPr>
          <p:cNvPr id="15" name="content-9" descr="f_{\mathrm{high}}\approx f_c+\frac{B_T}{2}=400+50=450\,\mathrm{Hz}.">
            <a:extLst xmlns:a="http://schemas.openxmlformats.org/drawingml/2006/main">
              <a:ext uri="{FF2B5EF4-FFF2-40B4-BE49-F238E27FC236}">
                <a16:creationId xmlns:a16="http://schemas.microsoft.com/office/drawing/2014/main" id="{8957EA95-AD93-401E-9FB1-D9DD9E049DEB}"/>
              </a:ext>
            </a:extLst>
          </p:cNvPr>
          <p:cNvPicPr>
            <a:picLocks xmlns:a="http://schemas.openxmlformats.org/drawingml/2006/main" noChangeAspect="1"/>
          </p:cNvPicPr>
          <p:nvPr/>
        </p:nvPicPr>
        <p:blipFill>
          <a:blip xmlns:r="http://schemas.openxmlformats.org/officeDocument/2006/relationships" xmlns:a="http://schemas.openxmlformats.org/drawingml/2006/main" r:embed="R84a795b216d74c5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565327"/>
            <a:ext cx="3467100" cy="241697"/>
          </a:xfrm>
          <a:prstGeom xmlns:a="http://schemas.openxmlformats.org/drawingml/2006/main" prst="rect">
            <a:avLst/>
          </a:prstGeom>
        </p:spPr>
      </p:pic>
    </p:spTree>
    <p:extLst>
      <p:ext uri="{BB962C8B-B14F-4D97-AF65-F5344CB8AC3E}">
        <p14:creationId xmlns:p14="http://schemas.microsoft.com/office/powerpoint/2010/main" val="9796504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15: Selecting RC for an approximate frequency discriminator (2/2)</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F99232C-B90A-4172-8B87-E9C389DE6539}"/>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33A7D307-8D28-4F05-932C-1DFD0473EA62}"/>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Make the RC approximation valid up to that frequency:</a:t>
            </a:r>
          </a:p>
        </p:txBody>
      </p:sp>
      <p:sp>
        <p:nvSpPr>
          <p:cNvPr id="6" name="content-3">
            <a:extLst xmlns:a="http://schemas.openxmlformats.org/drawingml/2006/main">
              <a:ext uri="{FF2B5EF4-FFF2-40B4-BE49-F238E27FC236}">
                <a16:creationId xmlns:a16="http://schemas.microsoft.com/office/drawing/2014/main" id="{F154C341-74E4-43E3-8D89-DC65E476ADCF}"/>
              </a:ext>
            </a:extLst>
          </p:cNvPr>
          <p:cNvSpPr>
            <a:spLocks xmlns:a="http://schemas.openxmlformats.org/drawingml/2006/main" noGrp="1"/>
          </p:cNvSpPr>
          <p:nvPr/>
        </p:nvSpPr>
        <p:spPr>
          <a:xfrm xmlns:a="http://schemas.openxmlformats.org/drawingml/2006/main">
            <a:off x="666750" y="21717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One suitable choice is RC=10^-4 s (for example R=10 kOhm and C=10 nF):</a:t>
            </a:r>
          </a:p>
        </p:txBody>
      </p:sp>
      <p:sp>
        <p:nvSpPr>
          <p:cNvPr id="7" name="content-5">
            <a:extLst xmlns:a="http://schemas.openxmlformats.org/drawingml/2006/main">
              <a:ext uri="{FF2B5EF4-FFF2-40B4-BE49-F238E27FC236}">
                <a16:creationId xmlns:a16="http://schemas.microsoft.com/office/drawing/2014/main" id="{62866869-CED8-448C-B682-78DE7873FC67}"/>
              </a:ext>
            </a:extLst>
          </p:cNvPr>
          <p:cNvSpPr>
            <a:spLocks xmlns:a="http://schemas.openxmlformats.org/drawingml/2006/main" noGrp="1"/>
          </p:cNvSpPr>
          <p:nvPr/>
        </p:nvSpPr>
        <p:spPr>
          <a:xfrm xmlns:a="http://schemas.openxmlformats.org/drawingml/2006/main">
            <a:off x="666750" y="27241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circuit response is H_RC(f)=j2 pi f RC/(1+j2 pi f RC), approximately RC times an ideal differentiator in the chosen band. Its known</a:t>
            </a:r>
          </a:p>
        </p:txBody>
      </p:sp>
      <p:sp>
        <p:nvSpPr>
          <p:cNvPr id="8" name="content-6">
            <a:extLst xmlns:a="http://schemas.openxmlformats.org/drawingml/2006/main">
              <a:ext uri="{FF2B5EF4-FFF2-40B4-BE49-F238E27FC236}">
                <a16:creationId xmlns:a16="http://schemas.microsoft.com/office/drawing/2014/main" id="{7562B88D-67F6-4958-A863-9027F78C5AE8}"/>
              </a:ext>
            </a:extLst>
          </p:cNvPr>
          <p:cNvSpPr>
            <a:spLocks xmlns:a="http://schemas.openxmlformats.org/drawingml/2006/main" noGrp="1"/>
          </p:cNvSpPr>
          <p:nvPr/>
        </p:nvSpPr>
        <p:spPr>
          <a:xfrm xmlns:a="http://schemas.openxmlformats.org/drawingml/2006/main">
            <a:off x="666750" y="29527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RC gain must be removed if recovering calibrated message amplitudes. Also f_i=400+40 cos(20 pi t)&gt;0, so the differentiated envelope does</a:t>
            </a:r>
          </a:p>
        </p:txBody>
      </p:sp>
      <p:sp>
        <p:nvSpPr>
          <p:cNvPr id="9" name="content-7">
            <a:extLst xmlns:a="http://schemas.openxmlformats.org/drawingml/2006/main">
              <a:ext uri="{FF2B5EF4-FFF2-40B4-BE49-F238E27FC236}">
                <a16:creationId xmlns:a16="http://schemas.microsoft.com/office/drawing/2014/main" id="{790DC2C2-ABBB-4252-BA8A-AC5F84B0E580}"/>
              </a:ext>
            </a:extLst>
          </p:cNvPr>
          <p:cNvSpPr>
            <a:spLocks xmlns:a="http://schemas.openxmlformats.org/drawingml/2006/main" noGrp="1"/>
          </p:cNvSpPr>
          <p:nvPr/>
        </p:nvSpPr>
        <p:spPr>
          <a:xfrm xmlns:a="http://schemas.openxmlformats.org/drawingml/2006/main">
            <a:off x="666750" y="3181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not fold in this example.</a:t>
            </a:r>
          </a:p>
        </p:txBody>
      </p:sp>
      <p:sp>
        <p:nvSpPr>
          <p:cNvPr id="10" name="content-8">
            <a:extLst xmlns:a="http://schemas.openxmlformats.org/drawingml/2006/main">
              <a:ext uri="{FF2B5EF4-FFF2-40B4-BE49-F238E27FC236}">
                <a16:creationId xmlns:a16="http://schemas.microsoft.com/office/drawing/2014/main" id="{71DFD923-2121-4271-B187-F81D57A7E49E}"/>
              </a:ext>
            </a:extLst>
          </p:cNvPr>
          <p:cNvSpPr>
            <a:spLocks xmlns:a="http://schemas.openxmlformats.org/drawingml/2006/main" noGrp="1"/>
          </p:cNvSpPr>
          <p:nvPr/>
        </p:nvSpPr>
        <p:spPr>
          <a:xfrm xmlns:a="http://schemas.openxmlformats.org/drawingml/2006/main">
            <a:off x="666750" y="3409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450 Hz is an estimated occupied-band edge, not a strict maximum FM spectral frequency; small tails remain beyond Carson's band. The</a:t>
            </a:r>
          </a:p>
        </p:txBody>
      </p:sp>
      <p:sp>
        <p:nvSpPr>
          <p:cNvPr id="11" name="content-9">
            <a:extLst xmlns:a="http://schemas.openxmlformats.org/drawingml/2006/main">
              <a:ext uri="{FF2B5EF4-FFF2-40B4-BE49-F238E27FC236}">
                <a16:creationId xmlns:a16="http://schemas.microsoft.com/office/drawing/2014/main" id="{42C7A4DD-931B-4E83-B423-3E1C8D8912DB}"/>
              </a:ext>
            </a:extLst>
          </p:cNvPr>
          <p:cNvSpPr>
            <a:spLocks xmlns:a="http://schemas.openxmlformats.org/drawingml/2006/main" noGrp="1"/>
          </p:cNvSpPr>
          <p:nvPr/>
        </p:nvSpPr>
        <p:spPr>
          <a:xfrm xmlns:a="http://schemas.openxmlformats.org/drawingml/2006/main">
            <a:off x="666750" y="36385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factor-three criterion is the specified engineering tolerance, not an exact mathematical equivalence to 'much smaller'.</a:t>
            </a:r>
          </a:p>
        </p:txBody>
      </p:sp>
      <p:pic>
        <p:nvPicPr>
          <p:cNvPr id="14" name="content-1" descr="3(2\pi f_{\mathrm{high}}RC)&lt;1\quad\Longrightarrow\quad RC&lt;\frac1{6\pi(450)}\,\mathrm{s}">
            <a:extLst xmlns:a="http://schemas.openxmlformats.org/drawingml/2006/main">
              <a:ext uri="{FF2B5EF4-FFF2-40B4-BE49-F238E27FC236}">
                <a16:creationId xmlns:a16="http://schemas.microsoft.com/office/drawing/2014/main" id="{54AC1E60-F58A-4C9F-B79D-44C4A77EF35D}"/>
              </a:ext>
            </a:extLst>
          </p:cNvPr>
          <p:cNvPicPr>
            <a:picLocks xmlns:a="http://schemas.openxmlformats.org/drawingml/2006/main" noChangeAspect="1"/>
          </p:cNvPicPr>
          <p:nvPr/>
        </p:nvPicPr>
        <p:blipFill>
          <a:blip xmlns:r="http://schemas.openxmlformats.org/officeDocument/2006/relationships" xmlns:a="http://schemas.openxmlformats.org/drawingml/2006/main" r:embed="Rfb01ee2e5532400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531144"/>
            <a:ext cx="3905250" cy="271463"/>
          </a:xfrm>
          <a:prstGeom xmlns:a="http://schemas.openxmlformats.org/drawingml/2006/main" prst="rect">
            <a:avLst/>
          </a:prstGeom>
        </p:spPr>
      </p:pic>
      <p:pic>
        <p:nvPicPr>
          <p:cNvPr id="15" name="content-2" descr="RC&lt;1.1789\times10^{-4}\,\mathrm{s}.">
            <a:extLst xmlns:a="http://schemas.openxmlformats.org/drawingml/2006/main">
              <a:ext uri="{FF2B5EF4-FFF2-40B4-BE49-F238E27FC236}">
                <a16:creationId xmlns:a16="http://schemas.microsoft.com/office/drawing/2014/main" id="{C53466AC-0C5C-4B70-B99E-8226BEFF709C}"/>
              </a:ext>
            </a:extLst>
          </p:cNvPr>
          <p:cNvPicPr>
            <a:picLocks xmlns:a="http://schemas.openxmlformats.org/drawingml/2006/main" noChangeAspect="1"/>
          </p:cNvPicPr>
          <p:nvPr/>
        </p:nvPicPr>
        <p:blipFill>
          <a:blip xmlns:r="http://schemas.openxmlformats.org/officeDocument/2006/relationships" xmlns:a="http://schemas.openxmlformats.org/drawingml/2006/main" r:embed="R8ed0d24d1061457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917502"/>
            <a:ext cx="2114550" cy="184547"/>
          </a:xfrm>
          <a:prstGeom xmlns:a="http://schemas.openxmlformats.org/drawingml/2006/main" prst="rect">
            <a:avLst/>
          </a:prstGeom>
        </p:spPr>
      </p:pic>
      <p:pic>
        <p:nvPicPr>
          <p:cNvPr id="16" name="content-4" descr="3(2\pi\cdot450\cdot10^{-4})\approx0.8482&lt;1.">
            <a:extLst xmlns:a="http://schemas.openxmlformats.org/drawingml/2006/main">
              <a:ext uri="{FF2B5EF4-FFF2-40B4-BE49-F238E27FC236}">
                <a16:creationId xmlns:a16="http://schemas.microsoft.com/office/drawing/2014/main" id="{5AB0166A-BCF8-4DEA-9498-59D67F4BE368}"/>
              </a:ext>
            </a:extLst>
          </p:cNvPr>
          <p:cNvPicPr>
            <a:picLocks xmlns:a="http://schemas.openxmlformats.org/drawingml/2006/main" noChangeAspect="1"/>
          </p:cNvPicPr>
          <p:nvPr/>
        </p:nvPicPr>
        <p:blipFill>
          <a:blip xmlns:r="http://schemas.openxmlformats.org/officeDocument/2006/relationships" xmlns:a="http://schemas.openxmlformats.org/drawingml/2006/main" r:embed="R030c61ce8917476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2439591"/>
            <a:ext cx="2971800" cy="207169"/>
          </a:xfrm>
          <a:prstGeom xmlns:a="http://schemas.openxmlformats.org/drawingml/2006/main" prst="rect">
            <a:avLst/>
          </a:prstGeom>
        </p:spPr>
      </p:pic>
    </p:spTree>
    <p:extLst>
      <p:ext uri="{BB962C8B-B14F-4D97-AF65-F5344CB8AC3E}">
        <p14:creationId xmlns:p14="http://schemas.microsoft.com/office/powerpoint/2010/main" val="53756602"/>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16: Nyquist rates and sampled spectra: sinc versus a boundary sine (1/3)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6925196-59DF-4E4F-BA15-22728801FA63}"/>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0BBAF580-E4D5-49C6-AA8B-46FE22C8A9D8}"/>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CC98B179-F190-46E6-8042-C6748F109282}"/>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each message below, determine its bandwidth and nominal Nyquist rate, then sketch the magnitude spectrum after ideal impulse</a:t>
            </a:r>
          </a:p>
        </p:txBody>
      </p:sp>
      <p:sp>
        <p:nvSpPr>
          <p:cNvPr id="7" name="content-2">
            <a:extLst xmlns:a="http://schemas.openxmlformats.org/drawingml/2006/main">
              <a:ext uri="{FF2B5EF4-FFF2-40B4-BE49-F238E27FC236}">
                <a16:creationId xmlns:a16="http://schemas.microsoft.com/office/drawing/2014/main" id="{D5F257CE-77D4-4BB5-A0EF-98866595FA83}"/>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sampling. Include the cases above, at and below the nominal rate. Samples are taken at t=nT_s with zero time offset.</a:t>
            </a:r>
          </a:p>
        </p:txBody>
      </p:sp>
      <p:sp>
        <p:nvSpPr>
          <p:cNvPr id="9" name="content-6">
            <a:extLst xmlns:a="http://schemas.openxmlformats.org/drawingml/2006/main">
              <a:ext uri="{FF2B5EF4-FFF2-40B4-BE49-F238E27FC236}">
                <a16:creationId xmlns:a16="http://schemas.microsoft.com/office/drawing/2014/main" id="{D8EA4ECD-72F2-4423-B79D-EFD88BAD4C51}"/>
              </a:ext>
            </a:extLst>
          </p:cNvPr>
          <p:cNvSpPr>
            <a:spLocks xmlns:a="http://schemas.openxmlformats.org/drawingml/2006/main" noGrp="1"/>
          </p:cNvSpPr>
          <p:nvPr/>
        </p:nvSpPr>
        <p:spPr>
          <a:xfrm xmlns:a="http://schemas.openxmlformats.org/drawingml/2006/main">
            <a:off x="666750" y="28098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0" name="content-6-line">
            <a:extLst xmlns:a="http://schemas.openxmlformats.org/drawingml/2006/main">
              <a:ext uri="{FF2B5EF4-FFF2-40B4-BE49-F238E27FC236}">
                <a16:creationId xmlns:a16="http://schemas.microsoft.com/office/drawing/2014/main" id="{A6A24C00-C7E6-4FA3-9F8D-5A95EA7A0E7C}"/>
              </a:ext>
            </a:extLst>
          </p:cNvPr>
          <p:cNvSpPr>
            <a:spLocks xmlns:a="http://schemas.openxmlformats.org/drawingml/2006/main" noGrp="1"/>
          </p:cNvSpPr>
          <p:nvPr/>
        </p:nvSpPr>
        <p:spPr>
          <a:xfrm xmlns:a="http://schemas.openxmlformats.org/drawingml/2006/main">
            <a:off x="1762125" y="29527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1" name="content-7">
            <a:extLst xmlns:a="http://schemas.openxmlformats.org/drawingml/2006/main">
              <a:ext uri="{FF2B5EF4-FFF2-40B4-BE49-F238E27FC236}">
                <a16:creationId xmlns:a16="http://schemas.microsoft.com/office/drawing/2014/main" id="{AFF561FB-2400-4CE6-813F-51A613A33A0A}"/>
              </a:ext>
            </a:extLst>
          </p:cNvPr>
          <p:cNvSpPr>
            <a:spLocks xmlns:a="http://schemas.openxmlformats.org/drawingml/2006/main" noGrp="1"/>
          </p:cNvSpPr>
          <p:nvPr/>
        </p:nvSpPr>
        <p:spPr>
          <a:xfrm xmlns:a="http://schemas.openxmlformats.org/drawingml/2006/main">
            <a:off x="666750" y="3067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ideal impulse sampling, form and sum the signed/complex spectral copies before taking magnitude:</a:t>
            </a:r>
          </a:p>
        </p:txBody>
      </p:sp>
      <p:sp>
        <p:nvSpPr>
          <p:cNvPr id="12" name="content-10">
            <a:extLst xmlns:a="http://schemas.openxmlformats.org/drawingml/2006/main">
              <a:ext uri="{FF2B5EF4-FFF2-40B4-BE49-F238E27FC236}">
                <a16:creationId xmlns:a16="http://schemas.microsoft.com/office/drawing/2014/main" id="{1F0A4C1E-9618-4DA3-BCAE-5B49DD9A02F5}"/>
              </a:ext>
            </a:extLst>
          </p:cNvPr>
          <p:cNvSpPr>
            <a:spLocks xmlns:a="http://schemas.openxmlformats.org/drawingml/2006/main" noGrp="1"/>
          </p:cNvSpPr>
          <p:nvPr/>
        </p:nvSpPr>
        <p:spPr>
          <a:xfrm xmlns:a="http://schemas.openxmlformats.org/drawingml/2006/main">
            <a:off x="666750" y="40195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The sinc transform is a rectangle:</a:t>
            </a:r>
          </a:p>
        </p:txBody>
      </p:sp>
      <p:sp>
        <p:nvSpPr>
          <p:cNvPr id="13" name="content-12">
            <a:extLst xmlns:a="http://schemas.openxmlformats.org/drawingml/2006/main">
              <a:ext uri="{FF2B5EF4-FFF2-40B4-BE49-F238E27FC236}">
                <a16:creationId xmlns:a16="http://schemas.microsoft.com/office/drawing/2014/main" id="{6CA53042-B385-4D5B-93BE-F8CB01C82727}"/>
              </a:ext>
            </a:extLst>
          </p:cNvPr>
          <p:cNvSpPr>
            <a:spLocks xmlns:a="http://schemas.openxmlformats.org/drawingml/2006/main" noGrp="1"/>
          </p:cNvSpPr>
          <p:nvPr/>
        </p:nvSpPr>
        <p:spPr>
          <a:xfrm xmlns:a="http://schemas.openxmlformats.org/drawingml/2006/main">
            <a:off x="666750" y="46101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Each replicated rectangle has width 1000 Hz and height f_s T. At f_s=1500 Hz they are separated; at 1000 Hz their edges touch (no impulse</a:t>
            </a:r>
          </a:p>
        </p:txBody>
      </p:sp>
      <p:sp>
        <p:nvSpPr>
          <p:cNvPr id="14" name="content-13">
            <a:extLst xmlns:a="http://schemas.openxmlformats.org/drawingml/2006/main">
              <a:ext uri="{FF2B5EF4-FFF2-40B4-BE49-F238E27FC236}">
                <a16:creationId xmlns:a16="http://schemas.microsoft.com/office/drawing/2014/main" id="{A74FBC68-6E66-448D-AD64-8A554AF2533D}"/>
              </a:ext>
            </a:extLst>
          </p:cNvPr>
          <p:cNvSpPr>
            <a:spLocks xmlns:a="http://schemas.openxmlformats.org/drawingml/2006/main" noGrp="1"/>
          </p:cNvSpPr>
          <p:nvPr/>
        </p:nvSpPr>
        <p:spPr>
          <a:xfrm xmlns:a="http://schemas.openxmlformats.org/drawingml/2006/main">
            <a:off x="666750" y="48387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energy at the edges); at 750 Hz they overlap and alias. The following plots show the actual summed magnitude, not independent unadded</a:t>
            </a:r>
          </a:p>
        </p:txBody>
      </p:sp>
      <p:sp>
        <p:nvSpPr>
          <p:cNvPr id="15" name="content-14">
            <a:extLst xmlns:a="http://schemas.openxmlformats.org/drawingml/2006/main">
              <a:ext uri="{FF2B5EF4-FFF2-40B4-BE49-F238E27FC236}">
                <a16:creationId xmlns:a16="http://schemas.microsoft.com/office/drawing/2014/main" id="{15D37ECD-6FB1-404C-A5A0-96C154CC5A7D}"/>
              </a:ext>
            </a:extLst>
          </p:cNvPr>
          <p:cNvSpPr>
            <a:spLocks xmlns:a="http://schemas.openxmlformats.org/drawingml/2006/main" noGrp="1"/>
          </p:cNvSpPr>
          <p:nvPr/>
        </p:nvSpPr>
        <p:spPr>
          <a:xfrm xmlns:a="http://schemas.openxmlformats.org/drawingml/2006/main">
            <a:off x="666750" y="506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copies:</a:t>
            </a:r>
          </a:p>
        </p:txBody>
      </p:sp>
      <p:pic>
        <p:nvPicPr>
          <p:cNvPr id="16" name="content-4" descr="\text{(a)}\quad m(t)=\operatorname{sinc}(t/T),\quad T=0.001\,\mathrm{s}.">
            <a:extLst xmlns:a="http://schemas.openxmlformats.org/drawingml/2006/main">
              <a:ext uri="{FF2B5EF4-FFF2-40B4-BE49-F238E27FC236}">
                <a16:creationId xmlns:a16="http://schemas.microsoft.com/office/drawing/2014/main" id="{CE36C1EC-A095-4782-A744-46CB7367FBFC}"/>
              </a:ext>
            </a:extLst>
          </p:cNvPr>
          <p:cNvPicPr>
            <a:picLocks xmlns:a="http://schemas.openxmlformats.org/drawingml/2006/main" noChangeAspect="1"/>
          </p:cNvPicPr>
          <p:nvPr/>
        </p:nvPicPr>
        <p:blipFill>
          <a:blip xmlns:r="http://schemas.openxmlformats.org/officeDocument/2006/relationships" xmlns:a="http://schemas.openxmlformats.org/drawingml/2006/main" r:embed="R3f5241922313483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238375"/>
            <a:ext cx="3543300" cy="190500"/>
          </a:xfrm>
          <a:prstGeom xmlns:a="http://schemas.openxmlformats.org/drawingml/2006/main" prst="rect">
            <a:avLst/>
          </a:prstGeom>
        </p:spPr>
      </p:pic>
      <p:pic>
        <p:nvPicPr>
          <p:cNvPr id="17" name="content-5" descr="\text{(b)}\quad m(t)=\sin(2\pi f_0t),\quad f_0=10\,\mathrm{kHz}.">
            <a:extLst xmlns:a="http://schemas.openxmlformats.org/drawingml/2006/main">
              <a:ext uri="{FF2B5EF4-FFF2-40B4-BE49-F238E27FC236}">
                <a16:creationId xmlns:a16="http://schemas.microsoft.com/office/drawing/2014/main" id="{63BD807A-1294-4B9B-8BA9-8220C9714077}"/>
              </a:ext>
            </a:extLst>
          </p:cNvPr>
          <p:cNvPicPr>
            <a:picLocks xmlns:a="http://schemas.openxmlformats.org/drawingml/2006/main" noChangeAspect="1"/>
          </p:cNvPicPr>
          <p:nvPr/>
        </p:nvPicPr>
        <p:blipFill>
          <a:blip xmlns:r="http://schemas.openxmlformats.org/officeDocument/2006/relationships" xmlns:a="http://schemas.openxmlformats.org/drawingml/2006/main" r:embed="R923783c055354bb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543770"/>
            <a:ext cx="3619500" cy="189309"/>
          </a:xfrm>
          <a:prstGeom xmlns:a="http://schemas.openxmlformats.org/drawingml/2006/main" prst="rect">
            <a:avLst/>
          </a:prstGeom>
        </p:spPr>
      </p:pic>
      <p:pic>
        <p:nvPicPr>
          <p:cNvPr id="18" name="content-8" descr="m_\delta(t)=\sum_{n=-\infty}^{\infty}m(nT_s)\delta(t-nT_s),">
            <a:extLst xmlns:a="http://schemas.openxmlformats.org/drawingml/2006/main">
              <a:ext uri="{FF2B5EF4-FFF2-40B4-BE49-F238E27FC236}">
                <a16:creationId xmlns:a16="http://schemas.microsoft.com/office/drawing/2014/main" id="{FA93E290-5C8D-463F-9373-6F3ED4029DD2}"/>
              </a:ext>
            </a:extLst>
          </p:cNvPr>
          <p:cNvPicPr>
            <a:picLocks xmlns:a="http://schemas.openxmlformats.org/drawingml/2006/main" noChangeAspect="1"/>
          </p:cNvPicPr>
          <p:nvPr/>
        </p:nvPicPr>
        <p:blipFill>
          <a:blip xmlns:r="http://schemas.openxmlformats.org/officeDocument/2006/relationships" xmlns:a="http://schemas.openxmlformats.org/drawingml/2006/main" r:embed="Ra8f2e452040b4f0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339703"/>
            <a:ext cx="3352800" cy="235744"/>
          </a:xfrm>
          <a:prstGeom xmlns:a="http://schemas.openxmlformats.org/drawingml/2006/main" prst="rect">
            <a:avLst/>
          </a:prstGeom>
        </p:spPr>
      </p:pic>
      <p:pic>
        <p:nvPicPr>
          <p:cNvPr id="19" name="content-9" descr="M_\delta(f)=f_s\sum_{k=-\infty}^{\infty}M(f-kf_s).">
            <a:extLst xmlns:a="http://schemas.openxmlformats.org/drawingml/2006/main">
              <a:ext uri="{FF2B5EF4-FFF2-40B4-BE49-F238E27FC236}">
                <a16:creationId xmlns:a16="http://schemas.microsoft.com/office/drawing/2014/main" id="{40F7607A-A47D-4334-83DA-90BA0F602B55}"/>
              </a:ext>
            </a:extLst>
          </p:cNvPr>
          <p:cNvPicPr>
            <a:picLocks xmlns:a="http://schemas.openxmlformats.org/drawingml/2006/main" noChangeAspect="1"/>
          </p:cNvPicPr>
          <p:nvPr/>
        </p:nvPicPr>
        <p:blipFill>
          <a:blip xmlns:r="http://schemas.openxmlformats.org/officeDocument/2006/relationships" xmlns:a="http://schemas.openxmlformats.org/drawingml/2006/main" r:embed="R060d96e01c204c2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3701653"/>
            <a:ext cx="2857500" cy="235744"/>
          </a:xfrm>
          <a:prstGeom xmlns:a="http://schemas.openxmlformats.org/drawingml/2006/main" prst="rect">
            <a:avLst/>
          </a:prstGeom>
        </p:spPr>
      </p:pic>
      <p:pic>
        <p:nvPicPr>
          <p:cNvPr id="20" name="content-11" descr="M(f)=T\operatorname{rect}(fT),\quad W=\frac1{2T}=500\,\mathrm{Hz},\quad f_{\mathrm{Nyquist}}=2W=1000\,\mathrm{samples/s}.">
            <a:extLst xmlns:a="http://schemas.openxmlformats.org/drawingml/2006/main">
              <a:ext uri="{FF2B5EF4-FFF2-40B4-BE49-F238E27FC236}">
                <a16:creationId xmlns:a16="http://schemas.microsoft.com/office/drawing/2014/main" id="{7A010215-6C62-4C99-B329-D8F5846623FE}"/>
              </a:ext>
            </a:extLst>
          </p:cNvPr>
          <p:cNvPicPr>
            <a:picLocks xmlns:a="http://schemas.openxmlformats.org/drawingml/2006/main" noChangeAspect="1"/>
          </p:cNvPicPr>
          <p:nvPr/>
        </p:nvPicPr>
        <p:blipFill>
          <a:blip xmlns:r="http://schemas.openxmlformats.org/officeDocument/2006/relationships" xmlns:a="http://schemas.openxmlformats.org/drawingml/2006/main" r:embed="R03875786349a4eb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81050" y="4291608"/>
            <a:ext cx="7086600" cy="236934"/>
          </a:xfrm>
          <a:prstGeom xmlns:a="http://schemas.openxmlformats.org/drawingml/2006/main" prst="rect">
            <a:avLst/>
          </a:prstGeom>
        </p:spPr>
      </p:pic>
    </p:spTree>
    <p:extLst>
      <p:ext uri="{BB962C8B-B14F-4D97-AF65-F5344CB8AC3E}">
        <p14:creationId xmlns:p14="http://schemas.microsoft.com/office/powerpoint/2010/main" val="2126535919"/>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16: Nyquist rates and sampled spectra: sinc versus a boundary sine (2/3)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E3130A2-A7C1-44BC-9711-A9D1CE3D5ED5}"/>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0" descr="Redrawn exercise diagram; not a source-page screenshot.">
            <a:extLst xmlns:a="http://schemas.openxmlformats.org/drawingml/2006/main">
              <a:ext uri="{FF2B5EF4-FFF2-40B4-BE49-F238E27FC236}">
                <a16:creationId xmlns:a16="http://schemas.microsoft.com/office/drawing/2014/main" id="{4E1DD5B1-8B0D-4EB0-85C1-0CA2800F57D1}"/>
              </a:ext>
            </a:extLst>
          </p:cNvPr>
          <p:cNvPicPr>
            <a:picLocks xmlns:a="http://schemas.openxmlformats.org/drawingml/2006/main" noChangeAspect="1"/>
          </p:cNvPicPr>
          <p:nvPr/>
        </p:nvPicPr>
        <p:blipFill>
          <a:blip xmlns:r="http://schemas.openxmlformats.org/officeDocument/2006/relationships" xmlns:a="http://schemas.openxmlformats.org/drawingml/2006/main" r:embed="R907c74f8310746a2"/>
          <a:stretch xmlns:a="http://schemas.openxmlformats.org/drawingml/2006/main"/>
        </p:blipFill>
        <p:spPr>
          <a:xfrm xmlns:a="http://schemas.openxmlformats.org/drawingml/2006/main">
            <a:off x="1742182" y="1257300"/>
            <a:ext cx="8802887" cy="2333625"/>
          </a:xfrm>
          <a:prstGeom xmlns:a="http://schemas.openxmlformats.org/drawingml/2006/main" prst="rect">
            <a:avLst/>
          </a:prstGeom>
        </p:spPr>
      </p:pic>
      <p:sp>
        <p:nvSpPr>
          <p:cNvPr id="6" name="content-1">
            <a:extLst xmlns:a="http://schemas.openxmlformats.org/drawingml/2006/main">
              <a:ext uri="{FF2B5EF4-FFF2-40B4-BE49-F238E27FC236}">
                <a16:creationId xmlns:a16="http://schemas.microsoft.com/office/drawing/2014/main" id="{FCD0B2E4-D91C-4C24-91F4-0E29A7D99506}"/>
              </a:ext>
            </a:extLst>
          </p:cNvPr>
          <p:cNvSpPr>
            <a:spLocks xmlns:a="http://schemas.openxmlformats.org/drawingml/2006/main" noGrp="1"/>
          </p:cNvSpPr>
          <p:nvPr/>
        </p:nvSpPr>
        <p:spPr>
          <a:xfrm xmlns:a="http://schemas.openxmlformats.org/drawingml/2006/main">
            <a:off x="666750" y="3648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At f_s=1000 Hz, m(nT_s)=sinc(n) is zero except at n=0, so m_delta(t)=delta(t) and M_delta(f)=1. This edge-touching example remains</a:t>
            </a:r>
          </a:p>
        </p:txBody>
      </p:sp>
      <p:sp>
        <p:nvSpPr>
          <p:cNvPr id="7" name="content-2">
            <a:extLst xmlns:a="http://schemas.openxmlformats.org/drawingml/2006/main">
              <a:ext uri="{FF2B5EF4-FFF2-40B4-BE49-F238E27FC236}">
                <a16:creationId xmlns:a16="http://schemas.microsoft.com/office/drawing/2014/main" id="{67458080-16B5-42B8-B71A-F9928BCCFB76}"/>
              </a:ext>
            </a:extLst>
          </p:cNvPr>
          <p:cNvSpPr>
            <a:spLocks xmlns:a="http://schemas.openxmlformats.org/drawingml/2006/main" noGrp="1"/>
          </p:cNvSpPr>
          <p:nvPr/>
        </p:nvSpPr>
        <p:spPr>
          <a:xfrm xmlns:a="http://schemas.openxmlformats.org/drawingml/2006/main">
            <a:off x="666750" y="3876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reconstructible by an ideal LPF of gain T_s.</a:t>
            </a:r>
          </a:p>
        </p:txBody>
      </p:sp>
      <p:sp>
        <p:nvSpPr>
          <p:cNvPr id="8" name="content-3">
            <a:extLst xmlns:a="http://schemas.openxmlformats.org/drawingml/2006/main">
              <a:ext uri="{FF2B5EF4-FFF2-40B4-BE49-F238E27FC236}">
                <a16:creationId xmlns:a16="http://schemas.microsoft.com/office/drawing/2014/main" id="{0E8515CE-3386-4287-9BAE-2C46FB977FBF}"/>
              </a:ext>
            </a:extLst>
          </p:cNvPr>
          <p:cNvSpPr>
            <a:spLocks xmlns:a="http://schemas.openxmlformats.org/drawingml/2006/main" noGrp="1"/>
          </p:cNvSpPr>
          <p:nvPr/>
        </p:nvSpPr>
        <p:spPr>
          <a:xfrm xmlns:a="http://schemas.openxmlformats.org/drawingml/2006/main">
            <a:off x="666750" y="4105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The sine has spectral lines at +/-f_0:</a:t>
            </a:r>
          </a:p>
        </p:txBody>
      </p:sp>
      <p:pic>
        <p:nvPicPr>
          <p:cNvPr id="9" name="content-4" descr="M(f)=\frac1{2j}\{\delta(f-f_0)-\delta(f+f_0)\},">
            <a:extLst xmlns:a="http://schemas.openxmlformats.org/drawingml/2006/main">
              <a:ext uri="{FF2B5EF4-FFF2-40B4-BE49-F238E27FC236}">
                <a16:creationId xmlns:a16="http://schemas.microsoft.com/office/drawing/2014/main" id="{F35F44F6-F85C-4477-B009-07481F6623FA}"/>
              </a:ext>
            </a:extLst>
          </p:cNvPr>
          <p:cNvPicPr>
            <a:picLocks xmlns:a="http://schemas.openxmlformats.org/drawingml/2006/main" noChangeAspect="1"/>
          </p:cNvPicPr>
          <p:nvPr/>
        </p:nvPicPr>
        <p:blipFill>
          <a:blip xmlns:r="http://schemas.openxmlformats.org/officeDocument/2006/relationships" xmlns:a="http://schemas.openxmlformats.org/drawingml/2006/main" r:embed="R318c07041a294d6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4383286"/>
            <a:ext cx="3086100" cy="263128"/>
          </a:xfrm>
          <a:prstGeom xmlns:a="http://schemas.openxmlformats.org/drawingml/2006/main" prst="rect">
            <a:avLst/>
          </a:prstGeom>
        </p:spPr>
      </p:pic>
      <p:pic>
        <p:nvPicPr>
          <p:cNvPr id="10" name="content-5" descr="W=f_0=10\,\mathrm{kHz},\qquad f_{\mathrm{Nyquist}}=20\,\mathrm{ksamples/s}.">
            <a:extLst xmlns:a="http://schemas.openxmlformats.org/drawingml/2006/main">
              <a:ext uri="{FF2B5EF4-FFF2-40B4-BE49-F238E27FC236}">
                <a16:creationId xmlns:a16="http://schemas.microsoft.com/office/drawing/2014/main" id="{6F9CB701-5E74-40CD-89C8-5607F7765C80}"/>
              </a:ext>
            </a:extLst>
          </p:cNvPr>
          <p:cNvPicPr>
            <a:picLocks xmlns:a="http://schemas.openxmlformats.org/drawingml/2006/main" noChangeAspect="1"/>
          </p:cNvPicPr>
          <p:nvPr/>
        </p:nvPicPr>
        <p:blipFill>
          <a:blip xmlns:r="http://schemas.openxmlformats.org/officeDocument/2006/relationships" xmlns:a="http://schemas.openxmlformats.org/drawingml/2006/main" r:embed="R77ede47d458945d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4769048"/>
            <a:ext cx="4476750" cy="196453"/>
          </a:xfrm>
          <a:prstGeom xmlns:a="http://schemas.openxmlformats.org/drawingml/2006/main" prst="rect">
            <a:avLst/>
          </a:prstGeom>
        </p:spPr>
      </p:pic>
    </p:spTree>
    <p:extLst>
      <p:ext uri="{BB962C8B-B14F-4D97-AF65-F5344CB8AC3E}">
        <p14:creationId xmlns:p14="http://schemas.microsoft.com/office/powerpoint/2010/main" val="93369896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16: Nyquist rates and sampled spectra: sinc versus a boundary sine (3/3)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AC7730F-CDF3-4DAF-A683-3D3B9651793A}"/>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21755E76-D3BB-4CEA-85E6-D3D9146F28D5}"/>
              </a:ext>
            </a:extLst>
          </p:cNvPr>
          <p:cNvSpPr>
            <a:spLocks xmlns:a="http://schemas.openxmlformats.org/drawingml/2006/main" noGrp="1"/>
          </p:cNvSpPr>
          <p:nvPr/>
        </p:nvSpPr>
        <p:spPr>
          <a:xfrm xmlns:a="http://schemas.openxmlformats.org/drawingml/2006/main">
            <a:off x="666750" y="1257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a nondegenerate illustration choose f_s=30 kHz&gt;20 kHz. Then M_delta has lines at k f_s +/-10 kHz, with magnitude weight f_s/2 each.</a:t>
            </a:r>
          </a:p>
        </p:txBody>
      </p:sp>
      <p:sp>
        <p:nvSpPr>
          <p:cNvPr id="6" name="content-1">
            <a:extLst xmlns:a="http://schemas.openxmlformats.org/drawingml/2006/main">
              <a:ext uri="{FF2B5EF4-FFF2-40B4-BE49-F238E27FC236}">
                <a16:creationId xmlns:a16="http://schemas.microsoft.com/office/drawing/2014/main" id="{C9E5D898-D7FA-459F-BF3A-45C42CA4640E}"/>
              </a:ext>
            </a:extLst>
          </p:cNvPr>
          <p:cNvSpPr>
            <a:spLocks xmlns:a="http://schemas.openxmlformats.org/drawingml/2006/main" noGrp="1"/>
          </p:cNvSpPr>
          <p:nvPr/>
        </p:nvSpPr>
        <p:spPr>
          <a:xfrm xmlns:a="http://schemas.openxmlformats.org/drawingml/2006/main">
            <a:off x="666750" y="1485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At exactly f_s=20 kHz, however,</a:t>
            </a:r>
          </a:p>
        </p:txBody>
      </p:sp>
      <p:sp>
        <p:nvSpPr>
          <p:cNvPr id="7" name="content-3">
            <a:extLst xmlns:a="http://schemas.openxmlformats.org/drawingml/2006/main">
              <a:ext uri="{FF2B5EF4-FFF2-40B4-BE49-F238E27FC236}">
                <a16:creationId xmlns:a16="http://schemas.microsoft.com/office/drawing/2014/main" id="{BE508C25-ACD8-4362-9BDC-D8A5E3774A91}"/>
              </a:ext>
            </a:extLst>
          </p:cNvPr>
          <p:cNvSpPr>
            <a:spLocks xmlns:a="http://schemas.openxmlformats.org/drawingml/2006/main" noGrp="1"/>
          </p:cNvSpPr>
          <p:nvPr/>
        </p:nvSpPr>
        <p:spPr>
          <a:xfrm xmlns:a="http://schemas.openxmlformats.org/drawingml/2006/main">
            <a:off x="666750" y="2019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At that rate, opposite signed/imaginary contributions coincide and cancel; one must not add their magnitudes. Thus the nominal Nyquist</a:t>
            </a:r>
          </a:p>
        </p:txBody>
      </p:sp>
      <p:sp>
        <p:nvSpPr>
          <p:cNvPr id="8" name="content-4">
            <a:extLst xmlns:a="http://schemas.openxmlformats.org/drawingml/2006/main">
              <a:ext uri="{FF2B5EF4-FFF2-40B4-BE49-F238E27FC236}">
                <a16:creationId xmlns:a16="http://schemas.microsoft.com/office/drawing/2014/main" id="{CDA24712-DD16-4095-A85A-01003B1A69E6}"/>
              </a:ext>
            </a:extLst>
          </p:cNvPr>
          <p:cNvSpPr>
            <a:spLocks xmlns:a="http://schemas.openxmlformats.org/drawingml/2006/main" noGrp="1"/>
          </p:cNvSpPr>
          <p:nvPr/>
        </p:nvSpPr>
        <p:spPr>
          <a:xfrm xmlns:a="http://schemas.openxmlformats.org/drawingml/2006/main">
            <a:off x="666750" y="2247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rate is 20 kHz but a phase-independent sampling guarantee for this boundary tone needs f_s&gt;20 kHz.</a:t>
            </a:r>
          </a:p>
        </p:txBody>
      </p:sp>
      <p:pic>
        <p:nvPicPr>
          <p:cNvPr id="9" name="content-5" descr="Redrawn exercise diagram; not a source-page screenshot.">
            <a:extLst xmlns:a="http://schemas.openxmlformats.org/drawingml/2006/main">
              <a:ext uri="{FF2B5EF4-FFF2-40B4-BE49-F238E27FC236}">
                <a16:creationId xmlns:a16="http://schemas.microsoft.com/office/drawing/2014/main" id="{F5DB349F-34D4-4695-A972-C9A2116F389C}"/>
              </a:ext>
            </a:extLst>
          </p:cNvPr>
          <p:cNvPicPr>
            <a:picLocks xmlns:a="http://schemas.openxmlformats.org/drawingml/2006/main" noChangeAspect="1"/>
          </p:cNvPicPr>
          <p:nvPr/>
        </p:nvPicPr>
        <p:blipFill>
          <a:blip xmlns:r="http://schemas.openxmlformats.org/officeDocument/2006/relationships" xmlns:a="http://schemas.openxmlformats.org/drawingml/2006/main" r:embed="R6704e2deda234f1b"/>
          <a:stretch xmlns:a="http://schemas.openxmlformats.org/drawingml/2006/main"/>
        </p:blipFill>
        <p:spPr>
          <a:xfrm xmlns:a="http://schemas.openxmlformats.org/drawingml/2006/main">
            <a:off x="1738972" y="2476500"/>
            <a:ext cx="8809305" cy="2343150"/>
          </a:xfrm>
          <a:prstGeom xmlns:a="http://schemas.openxmlformats.org/drawingml/2006/main" prst="rect">
            <a:avLst/>
          </a:prstGeom>
        </p:spPr>
      </p:pic>
      <p:sp>
        <p:nvSpPr>
          <p:cNvPr id="10" name="content-6">
            <a:extLst xmlns:a="http://schemas.openxmlformats.org/drawingml/2006/main">
              <a:ext uri="{FF2B5EF4-FFF2-40B4-BE49-F238E27FC236}">
                <a16:creationId xmlns:a16="http://schemas.microsoft.com/office/drawing/2014/main" id="{00340F7D-F1E9-4EEF-A8DC-49CD694DF09C}"/>
              </a:ext>
            </a:extLst>
          </p:cNvPr>
          <p:cNvSpPr>
            <a:spLocks xmlns:a="http://schemas.openxmlformats.org/drawingml/2006/main" noGrp="1"/>
          </p:cNvSpPr>
          <p:nvPr/>
        </p:nvSpPr>
        <p:spPr>
          <a:xfrm xmlns:a="http://schemas.openxmlformats.org/drawingml/2006/main">
            <a:off x="666750" y="48768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a below-rate illustration f_s=15 kHz, m(nT_s)=sin(4 pi n/3)=-sin(2 pi n/3), indistinguishable from a negative 5 kHz sine sampled at</a:t>
            </a:r>
          </a:p>
        </p:txBody>
      </p:sp>
      <p:sp>
        <p:nvSpPr>
          <p:cNvPr id="11" name="content-7">
            <a:extLst xmlns:a="http://schemas.openxmlformats.org/drawingml/2006/main">
              <a:ext uri="{FF2B5EF4-FFF2-40B4-BE49-F238E27FC236}">
                <a16:creationId xmlns:a16="http://schemas.microsoft.com/office/drawing/2014/main" id="{E172BD0B-D9A5-4767-8607-0F951230EE41}"/>
              </a:ext>
            </a:extLst>
          </p:cNvPr>
          <p:cNvSpPr>
            <a:spLocks xmlns:a="http://schemas.openxmlformats.org/drawingml/2006/main" noGrp="1"/>
          </p:cNvSpPr>
          <p:nvPr/>
        </p:nvSpPr>
        <p:spPr>
          <a:xfrm xmlns:a="http://schemas.openxmlformats.org/drawingml/2006/main">
            <a:off x="666750" y="51054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that rate.</a:t>
            </a:r>
          </a:p>
        </p:txBody>
      </p:sp>
      <p:pic>
        <p:nvPicPr>
          <p:cNvPr id="12" name="content-2" descr="m(nT_s)=\sin(\pi n)=0\quad\text{for every integer }n,\qquad m_\delta=0,\quad M_\delta=0.">
            <a:extLst xmlns:a="http://schemas.openxmlformats.org/drawingml/2006/main">
              <a:ext uri="{FF2B5EF4-FFF2-40B4-BE49-F238E27FC236}">
                <a16:creationId xmlns:a16="http://schemas.microsoft.com/office/drawing/2014/main" id="{4BB0F967-9744-44EE-9D72-4EA919664947}"/>
              </a:ext>
            </a:extLst>
          </p:cNvPr>
          <p:cNvPicPr>
            <a:picLocks xmlns:a="http://schemas.openxmlformats.org/drawingml/2006/main" noChangeAspect="1"/>
          </p:cNvPicPr>
          <p:nvPr/>
        </p:nvPicPr>
        <p:blipFill>
          <a:blip xmlns:r="http://schemas.openxmlformats.org/officeDocument/2006/relationships" xmlns:a="http://schemas.openxmlformats.org/drawingml/2006/main" r:embed="R5070a3fe9f694bd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753195"/>
            <a:ext cx="6381750" cy="189309"/>
          </a:xfrm>
          <a:prstGeom xmlns:a="http://schemas.openxmlformats.org/drawingml/2006/main" prst="rect">
            <a:avLst/>
          </a:prstGeom>
        </p:spPr>
      </p:pic>
    </p:spTree>
    <p:extLst>
      <p:ext uri="{BB962C8B-B14F-4D97-AF65-F5344CB8AC3E}">
        <p14:creationId xmlns:p14="http://schemas.microsoft.com/office/powerpoint/2010/main" val="144579871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17: PAM of a sinc message at its nominal Nyquist rate (1/3)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EB329F3-E4DB-4368-8C36-07A51DBEC994}"/>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B5D64AD2-4AB2-43FE-B58F-18DFCB6746A2}"/>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B73E1E79-69E9-46BE-BC9B-47B660150EE9}"/>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Let m(t)=2 sinc(4t/T_0), with T_0&gt;0, and use a causal unit-height rectangular pulse h(t)=1 for 0&lt;=t&lt;T and zero otherwise.</a:t>
            </a:r>
          </a:p>
        </p:txBody>
      </p:sp>
      <p:sp>
        <p:nvSpPr>
          <p:cNvPr id="7" name="content-2">
            <a:extLst xmlns:a="http://schemas.openxmlformats.org/drawingml/2006/main">
              <a:ext uri="{FF2B5EF4-FFF2-40B4-BE49-F238E27FC236}">
                <a16:creationId xmlns:a16="http://schemas.microsoft.com/office/drawing/2014/main" id="{6764C8AC-2AE3-476D-8E76-5E40D94776E2}"/>
              </a:ext>
            </a:extLst>
          </p:cNvPr>
          <p:cNvSpPr>
            <a:spLocks xmlns:a="http://schemas.openxmlformats.org/drawingml/2006/main" noGrp="1"/>
          </p:cNvSpPr>
          <p:nvPr/>
        </p:nvSpPr>
        <p:spPr>
          <a:xfrm xmlns:a="http://schemas.openxmlformats.org/drawingml/2006/main">
            <a:off x="666750" y="1743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Sketch m(t) and derive its Fourier transform. (b) Determine its Nyquist rate, sample at that rate, and sketch m_delta(t) and its</a:t>
            </a:r>
          </a:p>
        </p:txBody>
      </p:sp>
      <p:sp>
        <p:nvSpPr>
          <p:cNvPr id="8" name="content-3">
            <a:extLst xmlns:a="http://schemas.openxmlformats.org/drawingml/2006/main">
              <a:ext uri="{FF2B5EF4-FFF2-40B4-BE49-F238E27FC236}">
                <a16:creationId xmlns:a16="http://schemas.microsoft.com/office/drawing/2014/main" id="{DF7223B1-B0FB-4765-92A1-48C8F0AC4013}"/>
              </a:ext>
            </a:extLst>
          </p:cNvPr>
          <p:cNvSpPr>
            <a:spLocks xmlns:a="http://schemas.openxmlformats.org/drawingml/2006/main" noGrp="1"/>
          </p:cNvSpPr>
          <p:nvPr/>
        </p:nvSpPr>
        <p:spPr>
          <a:xfrm xmlns:a="http://schemas.openxmlformats.org/drawingml/2006/main">
            <a:off x="666750" y="19716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magnitude spectrum. (c) Choose a suitable T and sketch the magnitude spectra of h(t) and the PAM signal s(t). (d) Determine the</a:t>
            </a:r>
          </a:p>
        </p:txBody>
      </p:sp>
      <p:sp>
        <p:nvSpPr>
          <p:cNvPr id="9" name="content-4">
            <a:extLst xmlns:a="http://schemas.openxmlformats.org/drawingml/2006/main">
              <a:ext uri="{FF2B5EF4-FFF2-40B4-BE49-F238E27FC236}">
                <a16:creationId xmlns:a16="http://schemas.microsoft.com/office/drawing/2014/main" id="{F266DF3D-C983-4C86-91F1-74E434FFF4C4}"/>
              </a:ext>
            </a:extLst>
          </p:cNvPr>
          <p:cNvSpPr>
            <a:spLocks xmlns:a="http://schemas.openxmlformats.org/drawingml/2006/main" noGrp="1"/>
          </p:cNvSpPr>
          <p:nvPr/>
        </p:nvSpPr>
        <p:spPr>
          <a:xfrm xmlns:a="http://schemas.openxmlformats.org/drawingml/2006/main">
            <a:off x="666750" y="22002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transmission bandwidth under the course's first-positive-null convention.</a:t>
            </a:r>
          </a:p>
        </p:txBody>
      </p:sp>
      <p:sp>
        <p:nvSpPr>
          <p:cNvPr id="10" name="content-5">
            <a:extLst xmlns:a="http://schemas.openxmlformats.org/drawingml/2006/main">
              <a:ext uri="{FF2B5EF4-FFF2-40B4-BE49-F238E27FC236}">
                <a16:creationId xmlns:a16="http://schemas.microsoft.com/office/drawing/2014/main" id="{8298BB01-5F09-4DCD-B28B-15B0E221F67D}"/>
              </a:ext>
            </a:extLst>
          </p:cNvPr>
          <p:cNvSpPr>
            <a:spLocks xmlns:a="http://schemas.openxmlformats.org/drawingml/2006/main" noGrp="1"/>
          </p:cNvSpPr>
          <p:nvPr/>
        </p:nvSpPr>
        <p:spPr>
          <a:xfrm xmlns:a="http://schemas.openxmlformats.org/drawingml/2006/main">
            <a:off x="666750" y="2428875"/>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5-line">
            <a:extLst xmlns:a="http://schemas.openxmlformats.org/drawingml/2006/main">
              <a:ext uri="{FF2B5EF4-FFF2-40B4-BE49-F238E27FC236}">
                <a16:creationId xmlns:a16="http://schemas.microsoft.com/office/drawing/2014/main" id="{F88BE0B1-B90E-4532-BCEC-CB4CAFA198C5}"/>
              </a:ext>
            </a:extLst>
          </p:cNvPr>
          <p:cNvSpPr>
            <a:spLocks xmlns:a="http://schemas.openxmlformats.org/drawingml/2006/main" noGrp="1"/>
          </p:cNvSpPr>
          <p:nvPr/>
        </p:nvSpPr>
        <p:spPr>
          <a:xfrm xmlns:a="http://schemas.openxmlformats.org/drawingml/2006/main">
            <a:off x="1762125" y="2571750"/>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6">
            <a:extLst xmlns:a="http://schemas.openxmlformats.org/drawingml/2006/main">
              <a:ext uri="{FF2B5EF4-FFF2-40B4-BE49-F238E27FC236}">
                <a16:creationId xmlns:a16="http://schemas.microsoft.com/office/drawing/2014/main" id="{43A314F1-49F9-4B16-A543-E7944EC5FB73}"/>
              </a:ext>
            </a:extLst>
          </p:cNvPr>
          <p:cNvSpPr>
            <a:spLocks xmlns:a="http://schemas.openxmlformats.org/drawingml/2006/main" noGrp="1"/>
          </p:cNvSpPr>
          <p:nvPr/>
        </p:nvSpPr>
        <p:spPr>
          <a:xfrm xmlns:a="http://schemas.openxmlformats.org/drawingml/2006/main">
            <a:off x="666750" y="26860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 Scale the normalized sinc transform pair:</a:t>
            </a:r>
          </a:p>
        </p:txBody>
      </p:sp>
      <p:pic>
        <p:nvPicPr>
          <p:cNvPr id="13" name="content-9" descr="Redrawn exercise diagram; not a source-page screenshot.">
            <a:extLst xmlns:a="http://schemas.openxmlformats.org/drawingml/2006/main">
              <a:ext uri="{FF2B5EF4-FFF2-40B4-BE49-F238E27FC236}">
                <a16:creationId xmlns:a16="http://schemas.microsoft.com/office/drawing/2014/main" id="{DBE21B52-F6A8-4FD2-A376-6ABE6155C51B}"/>
              </a:ext>
            </a:extLst>
          </p:cNvPr>
          <p:cNvPicPr>
            <a:picLocks xmlns:a="http://schemas.openxmlformats.org/drawingml/2006/main" noChangeAspect="1"/>
          </p:cNvPicPr>
          <p:nvPr/>
        </p:nvPicPr>
        <p:blipFill>
          <a:blip xmlns:r="http://schemas.openxmlformats.org/officeDocument/2006/relationships" xmlns:a="http://schemas.openxmlformats.org/drawingml/2006/main" r:embed="Rcba440f3286b460b"/>
          <a:stretch xmlns:a="http://schemas.openxmlformats.org/drawingml/2006/main"/>
        </p:blipFill>
        <p:spPr>
          <a:xfrm xmlns:a="http://schemas.openxmlformats.org/drawingml/2006/main">
            <a:off x="1730578" y="3676650"/>
            <a:ext cx="8826093" cy="2324100"/>
          </a:xfrm>
          <a:prstGeom xmlns:a="http://schemas.openxmlformats.org/drawingml/2006/main" prst="rect">
            <a:avLst/>
          </a:prstGeom>
        </p:spPr>
      </p:pic>
      <p:sp>
        <p:nvSpPr>
          <p:cNvPr id="14" name="content-10">
            <a:extLst xmlns:a="http://schemas.openxmlformats.org/drawingml/2006/main">
              <a:ext uri="{FF2B5EF4-FFF2-40B4-BE49-F238E27FC236}">
                <a16:creationId xmlns:a16="http://schemas.microsoft.com/office/drawing/2014/main" id="{714284E3-77B9-4017-BA05-2251EBA236E7}"/>
              </a:ext>
            </a:extLst>
          </p:cNvPr>
          <p:cNvSpPr>
            <a:spLocks xmlns:a="http://schemas.openxmlformats.org/drawingml/2006/main" noGrp="1"/>
          </p:cNvSpPr>
          <p:nvPr/>
        </p:nvSpPr>
        <p:spPr>
          <a:xfrm xmlns:a="http://schemas.openxmlformats.org/drawingml/2006/main">
            <a:off x="666750" y="6057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 The nominal Nyquist rate and its sample interval are</a:t>
            </a:r>
          </a:p>
        </p:txBody>
      </p:sp>
      <p:pic>
        <p:nvPicPr>
          <p:cNvPr id="15" name="content-7" descr="m(t)=2\operatorname{sinc}(4t/T_0)\quad\longleftrightarrow\quad M(f)=\frac{T_0}{2}\operatorname{rect}\!\left(\frac{fT_0}{4}\right).">
            <a:extLst xmlns:a="http://schemas.openxmlformats.org/drawingml/2006/main">
              <a:ext uri="{FF2B5EF4-FFF2-40B4-BE49-F238E27FC236}">
                <a16:creationId xmlns:a16="http://schemas.microsoft.com/office/drawing/2014/main" id="{10E820D9-C9A2-42FF-B60A-55D52EC71680}"/>
              </a:ext>
            </a:extLst>
          </p:cNvPr>
          <p:cNvPicPr>
            <a:picLocks xmlns:a="http://schemas.openxmlformats.org/drawingml/2006/main" noChangeAspect="1"/>
          </p:cNvPicPr>
          <p:nvPr/>
        </p:nvPicPr>
        <p:blipFill>
          <a:blip xmlns:r="http://schemas.openxmlformats.org/officeDocument/2006/relationships" xmlns:a="http://schemas.openxmlformats.org/drawingml/2006/main" r:embed="R54a0409f45704c9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964061"/>
            <a:ext cx="4895850" cy="244078"/>
          </a:xfrm>
          <a:prstGeom xmlns:a="http://schemas.openxmlformats.org/drawingml/2006/main" prst="rect">
            <a:avLst/>
          </a:prstGeom>
        </p:spPr>
      </p:pic>
      <p:pic>
        <p:nvPicPr>
          <p:cNvPr id="16" name="content-8" descr="m(0)=2,\quad m(\pm nT_0/4)=0\ (n=1,2,\ldots),\quad W=\frac2{T_0}.">
            <a:extLst xmlns:a="http://schemas.openxmlformats.org/drawingml/2006/main">
              <a:ext uri="{FF2B5EF4-FFF2-40B4-BE49-F238E27FC236}">
                <a16:creationId xmlns:a16="http://schemas.microsoft.com/office/drawing/2014/main" id="{2FD522DE-74AB-4DB3-96AF-9C50B2F932AA}"/>
              </a:ext>
            </a:extLst>
          </p:cNvPr>
          <p:cNvPicPr>
            <a:picLocks xmlns:a="http://schemas.openxmlformats.org/drawingml/2006/main" noChangeAspect="1"/>
          </p:cNvPicPr>
          <p:nvPr/>
        </p:nvPicPr>
        <p:blipFill>
          <a:blip xmlns:r="http://schemas.openxmlformats.org/officeDocument/2006/relationships" xmlns:a="http://schemas.openxmlformats.org/drawingml/2006/main" r:embed="R22fbb30561d24fa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3339108"/>
            <a:ext cx="5143500" cy="255984"/>
          </a:xfrm>
          <a:prstGeom xmlns:a="http://schemas.openxmlformats.org/drawingml/2006/main" prst="rect">
            <a:avLst/>
          </a:prstGeom>
        </p:spPr>
      </p:pic>
    </p:spTree>
    <p:extLst>
      <p:ext uri="{BB962C8B-B14F-4D97-AF65-F5344CB8AC3E}">
        <p14:creationId xmlns:p14="http://schemas.microsoft.com/office/powerpoint/2010/main" val="146651121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17: PAM of a sinc message at its nominal Nyquist rate (2/3)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8324DA5-D74A-48E3-8686-F2337C273B1E}"/>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3" descr="Redrawn exercise diagram; not a source-page screenshot.">
            <a:extLst xmlns:a="http://schemas.openxmlformats.org/drawingml/2006/main">
              <a:ext uri="{FF2B5EF4-FFF2-40B4-BE49-F238E27FC236}">
                <a16:creationId xmlns:a16="http://schemas.microsoft.com/office/drawing/2014/main" id="{E3E63AD7-C8F4-4779-B2A0-AC00E2B5D2D6}"/>
              </a:ext>
            </a:extLst>
          </p:cNvPr>
          <p:cNvPicPr>
            <a:picLocks xmlns:a="http://schemas.openxmlformats.org/drawingml/2006/main" noChangeAspect="1"/>
          </p:cNvPicPr>
          <p:nvPr/>
        </p:nvPicPr>
        <p:blipFill>
          <a:blip xmlns:r="http://schemas.openxmlformats.org/officeDocument/2006/relationships" xmlns:a="http://schemas.openxmlformats.org/drawingml/2006/main" r:embed="Re883c0f236094f6c"/>
          <a:stretch xmlns:a="http://schemas.openxmlformats.org/drawingml/2006/main"/>
        </p:blipFill>
        <p:spPr>
          <a:xfrm xmlns:a="http://schemas.openxmlformats.org/drawingml/2006/main">
            <a:off x="1772237" y="2762250"/>
            <a:ext cx="8742776" cy="1638300"/>
          </a:xfrm>
          <a:prstGeom xmlns:a="http://schemas.openxmlformats.org/drawingml/2006/main" prst="rect">
            <a:avLst/>
          </a:prstGeom>
        </p:spPr>
      </p:pic>
      <p:sp>
        <p:nvSpPr>
          <p:cNvPr id="6" name="content-4">
            <a:extLst xmlns:a="http://schemas.openxmlformats.org/drawingml/2006/main">
              <a:ext uri="{FF2B5EF4-FFF2-40B4-BE49-F238E27FC236}">
                <a16:creationId xmlns:a16="http://schemas.microsoft.com/office/drawing/2014/main" id="{F0158149-FC3D-4AAE-AEBA-B8300CC612E9}"/>
              </a:ext>
            </a:extLst>
          </p:cNvPr>
          <p:cNvSpPr>
            <a:spLocks xmlns:a="http://schemas.openxmlformats.org/drawingml/2006/main" noGrp="1"/>
          </p:cNvSpPr>
          <p:nvPr/>
        </p:nvSpPr>
        <p:spPr>
          <a:xfrm xmlns:a="http://schemas.openxmlformats.org/drawingml/2006/main">
            <a:off x="666750" y="44577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All rectangles in f_s sum_k M(f-k f_s) touch edge-to-edge and give the constant 2. This is a finite-energy sinc message without boundary</a:t>
            </a:r>
          </a:p>
        </p:txBody>
      </p:sp>
      <p:sp>
        <p:nvSpPr>
          <p:cNvPr id="7" name="content-5">
            <a:extLst xmlns:a="http://schemas.openxmlformats.org/drawingml/2006/main">
              <a:ext uri="{FF2B5EF4-FFF2-40B4-BE49-F238E27FC236}">
                <a16:creationId xmlns:a16="http://schemas.microsoft.com/office/drawing/2014/main" id="{0ED5D594-4018-4592-A842-6C614AE5F360}"/>
              </a:ext>
            </a:extLst>
          </p:cNvPr>
          <p:cNvSpPr>
            <a:spLocks xmlns:a="http://schemas.openxmlformats.org/drawingml/2006/main" noGrp="1"/>
          </p:cNvSpPr>
          <p:nvPr/>
        </p:nvSpPr>
        <p:spPr>
          <a:xfrm xmlns:a="http://schemas.openxmlformats.org/drawingml/2006/main">
            <a:off x="666750" y="46863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spectral impulses; it does not share the exact-Nyquist sine cancellation problem. The ideal sampled time sketch is the single impulse of</a:t>
            </a:r>
          </a:p>
        </p:txBody>
      </p:sp>
      <p:sp>
        <p:nvSpPr>
          <p:cNvPr id="8" name="content-6">
            <a:extLst xmlns:a="http://schemas.openxmlformats.org/drawingml/2006/main">
              <a:ext uri="{FF2B5EF4-FFF2-40B4-BE49-F238E27FC236}">
                <a16:creationId xmlns:a16="http://schemas.microsoft.com/office/drawing/2014/main" id="{86D5BEAC-D297-4576-BF5E-A9B704FAACA6}"/>
              </a:ext>
            </a:extLst>
          </p:cNvPr>
          <p:cNvSpPr>
            <a:spLocks xmlns:a="http://schemas.openxmlformats.org/drawingml/2006/main" noGrp="1"/>
          </p:cNvSpPr>
          <p:nvPr/>
        </p:nvSpPr>
        <p:spPr>
          <a:xfrm xmlns:a="http://schemas.openxmlformats.org/drawingml/2006/main">
            <a:off x="666750" y="49149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weight 2 at t=0, with all other sample weights zero.</a:t>
            </a:r>
          </a:p>
        </p:txBody>
      </p:sp>
      <p:sp>
        <p:nvSpPr>
          <p:cNvPr id="9" name="content-7">
            <a:extLst xmlns:a="http://schemas.openxmlformats.org/drawingml/2006/main">
              <a:ext uri="{FF2B5EF4-FFF2-40B4-BE49-F238E27FC236}">
                <a16:creationId xmlns:a16="http://schemas.microsoft.com/office/drawing/2014/main" id="{B095CAC9-E4B2-4078-A9AC-C7AA8C322B3A}"/>
              </a:ext>
            </a:extLst>
          </p:cNvPr>
          <p:cNvSpPr>
            <a:spLocks xmlns:a="http://schemas.openxmlformats.org/drawingml/2006/main" noGrp="1"/>
          </p:cNvSpPr>
          <p:nvPr/>
        </p:nvSpPr>
        <p:spPr>
          <a:xfrm xmlns:a="http://schemas.openxmlformats.org/drawingml/2006/main">
            <a:off x="666750" y="514350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(c) Choose T=T_s/2=T_0/8, so T&lt;T_s. Convolution with the pulse gives</a:t>
            </a:r>
          </a:p>
        </p:txBody>
      </p:sp>
      <p:pic>
        <p:nvPicPr>
          <p:cNvPr id="10" name="content-0" descr="f_s=2W=\frac4{T_0},\qquad T_s=\frac{T_0}{4}.">
            <a:extLst xmlns:a="http://schemas.openxmlformats.org/drawingml/2006/main">
              <a:ext uri="{FF2B5EF4-FFF2-40B4-BE49-F238E27FC236}">
                <a16:creationId xmlns:a16="http://schemas.microsoft.com/office/drawing/2014/main" id="{2DC53FBB-2FED-46F8-8CED-368CF98647A7}"/>
              </a:ext>
            </a:extLst>
          </p:cNvPr>
          <p:cNvPicPr>
            <a:picLocks xmlns:a="http://schemas.openxmlformats.org/drawingml/2006/main" noChangeAspect="1"/>
          </p:cNvPicPr>
          <p:nvPr/>
        </p:nvPicPr>
        <p:blipFill>
          <a:blip xmlns:r="http://schemas.openxmlformats.org/officeDocument/2006/relationships" xmlns:a="http://schemas.openxmlformats.org/drawingml/2006/main" r:embed="R606363222ada46e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307306"/>
            <a:ext cx="2667000" cy="261938"/>
          </a:xfrm>
          <a:prstGeom xmlns:a="http://schemas.openxmlformats.org/drawingml/2006/main" prst="rect">
            <a:avLst/>
          </a:prstGeom>
        </p:spPr>
      </p:pic>
      <p:pic>
        <p:nvPicPr>
          <p:cNvPr id="11" name="content-1" descr="m(nT_s)=2\operatorname{sinc}(n)=\begin{cases}2,&amp;n=0,\\0,&amp;n\ne0,\end{cases}">
            <a:extLst xmlns:a="http://schemas.openxmlformats.org/drawingml/2006/main">
              <a:ext uri="{FF2B5EF4-FFF2-40B4-BE49-F238E27FC236}">
                <a16:creationId xmlns:a16="http://schemas.microsoft.com/office/drawing/2014/main" id="{95BC0FA2-59AA-4FE3-A0F1-171DB0071FCB}"/>
              </a:ext>
            </a:extLst>
          </p:cNvPr>
          <p:cNvPicPr>
            <a:picLocks xmlns:a="http://schemas.openxmlformats.org/drawingml/2006/main" noChangeAspect="1"/>
          </p:cNvPicPr>
          <p:nvPr/>
        </p:nvPicPr>
        <p:blipFill>
          <a:blip xmlns:r="http://schemas.openxmlformats.org/officeDocument/2006/relationships" xmlns:a="http://schemas.openxmlformats.org/drawingml/2006/main" r:embed="R154971b393234e30">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753791"/>
            <a:ext cx="3219450" cy="569119"/>
          </a:xfrm>
          <a:prstGeom xmlns:a="http://schemas.openxmlformats.org/drawingml/2006/main" prst="rect">
            <a:avLst/>
          </a:prstGeom>
        </p:spPr>
      </p:pic>
      <p:pic>
        <p:nvPicPr>
          <p:cNvPr id="12" name="content-2" descr="m_\delta(t)=2\delta(t),\qquad M_\delta(f)=2\quad\text{for all }f.">
            <a:extLst xmlns:a="http://schemas.openxmlformats.org/drawingml/2006/main">
              <a:ext uri="{FF2B5EF4-FFF2-40B4-BE49-F238E27FC236}">
                <a16:creationId xmlns:a16="http://schemas.microsoft.com/office/drawing/2014/main" id="{9FF09452-DFE0-4B7D-BBD0-8EE1C56429B4}"/>
              </a:ext>
            </a:extLst>
          </p:cNvPr>
          <p:cNvPicPr>
            <a:picLocks xmlns:a="http://schemas.openxmlformats.org/drawingml/2006/main" noChangeAspect="1"/>
          </p:cNvPicPr>
          <p:nvPr/>
        </p:nvPicPr>
        <p:blipFill>
          <a:blip xmlns:r="http://schemas.openxmlformats.org/officeDocument/2006/relationships" xmlns:a="http://schemas.openxmlformats.org/drawingml/2006/main" r:embed="R462a8a6093034d4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2496145"/>
            <a:ext cx="3810000" cy="189309"/>
          </a:xfrm>
          <a:prstGeom xmlns:a="http://schemas.openxmlformats.org/drawingml/2006/main" prst="rect">
            <a:avLst/>
          </a:prstGeom>
        </p:spPr>
      </p:pic>
      <p:pic>
        <p:nvPicPr>
          <p:cNvPr id="13" name="content-8" descr="h(t)=\operatorname{rect}\!\left(\frac{t-T/2}{T}\right),\qquad H(f)=Te^{-j\pi fT}\operatorname{sinc}(fT).">
            <a:extLst xmlns:a="http://schemas.openxmlformats.org/drawingml/2006/main">
              <a:ext uri="{FF2B5EF4-FFF2-40B4-BE49-F238E27FC236}">
                <a16:creationId xmlns:a16="http://schemas.microsoft.com/office/drawing/2014/main" id="{414A57BA-6EBC-4612-8B05-02CF85999F53}"/>
              </a:ext>
            </a:extLst>
          </p:cNvPr>
          <p:cNvPicPr>
            <a:picLocks xmlns:a="http://schemas.openxmlformats.org/drawingml/2006/main" noChangeAspect="1"/>
          </p:cNvPicPr>
          <p:nvPr/>
        </p:nvPicPr>
        <p:blipFill>
          <a:blip xmlns:r="http://schemas.openxmlformats.org/officeDocument/2006/relationships" xmlns:a="http://schemas.openxmlformats.org/drawingml/2006/main" r:embed="R2ca0f44358e24b8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5429845"/>
            <a:ext cx="4648200" cy="341709"/>
          </a:xfrm>
          <a:prstGeom xmlns:a="http://schemas.openxmlformats.org/drawingml/2006/main" prst="rect">
            <a:avLst/>
          </a:prstGeom>
        </p:spPr>
      </p:pic>
      <p:pic>
        <p:nvPicPr>
          <p:cNvPr id="14" name="content-9" descr="s(t)=m_\delta*h=2h(t),\quad S(f)=2H(f).">
            <a:extLst xmlns:a="http://schemas.openxmlformats.org/drawingml/2006/main">
              <a:ext uri="{FF2B5EF4-FFF2-40B4-BE49-F238E27FC236}">
                <a16:creationId xmlns:a16="http://schemas.microsoft.com/office/drawing/2014/main" id="{AD921A4D-31C4-4632-883F-85571661CECA}"/>
              </a:ext>
            </a:extLst>
          </p:cNvPr>
          <p:cNvPicPr>
            <a:picLocks xmlns:a="http://schemas.openxmlformats.org/drawingml/2006/main" noChangeAspect="1"/>
          </p:cNvPicPr>
          <p:nvPr/>
        </p:nvPicPr>
        <p:blipFill>
          <a:blip xmlns:r="http://schemas.openxmlformats.org/officeDocument/2006/relationships" xmlns:a="http://schemas.openxmlformats.org/drawingml/2006/main" r:embed="R6ecaa29d9d7a446d">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81050" y="5906095"/>
            <a:ext cx="3600450" cy="189309"/>
          </a:xfrm>
          <a:prstGeom xmlns:a="http://schemas.openxmlformats.org/drawingml/2006/main" prst="rect">
            <a:avLst/>
          </a:prstGeom>
        </p:spPr>
      </p:pic>
    </p:spTree>
    <p:extLst>
      <p:ext uri="{BB962C8B-B14F-4D97-AF65-F5344CB8AC3E}">
        <p14:creationId xmlns:p14="http://schemas.microsoft.com/office/powerpoint/2010/main" val="1839962073"/>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17: PAM of a sinc message at its nominal Nyquist rate (3/3)</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303DAF7-3B84-47D2-B7B2-3F182DDC2513}"/>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pic>
        <p:nvPicPr>
          <p:cNvPr id="5" name="content-2" descr="Redrawn exercise diagram; not a source-page screenshot.">
            <a:extLst xmlns:a="http://schemas.openxmlformats.org/drawingml/2006/main">
              <a:ext uri="{FF2B5EF4-FFF2-40B4-BE49-F238E27FC236}">
                <a16:creationId xmlns:a16="http://schemas.microsoft.com/office/drawing/2014/main" id="{88B4F1B0-9D71-4DD6-A471-B1AB6A37B6EF}"/>
              </a:ext>
            </a:extLst>
          </p:cNvPr>
          <p:cNvPicPr>
            <a:picLocks xmlns:a="http://schemas.openxmlformats.org/drawingml/2006/main" noChangeAspect="1"/>
          </p:cNvPicPr>
          <p:nvPr/>
        </p:nvPicPr>
        <p:blipFill>
          <a:blip xmlns:r="http://schemas.openxmlformats.org/officeDocument/2006/relationships" xmlns:a="http://schemas.openxmlformats.org/drawingml/2006/main" r:embed="R522195baf14144a0"/>
          <a:stretch xmlns:a="http://schemas.openxmlformats.org/drawingml/2006/main"/>
        </p:blipFill>
        <p:spPr>
          <a:xfrm xmlns:a="http://schemas.openxmlformats.org/drawingml/2006/main">
            <a:off x="1741879" y="2019300"/>
            <a:ext cx="8803492" cy="2552700"/>
          </a:xfrm>
          <a:prstGeom xmlns:a="http://schemas.openxmlformats.org/drawingml/2006/main" prst="rect">
            <a:avLst/>
          </a:prstGeom>
        </p:spPr>
      </p:pic>
      <p:sp>
        <p:nvSpPr>
          <p:cNvPr id="6" name="content-3">
            <a:extLst xmlns:a="http://schemas.openxmlformats.org/drawingml/2006/main">
              <a:ext uri="{FF2B5EF4-FFF2-40B4-BE49-F238E27FC236}">
                <a16:creationId xmlns:a16="http://schemas.microsoft.com/office/drawing/2014/main" id="{7CB07C04-CDA9-448F-AB2D-5DC514060A89}"/>
              </a:ext>
            </a:extLst>
          </p:cNvPr>
          <p:cNvSpPr>
            <a:spLocks xmlns:a="http://schemas.openxmlformats.org/drawingml/2006/main" noGrp="1"/>
          </p:cNvSpPr>
          <p:nvPr/>
        </p:nvSpPr>
        <p:spPr>
          <a:xfrm xmlns:a="http://schemas.openxmlformats.org/drawingml/2006/main">
            <a:off x="666750" y="46291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time-domain PAM output is one rectangle of height 2 over 0&lt;=t&lt;T_0/8. The magnitude spectra share zeros f=+/-8n/T_0 and have</a:t>
            </a:r>
          </a:p>
        </p:txBody>
      </p:sp>
      <p:sp>
        <p:nvSpPr>
          <p:cNvPr id="7" name="content-4">
            <a:extLst xmlns:a="http://schemas.openxmlformats.org/drawingml/2006/main">
              <a:ext uri="{FF2B5EF4-FFF2-40B4-BE49-F238E27FC236}">
                <a16:creationId xmlns:a16="http://schemas.microsoft.com/office/drawing/2014/main" id="{EA49A3E3-A8BF-42F3-B823-AE98B79088B9}"/>
              </a:ext>
            </a:extLst>
          </p:cNvPr>
          <p:cNvSpPr>
            <a:spLocks xmlns:a="http://schemas.openxmlformats.org/drawingml/2006/main" noGrp="1"/>
          </p:cNvSpPr>
          <p:nvPr/>
        </p:nvSpPr>
        <p:spPr>
          <a:xfrm xmlns:a="http://schemas.openxmlformats.org/drawingml/2006/main">
            <a:off x="666750" y="48577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nonzero sidelobes.</a:t>
            </a:r>
          </a:p>
        </p:txBody>
      </p:sp>
      <p:sp>
        <p:nvSpPr>
          <p:cNvPr id="8" name="content-5">
            <a:extLst xmlns:a="http://schemas.openxmlformats.org/drawingml/2006/main">
              <a:ext uri="{FF2B5EF4-FFF2-40B4-BE49-F238E27FC236}">
                <a16:creationId xmlns:a16="http://schemas.microsoft.com/office/drawing/2014/main" id="{0991718B-2922-41E0-8DD5-035CE27C9692}"/>
              </a:ext>
            </a:extLst>
          </p:cNvPr>
          <p:cNvSpPr>
            <a:spLocks xmlns:a="http://schemas.openxmlformats.org/drawingml/2006/main" noGrp="1"/>
          </p:cNvSpPr>
          <p:nvPr/>
        </p:nvSpPr>
        <p:spPr>
          <a:xfrm xmlns:a="http://schemas.openxmlformats.org/drawingml/2006/main">
            <a:off x="666750" y="50863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 The first positive zero is</a:t>
            </a:r>
          </a:p>
        </p:txBody>
      </p:sp>
      <p:sp>
        <p:nvSpPr>
          <p:cNvPr id="9" name="content-7">
            <a:extLst xmlns:a="http://schemas.openxmlformats.org/drawingml/2006/main">
              <a:ext uri="{FF2B5EF4-FFF2-40B4-BE49-F238E27FC236}">
                <a16:creationId xmlns:a16="http://schemas.microsoft.com/office/drawing/2014/main" id="{EE4821E0-AFCD-483F-8397-1A76E1BFAC04}"/>
              </a:ext>
            </a:extLst>
          </p:cNvPr>
          <p:cNvSpPr>
            <a:spLocks xmlns:a="http://schemas.openxmlformats.org/drawingml/2006/main" noGrp="1"/>
          </p:cNvSpPr>
          <p:nvPr/>
        </p:nvSpPr>
        <p:spPr>
          <a:xfrm xmlns:a="http://schemas.openxmlformats.org/drawingml/2006/main">
            <a:off x="666750" y="56959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This is the course's one-sided first-null transmission-bandwidth convention. Rectangular pulses have infinite strict spectral support, so their</a:t>
            </a:r>
          </a:p>
        </p:txBody>
      </p:sp>
      <p:sp>
        <p:nvSpPr>
          <p:cNvPr id="10" name="content-8">
            <a:extLst xmlns:a="http://schemas.openxmlformats.org/drawingml/2006/main">
              <a:ext uri="{FF2B5EF4-FFF2-40B4-BE49-F238E27FC236}">
                <a16:creationId xmlns:a16="http://schemas.microsoft.com/office/drawing/2014/main" id="{A185A944-DDD7-4597-86CE-560F53D9CAEB}"/>
              </a:ext>
            </a:extLst>
          </p:cNvPr>
          <p:cNvSpPr>
            <a:spLocks xmlns:a="http://schemas.openxmlformats.org/drawingml/2006/main" noGrp="1"/>
          </p:cNvSpPr>
          <p:nvPr/>
        </p:nvSpPr>
        <p:spPr>
          <a:xfrm xmlns:a="http://schemas.openxmlformats.org/drawingml/2006/main">
            <a:off x="666750" y="5924550"/>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spectrum does not stop at 8/T_0.</a:t>
            </a:r>
          </a:p>
        </p:txBody>
      </p:sp>
      <p:pic>
        <p:nvPicPr>
          <p:cNvPr id="12" name="content-0" descr="|H(f)|=\frac{T_0}{8}\left|\operatorname{sinc}\!\left(\frac{fT_0}{8}\right)\right|,">
            <a:extLst xmlns:a="http://schemas.openxmlformats.org/drawingml/2006/main">
              <a:ext uri="{FF2B5EF4-FFF2-40B4-BE49-F238E27FC236}">
                <a16:creationId xmlns:a16="http://schemas.microsoft.com/office/drawing/2014/main" id="{87646760-72FC-42F0-928F-6D0CB48AE6BB}"/>
              </a:ext>
            </a:extLst>
          </p:cNvPr>
          <p:cNvPicPr>
            <a:picLocks xmlns:a="http://schemas.openxmlformats.org/drawingml/2006/main" noChangeAspect="1"/>
          </p:cNvPicPr>
          <p:nvPr/>
        </p:nvPicPr>
        <p:blipFill>
          <a:blip xmlns:r="http://schemas.openxmlformats.org/officeDocument/2006/relationships" xmlns:a="http://schemas.openxmlformats.org/drawingml/2006/main" r:embed="R619a738de98648c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1306711"/>
            <a:ext cx="2190750" cy="244078"/>
          </a:xfrm>
          <a:prstGeom xmlns:a="http://schemas.openxmlformats.org/drawingml/2006/main" prst="rect">
            <a:avLst/>
          </a:prstGeom>
        </p:spPr>
      </p:pic>
      <p:pic>
        <p:nvPicPr>
          <p:cNvPr id="13" name="content-1" descr="|S(f)|=\frac{T_0}{4}\left|\operatorname{sinc}\!\left(\frac{fT_0}{8}\right)\right|.">
            <a:extLst xmlns:a="http://schemas.openxmlformats.org/drawingml/2006/main">
              <a:ext uri="{FF2B5EF4-FFF2-40B4-BE49-F238E27FC236}">
                <a16:creationId xmlns:a16="http://schemas.microsoft.com/office/drawing/2014/main" id="{1B28F9C9-5CE1-4DC5-A48C-9552DE878C11}"/>
              </a:ext>
            </a:extLst>
          </p:cNvPr>
          <p:cNvPicPr>
            <a:picLocks xmlns:a="http://schemas.openxmlformats.org/drawingml/2006/main" noChangeAspect="1"/>
          </p:cNvPicPr>
          <p:nvPr/>
        </p:nvPicPr>
        <p:blipFill>
          <a:blip xmlns:r="http://schemas.openxmlformats.org/officeDocument/2006/relationships" xmlns:a="http://schemas.openxmlformats.org/drawingml/2006/main" r:embed="Rad20a8e4c9a5455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1687711"/>
            <a:ext cx="2133600" cy="244078"/>
          </a:xfrm>
          <a:prstGeom xmlns:a="http://schemas.openxmlformats.org/drawingml/2006/main" prst="rect">
            <a:avLst/>
          </a:prstGeom>
        </p:spPr>
      </p:pic>
      <p:pic>
        <p:nvPicPr>
          <p:cNvPr id="14" name="content-6" descr="B_T^{\mathrm{first\ null}}=\frac1T=\frac8{T_0}=4W.">
            <a:extLst xmlns:a="http://schemas.openxmlformats.org/drawingml/2006/main">
              <a:ext uri="{FF2B5EF4-FFF2-40B4-BE49-F238E27FC236}">
                <a16:creationId xmlns:a16="http://schemas.microsoft.com/office/drawing/2014/main" id="{0FD4FC06-525F-4F45-AA85-45A2A168004B}"/>
              </a:ext>
            </a:extLst>
          </p:cNvPr>
          <p:cNvPicPr>
            <a:picLocks xmlns:a="http://schemas.openxmlformats.org/drawingml/2006/main" noChangeAspect="1"/>
          </p:cNvPicPr>
          <p:nvPr/>
        </p:nvPicPr>
        <p:blipFill>
          <a:blip xmlns:r="http://schemas.openxmlformats.org/officeDocument/2006/relationships" xmlns:a="http://schemas.openxmlformats.org/drawingml/2006/main" r:embed="Rc553a5fa8f74499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5357813"/>
            <a:ext cx="2514600" cy="257175"/>
          </a:xfrm>
          <a:prstGeom xmlns:a="http://schemas.openxmlformats.org/drawingml/2006/main" prst="rect">
            <a:avLst/>
          </a:prstGeom>
        </p:spPr>
      </p:pic>
    </p:spTree>
    <p:extLst>
      <p:ext uri="{BB962C8B-B14F-4D97-AF65-F5344CB8AC3E}">
        <p14:creationId xmlns:p14="http://schemas.microsoft.com/office/powerpoint/2010/main" val="190354191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Practice</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 18: Sampling rate for a sinusoidal message family</a:t>
            </a:r>
          </a:p>
        </p:txBody>
      </p:sp>
      <p:sp>
        <p:nvSpPr>
          <p:cNvPr id="3" name="practice-back">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DF42A9B-67E5-4C49-B5B9-79C11769DEE9}"/>
              </a:ext>
            </a:extLst>
          </p:cNvPr>
          <p:cNvSpPr>
            <a:spLocks xmlns:a="http://schemas.openxmlformats.org/drawingml/2006/main" noGrp="1"/>
          </p:cNvSpPr>
          <p:nvPr/>
        </p:nvSpPr>
        <p:spPr>
          <a:xfrm xmlns:a="http://schemas.openxmlformats.org/drawingml/2006/main">
            <a:off x="9810750" y="2762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i="0">
                <a:solidFill>
                  <a:srgbClr val="202020"/>
                </a:solidFill>
                <a:latin typeface="Times New Roman"/>
                <a:ea typeface="Times New Roman"/>
                <a:cs typeface="Times New Roman"/>
              </a:defRPr>
            </a:defPPr>
          </a:lstStyle>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Practice index</a:t>
            </a:r>
          </a:p>
        </p:txBody>
      </p:sp>
      <p:sp>
        <p:nvSpPr>
          <p:cNvPr id="5" name="content-0">
            <a:extLst xmlns:a="http://schemas.openxmlformats.org/drawingml/2006/main">
              <a:ext uri="{FF2B5EF4-FFF2-40B4-BE49-F238E27FC236}">
                <a16:creationId xmlns:a16="http://schemas.microsoft.com/office/drawing/2014/main" id="{293A2B23-1DAB-468F-B1DE-E22DF931577A}"/>
              </a:ext>
            </a:extLst>
          </p:cNvPr>
          <p:cNvSpPr>
            <a:spLocks xmlns:a="http://schemas.openxmlformats.org/drawingml/2006/main" noGrp="1"/>
          </p:cNvSpPr>
          <p:nvPr/>
        </p:nvSpPr>
        <p:spPr>
          <a:xfrm xmlns:a="http://schemas.openxmlformats.org/drawingml/2006/main">
            <a:off x="666750" y="12573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Question</a:t>
            </a:r>
          </a:p>
        </p:txBody>
      </p:sp>
      <p:sp>
        <p:nvSpPr>
          <p:cNvPr id="6" name="content-1">
            <a:extLst xmlns:a="http://schemas.openxmlformats.org/drawingml/2006/main">
              <a:ext uri="{FF2B5EF4-FFF2-40B4-BE49-F238E27FC236}">
                <a16:creationId xmlns:a16="http://schemas.microsoft.com/office/drawing/2014/main" id="{9D109096-FB98-4503-A326-4B8211ABBC58}"/>
              </a:ext>
            </a:extLst>
          </p:cNvPr>
          <p:cNvSpPr>
            <a:spLocks xmlns:a="http://schemas.openxmlformats.org/drawingml/2006/main" noGrp="1"/>
          </p:cNvSpPr>
          <p:nvPr/>
        </p:nvSpPr>
        <p:spPr>
          <a:xfrm xmlns:a="http://schemas.openxmlformats.org/drawingml/2006/main">
            <a:off x="666750" y="1514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For the message family below, determine the smallest nominal sampling rate that covers every allowed message frequency.</a:t>
            </a:r>
          </a:p>
        </p:txBody>
      </p:sp>
      <p:sp>
        <p:nvSpPr>
          <p:cNvPr id="10" name="content-7">
            <a:extLst xmlns:a="http://schemas.openxmlformats.org/drawingml/2006/main">
              <a:ext uri="{FF2B5EF4-FFF2-40B4-BE49-F238E27FC236}">
                <a16:creationId xmlns:a16="http://schemas.microsoft.com/office/drawing/2014/main" id="{555E99B5-5607-463F-B78A-752BBF11F3B7}"/>
              </a:ext>
            </a:extLst>
          </p:cNvPr>
          <p:cNvSpPr>
            <a:spLocks xmlns:a="http://schemas.openxmlformats.org/drawingml/2006/main" noGrp="1"/>
          </p:cNvSpPr>
          <p:nvPr/>
        </p:nvSpPr>
        <p:spPr>
          <a:xfrm xmlns:a="http://schemas.openxmlformats.org/drawingml/2006/main">
            <a:off x="666750" y="3009900"/>
            <a:ext cx="1083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Solution</a:t>
            </a:r>
          </a:p>
        </p:txBody>
      </p:sp>
      <p:sp>
        <p:nvSpPr>
          <p:cNvPr id="11" name="content-7-line">
            <a:extLst xmlns:a="http://schemas.openxmlformats.org/drawingml/2006/main">
              <a:ext uri="{FF2B5EF4-FFF2-40B4-BE49-F238E27FC236}">
                <a16:creationId xmlns:a16="http://schemas.microsoft.com/office/drawing/2014/main" id="{2B9080F5-DCFD-43BE-A65C-421C1C7F683F}"/>
              </a:ext>
            </a:extLst>
          </p:cNvPr>
          <p:cNvSpPr>
            <a:spLocks xmlns:a="http://schemas.openxmlformats.org/drawingml/2006/main" noGrp="1"/>
          </p:cNvSpPr>
          <p:nvPr/>
        </p:nvSpPr>
        <p:spPr>
          <a:xfrm xmlns:a="http://schemas.openxmlformats.org/drawingml/2006/main">
            <a:off x="1762125" y="3152775"/>
            <a:ext cx="9744075" cy="7620"/>
          </a:xfrm>
          <a:prstGeom xmlns:a="http://schemas.openxmlformats.org/drawingml/2006/main" prst="rect">
            <a:avLst/>
          </a:prstGeom>
          <a:solidFill xmlns:a="http://schemas.openxmlformats.org/drawingml/2006/main">
            <a:srgbClr val="BBBBBB"/>
          </a:solidFill>
          <a:ln xmlns:a="http://schemas.openxmlformats.org/drawingml/2006/main" w="0">
            <a:noFill/>
          </a:ln>
        </p:spPr>
      </p:sp>
      <p:sp>
        <p:nvSpPr>
          <p:cNvPr id="12" name="content-8">
            <a:extLst xmlns:a="http://schemas.openxmlformats.org/drawingml/2006/main">
              <a:ext uri="{FF2B5EF4-FFF2-40B4-BE49-F238E27FC236}">
                <a16:creationId xmlns:a16="http://schemas.microsoft.com/office/drawing/2014/main" id="{EC7F32A4-B070-4A42-A613-BA92A5AE9C2A}"/>
              </a:ext>
            </a:extLst>
          </p:cNvPr>
          <p:cNvSpPr>
            <a:spLocks xmlns:a="http://schemas.openxmlformats.org/drawingml/2006/main" noGrp="1"/>
          </p:cNvSpPr>
          <p:nvPr/>
        </p:nvSpPr>
        <p:spPr>
          <a:xfrm xmlns:a="http://schemas.openxmlformats.org/drawingml/2006/main">
            <a:off x="666750" y="3267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largest possible message frequency, not its amplitude or carrier phase, sets the band edge:</a:t>
            </a:r>
          </a:p>
        </p:txBody>
      </p:sp>
      <p:sp>
        <p:nvSpPr>
          <p:cNvPr id="13" name="content-10">
            <a:extLst xmlns:a="http://schemas.openxmlformats.org/drawingml/2006/main">
              <a:ext uri="{FF2B5EF4-FFF2-40B4-BE49-F238E27FC236}">
                <a16:creationId xmlns:a16="http://schemas.microsoft.com/office/drawing/2014/main" id="{1C8D4757-4F58-4DE0-A739-DE7BBDBC8D59}"/>
              </a:ext>
            </a:extLst>
          </p:cNvPr>
          <p:cNvSpPr>
            <a:spLocks xmlns:a="http://schemas.openxmlformats.org/drawingml/2006/main" noGrp="1"/>
          </p:cNvSpPr>
          <p:nvPr/>
        </p:nvSpPr>
        <p:spPr>
          <a:xfrm xmlns:a="http://schemas.openxmlformats.org/drawingml/2006/main">
            <a:off x="666750" y="3800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The nominal Nyquist rate is 400 samples/s. Because the family includes every phase at f_m=200 Hz, equality does not guarantee recovery:</a:t>
            </a:r>
          </a:p>
        </p:txBody>
      </p:sp>
      <p:sp>
        <p:nvSpPr>
          <p:cNvPr id="15" name="content-13">
            <a:extLst xmlns:a="http://schemas.openxmlformats.org/drawingml/2006/main">
              <a:ext uri="{FF2B5EF4-FFF2-40B4-BE49-F238E27FC236}">
                <a16:creationId xmlns:a16="http://schemas.microsoft.com/office/drawing/2014/main" id="{6F6A864A-9862-47F2-A201-B1ECFFDC9419}"/>
              </a:ext>
            </a:extLst>
          </p:cNvPr>
          <p:cNvSpPr>
            <a:spLocks xmlns:a="http://schemas.openxmlformats.org/drawingml/2006/main" noGrp="1"/>
          </p:cNvSpPr>
          <p:nvPr/>
        </p:nvSpPr>
        <p:spPr>
          <a:xfrm xmlns:a="http://schemas.openxmlformats.org/drawingml/2006/main">
            <a:off x="666750" y="45624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To guarantee preservation of the entire family independently of phase, choose f_s&gt;400 samples/s, for example 500 samples/s. There is no</a:t>
            </a:r>
          </a:p>
        </p:txBody>
      </p:sp>
      <p:sp>
        <p:nvSpPr>
          <p:cNvPr id="16" name="content-14">
            <a:extLst xmlns:a="http://schemas.openxmlformats.org/drawingml/2006/main">
              <a:ext uri="{FF2B5EF4-FFF2-40B4-BE49-F238E27FC236}">
                <a16:creationId xmlns:a16="http://schemas.microsoft.com/office/drawing/2014/main" id="{A4FBE43B-26C0-4D3B-B461-F1B9F550FC26}"/>
              </a:ext>
            </a:extLst>
          </p:cNvPr>
          <p:cNvSpPr>
            <a:spLocks xmlns:a="http://schemas.openxmlformats.org/drawingml/2006/main" noGrp="1"/>
          </p:cNvSpPr>
          <p:nvPr/>
        </p:nvSpPr>
        <p:spPr>
          <a:xfrm xmlns:a="http://schemas.openxmlformats.org/drawingml/2006/main">
            <a:off x="666750" y="479107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i="0">
                <a:solidFill>
                  <a:srgbClr val="202020"/>
                </a:solidFill>
                <a:latin typeface="Times New Roman"/>
                <a:ea typeface="Times New Roman"/>
                <a:cs typeface="Times New Roman"/>
              </a:defRPr>
            </a:defPPr>
          </a:lstStyle>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smallest real-valued rate strictly greater than 400; 400 is the infimum.</a:t>
            </a:r>
          </a:p>
        </p:txBody>
      </p:sp>
      <p:pic>
        <p:nvPicPr>
          <p:cNvPr id="18" name="content-3" descr="m(t)=A_m\cos(2\pi f_mt+\phi_m),\quad0\le A_m\le5.12,">
            <a:extLst xmlns:a="http://schemas.openxmlformats.org/drawingml/2006/main">
              <a:ext uri="{FF2B5EF4-FFF2-40B4-BE49-F238E27FC236}">
                <a16:creationId xmlns:a16="http://schemas.microsoft.com/office/drawing/2014/main" id="{73B3ADA9-F4AB-4866-B5C2-CA32F2F948F6}"/>
              </a:ext>
            </a:extLst>
          </p:cNvPr>
          <p:cNvPicPr>
            <a:picLocks xmlns:a="http://schemas.openxmlformats.org/drawingml/2006/main" noChangeAspect="1"/>
          </p:cNvPicPr>
          <p:nvPr/>
        </p:nvPicPr>
        <p:blipFill>
          <a:blip xmlns:r="http://schemas.openxmlformats.org/officeDocument/2006/relationships" xmlns:a="http://schemas.openxmlformats.org/drawingml/2006/main" r:embed="Re6a45f5f1f14423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81050" y="2010370"/>
            <a:ext cx="4438650" cy="189309"/>
          </a:xfrm>
          <a:prstGeom xmlns:a="http://schemas.openxmlformats.org/drawingml/2006/main" prst="rect">
            <a:avLst/>
          </a:prstGeom>
        </p:spPr>
      </p:pic>
      <p:pic>
        <p:nvPicPr>
          <p:cNvPr id="19" name="content-4" descr="50\,\mathrm{Hz}\le f_m\le200\,\mathrm{Hz},\qquad-\pi\le\phi_m\le\pi.">
            <a:extLst xmlns:a="http://schemas.openxmlformats.org/drawingml/2006/main">
              <a:ext uri="{FF2B5EF4-FFF2-40B4-BE49-F238E27FC236}">
                <a16:creationId xmlns:a16="http://schemas.microsoft.com/office/drawing/2014/main" id="{840F625E-E076-43BE-9817-3270F19AF799}"/>
              </a:ext>
            </a:extLst>
          </p:cNvPr>
          <p:cNvPicPr>
            <a:picLocks xmlns:a="http://schemas.openxmlformats.org/drawingml/2006/main" noChangeAspect="1"/>
          </p:cNvPicPr>
          <p:nvPr/>
        </p:nvPicPr>
        <p:blipFill>
          <a:blip xmlns:r="http://schemas.openxmlformats.org/officeDocument/2006/relationships" xmlns:a="http://schemas.openxmlformats.org/drawingml/2006/main" r:embed="Re2ffc26c359540e0">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781050" y="2310408"/>
            <a:ext cx="3867150" cy="170259"/>
          </a:xfrm>
          <a:prstGeom xmlns:a="http://schemas.openxmlformats.org/drawingml/2006/main" prst="rect">
            <a:avLst/>
          </a:prstGeom>
        </p:spPr>
      </p:pic>
      <p:pic>
        <p:nvPicPr>
          <p:cNvPr id="20" name="content-9" descr="W=\max f_m=200\,\mathrm{Hz},\qquad f_{\mathrm{Nyquist}}=2W=400\,\mathrm{samples/s}.">
            <a:extLst xmlns:a="http://schemas.openxmlformats.org/drawingml/2006/main">
              <a:ext uri="{FF2B5EF4-FFF2-40B4-BE49-F238E27FC236}">
                <a16:creationId xmlns:a16="http://schemas.microsoft.com/office/drawing/2014/main" id="{9B79332A-DA39-4941-B553-E09A4DCDEFB1}"/>
              </a:ext>
            </a:extLst>
          </p:cNvPr>
          <p:cNvPicPr>
            <a:picLocks xmlns:a="http://schemas.openxmlformats.org/drawingml/2006/main" noChangeAspect="1"/>
          </p:cNvPicPr>
          <p:nvPr/>
        </p:nvPicPr>
        <p:blipFill>
          <a:blip xmlns:r="http://schemas.openxmlformats.org/officeDocument/2006/relationships" xmlns:a="http://schemas.openxmlformats.org/drawingml/2006/main" r:embed="R5b842aa45082412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1050" y="3530798"/>
            <a:ext cx="5581650" cy="196453"/>
          </a:xfrm>
          <a:prstGeom xmlns:a="http://schemas.openxmlformats.org/drawingml/2006/main" prst="rect">
            <a:avLst/>
          </a:prstGeom>
        </p:spPr>
      </p:pic>
      <p:pic>
        <p:nvPicPr>
          <p:cNvPr id="21" name="content-12" descr="\phi_m=-\pi/2,\ f_s=400:\quad m(nT_s)=A_m\cos(\pi n-\pi/2)=0.">
            <a:extLst xmlns:a="http://schemas.openxmlformats.org/drawingml/2006/main">
              <a:ext uri="{FF2B5EF4-FFF2-40B4-BE49-F238E27FC236}">
                <a16:creationId xmlns:a16="http://schemas.microsoft.com/office/drawing/2014/main" id="{BD23A2CD-FECE-4654-9840-8CE98DA5548C}"/>
              </a:ext>
            </a:extLst>
          </p:cNvPr>
          <p:cNvPicPr>
            <a:picLocks xmlns:a="http://schemas.openxmlformats.org/drawingml/2006/main" noChangeAspect="1"/>
          </p:cNvPicPr>
          <p:nvPr/>
        </p:nvPicPr>
        <p:blipFill>
          <a:blip xmlns:r="http://schemas.openxmlformats.org/officeDocument/2006/relationships" xmlns:a="http://schemas.openxmlformats.org/drawingml/2006/main" r:embed="R19281fa4302d471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81050" y="4296370"/>
            <a:ext cx="5581650" cy="189309"/>
          </a:xfrm>
          <a:prstGeom xmlns:a="http://schemas.openxmlformats.org/drawingml/2006/main" prst="rect">
            <a:avLst/>
          </a:prstGeom>
        </p:spPr>
      </p:pic>
    </p:spTree>
    <p:extLst>
      <p:ext uri="{BB962C8B-B14F-4D97-AF65-F5344CB8AC3E}">
        <p14:creationId xmlns:p14="http://schemas.microsoft.com/office/powerpoint/2010/main" val="17221795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116</ap:Slides>
  <ap:Notes>116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2026-10-15T19:39:25.4200000Z</dcterms:created>
  <dcterms:modified xsi:type="dcterms:W3CDTF">2026-10-15T19:39:25.4200000Z</dcterms:modified>
</coreProperties>
</file>